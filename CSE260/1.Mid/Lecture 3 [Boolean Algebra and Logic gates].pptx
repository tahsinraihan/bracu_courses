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oleObject" PartName="/ppt/embeddings/oleObject9.bin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officedocument.oleObject" PartName="/ppt/embeddings/oleObject1.bin"/>
  <Override ContentType="application/vnd.openxmlformats-officedocument.oleObject" PartName="/ppt/embeddings/oleObject8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y="6858000" cx="9144000"/>
  <p:notesSz cx="6858000" cy="9144000"/>
  <p:embeddedFontLs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8" roundtripDataSignature="AMtx7mgiQTAixZT9cK5zTMtSwCj1EbPb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79AA81-9F4F-472F-B0B0-BD023C616042}">
  <a:tblStyle styleId="{A179AA81-9F4F-472F-B0B0-BD023C6160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CenturyGothic-bold.fntdata"/><Relationship Id="rId10" Type="http://schemas.openxmlformats.org/officeDocument/2006/relationships/slide" Target="slides/slide3.xml"/><Relationship Id="rId54" Type="http://schemas.openxmlformats.org/officeDocument/2006/relationships/font" Target="fonts/CenturyGothic-regular.fntdata"/><Relationship Id="rId13" Type="http://schemas.openxmlformats.org/officeDocument/2006/relationships/slide" Target="slides/slide6.xml"/><Relationship Id="rId57" Type="http://schemas.openxmlformats.org/officeDocument/2006/relationships/font" Target="fonts/CenturyGothic-boldItalic.fntdata"/><Relationship Id="rId12" Type="http://schemas.openxmlformats.org/officeDocument/2006/relationships/slide" Target="slides/slide5.xml"/><Relationship Id="rId56" Type="http://schemas.openxmlformats.org/officeDocument/2006/relationships/font" Target="fonts/CenturyGothic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8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2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7" name="Google Shape;50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4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e8753077db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2e8753077db_17_0:notes"/>
          <p:cNvSpPr/>
          <p:nvPr>
            <p:ph idx="2" type="sldImg"/>
          </p:nvPr>
        </p:nvSpPr>
        <p:spPr>
          <a:xfrm>
            <a:off x="1714753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e8753077d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2e8753077db_19_0:notes"/>
          <p:cNvSpPr/>
          <p:nvPr>
            <p:ph idx="2" type="sldImg"/>
          </p:nvPr>
        </p:nvSpPr>
        <p:spPr>
          <a:xfrm>
            <a:off x="1714753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e8753077db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2e8753077db_6_75:notes"/>
          <p:cNvSpPr/>
          <p:nvPr>
            <p:ph idx="2" type="sldImg"/>
          </p:nvPr>
        </p:nvSpPr>
        <p:spPr>
          <a:xfrm>
            <a:off x="1714753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e8753077db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2e8753077db_0_1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e8753077db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2e8753077db_8_0:notes"/>
          <p:cNvSpPr/>
          <p:nvPr>
            <p:ph idx="2" type="sldImg"/>
          </p:nvPr>
        </p:nvSpPr>
        <p:spPr>
          <a:xfrm>
            <a:off x="1714753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4" name="Google Shape;100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e8753077db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2e8753077db_11_0:notes"/>
          <p:cNvSpPr/>
          <p:nvPr>
            <p:ph idx="2" type="sldImg"/>
          </p:nvPr>
        </p:nvSpPr>
        <p:spPr>
          <a:xfrm>
            <a:off x="1714753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4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" name="Google Shape;24;p6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5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5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6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6"/>
          <p:cNvSpPr txBox="1"/>
          <p:nvPr>
            <p:ph type="title"/>
          </p:nvPr>
        </p:nvSpPr>
        <p:spPr>
          <a:xfrm>
            <a:off x="685800" y="5334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entury Gothic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9pPr>
          </a:lstStyle>
          <a:p/>
        </p:txBody>
      </p:sp>
      <p:sp>
        <p:nvSpPr>
          <p:cNvPr id="35" name="Google Shape;35;p66"/>
          <p:cNvSpPr txBox="1"/>
          <p:nvPr>
            <p:ph idx="1" type="body"/>
          </p:nvPr>
        </p:nvSpPr>
        <p:spPr>
          <a:xfrm>
            <a:off x="685800" y="2514600"/>
            <a:ext cx="3810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6"/>
          <p:cNvSpPr txBox="1"/>
          <p:nvPr>
            <p:ph idx="2" type="body"/>
          </p:nvPr>
        </p:nvSpPr>
        <p:spPr>
          <a:xfrm>
            <a:off x="4648200" y="2514600"/>
            <a:ext cx="3810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BBEAEA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7" name="Google Shape;37;p6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7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7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6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9" name="Google Shape;49;p68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0" name="Google Shape;50;p6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9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6" name="Google Shape;56;p69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7" name="Google Shape;57;p69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8" name="Google Shape;58;p69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9" name="Google Shape;59;p6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2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74" name="Google Shape;74;p72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5" name="Google Shape;75;p7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3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3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81" name="Google Shape;81;p73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7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4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4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88" name="Google Shape;88;p74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9" name="Google Shape;89;p7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5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5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5" name="Google Shape;95;p7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6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6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1" name="Google Shape;101;p76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2" name="Google Shape;102;p7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5" name="Google Shape;105;p76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6" name="Google Shape;106;p76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7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7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7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78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6" name="Google Shape;116;p78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7" name="Google Shape;117;p78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78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9" name="Google Shape;119;p78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0" name="Google Shape;120;p78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1" name="Google Shape;121;p78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78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7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9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9" name="Google Shape;129;p79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30" name="Google Shape;130;p79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1" name="Google Shape;131;p79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32" name="Google Shape;132;p79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33" name="Google Shape;133;p79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4" name="Google Shape;134;p79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35" name="Google Shape;135;p79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36" name="Google Shape;136;p79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37" name="Google Shape;137;p79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79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7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80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5" name="Google Shape;145;p8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1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1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1" name="Google Shape;151;p8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8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8753077db_6_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2e8753077db_6_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3" name="Google Shape;163;g2e8753077db_6_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2e8753077db_6_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2e8753077db_6_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8753077db_6_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2e8753077db_6_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g2e8753077db_6_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2e8753077db_6_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2e8753077db_6_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8753077db_6_1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2e8753077db_6_1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5" name="Google Shape;175;g2e8753077db_6_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2e8753077db_6_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2e8753077db_6_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8753077db_6_2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2e8753077db_6_2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g2e8753077db_6_2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g2e8753077db_6_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2e8753077db_6_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2e8753077db_6_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8753077db_6_31"/>
          <p:cNvSpPr txBox="1"/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2e8753077db_6_31"/>
          <p:cNvSpPr txBox="1"/>
          <p:nvPr>
            <p:ph idx="1" type="body"/>
          </p:nvPr>
        </p:nvSpPr>
        <p:spPr>
          <a:xfrm>
            <a:off x="629841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g2e8753077db_6_31"/>
          <p:cNvSpPr txBox="1"/>
          <p:nvPr>
            <p:ph idx="2" type="body"/>
          </p:nvPr>
        </p:nvSpPr>
        <p:spPr>
          <a:xfrm>
            <a:off x="629841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g2e8753077db_6_3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0" name="Google Shape;190;g2e8753077db_6_3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g2e8753077db_6_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2e8753077db_6_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2e8753077db_6_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8753077db_6_4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2e8753077db_6_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2e8753077db_6_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2e8753077db_6_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8753077db_6_4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2e8753077db_6_4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2e8753077db_6_4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8753077db_6_4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g2e8753077db_6_49"/>
          <p:cNvSpPr txBox="1"/>
          <p:nvPr>
            <p:ph idx="1" type="body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6" name="Google Shape;206;g2e8753077db_6_4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g2e8753077db_6_4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2e8753077db_6_4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g2e8753077db_6_4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8753077db_6_5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2e8753077db_6_56"/>
          <p:cNvSpPr/>
          <p:nvPr>
            <p:ph idx="2" type="pic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g2e8753077db_6_56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4" name="Google Shape;214;g2e8753077db_6_5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2e8753077db_6_5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2e8753077db_6_5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8753077db_6_6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2e8753077db_6_6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g2e8753077db_6_6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2e8753077db_6_6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2e8753077db_6_6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8753077db_6_6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2e8753077db_6_6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g2e8753077db_6_6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2e8753077db_6_6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2e8753077db_6_6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63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4CB9C3">
                  <a:alpha val="13725"/>
                </a:srgbClr>
              </a:gs>
              <a:gs pos="36000">
                <a:srgbClr val="4CB9C3">
                  <a:alpha val="6666"/>
                </a:srgbClr>
              </a:gs>
              <a:gs pos="73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6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4CB9C3">
                  <a:alpha val="8627"/>
                </a:srgbClr>
              </a:gs>
              <a:gs pos="36000">
                <a:srgbClr val="4CB9C3">
                  <a:alpha val="4705"/>
                </a:srgbClr>
              </a:gs>
              <a:gs pos="66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63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4CB9C3">
                  <a:alpha val="10980"/>
                </a:srgbClr>
              </a:gs>
              <a:gs pos="36000">
                <a:srgbClr val="4CB9C3">
                  <a:alpha val="9803"/>
                </a:srgbClr>
              </a:gs>
              <a:gs pos="75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63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4CB9C3">
                  <a:alpha val="7843"/>
                </a:srgbClr>
              </a:gs>
              <a:gs pos="36000">
                <a:srgbClr val="4CB9C3">
                  <a:alpha val="7843"/>
                </a:srgbClr>
              </a:gs>
              <a:gs pos="72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6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6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6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6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6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None/>
              <a:defRPr b="0" i="0" sz="2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8753077db_6_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6" name="Google Shape;156;g2e8753077db_6_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g2e8753077db_6_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g2e8753077db_6_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2e8753077db_6_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27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4.png"/><Relationship Id="rId7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3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0.bin"/><Relationship Id="rId5" Type="http://schemas.openxmlformats.org/officeDocument/2006/relationships/oleObject" Target="../embeddings/oleObject10.bin"/><Relationship Id="rId6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youtube.com/watch?v=-EjGrPhol70&amp;list=PLTlXQu_162Qg8-oRqv_iGYHSz2XrfUc51&amp;index=7" TargetMode="External"/><Relationship Id="rId4" Type="http://schemas.openxmlformats.org/officeDocument/2006/relationships/hyperlink" Target="https://www.youtube.com/watch?v=-EjGrPhol70&amp;list=PLTlXQu_162Qg8-oRqv_iGYHSz2XrfUc51&amp;index=7" TargetMode="External"/><Relationship Id="rId5" Type="http://schemas.openxmlformats.org/officeDocument/2006/relationships/hyperlink" Target="https://www.youtube.com/watch?v=-EjGrPhol70&amp;list=PLTlXQu_162Qg8-oRqv_iGYHSz2XrfUc51&amp;index=7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youtube.com/watch?v=-EjGrPhol70&amp;list=PLTlXQu_162Qg8-oRqv_iGYHSz2XrfUc51&amp;index=7" TargetMode="External"/><Relationship Id="rId4" Type="http://schemas.openxmlformats.org/officeDocument/2006/relationships/hyperlink" Target="https://www.youtube.com/watch?v=eAuOqgT5lqM&amp;list=PLTlXQu_162Qg8-oRqv_iGYHSz2XrfUc51&amp;index=8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0"/>
          <p:cNvSpPr txBox="1"/>
          <p:nvPr/>
        </p:nvSpPr>
        <p:spPr>
          <a:xfrm>
            <a:off x="1524000" y="2247900"/>
            <a:ext cx="6096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CSE 260</a:t>
            </a:r>
            <a:br>
              <a:rPr b="0" i="0" lang="en-US" sz="5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Logic Gates &amp; Boolean Algebra</a:t>
            </a:r>
            <a:endParaRPr b="0" i="0" sz="4200" u="none" cap="none" strike="noStrike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Binary Logic</a:t>
            </a:r>
            <a:endParaRPr/>
          </a:p>
        </p:txBody>
      </p:sp>
      <p:sp>
        <p:nvSpPr>
          <p:cNvPr id="239" name="Google Shape;239;p2"/>
          <p:cNvSpPr txBox="1"/>
          <p:nvPr>
            <p:ph idx="1" type="body"/>
          </p:nvPr>
        </p:nvSpPr>
        <p:spPr>
          <a:xfrm>
            <a:off x="685800" y="17526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Binary logic consists of binary variables and logical operations.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Variables are designated by letters such as A, B, C, x, y, z etc. with only 2 possible values: 1 and 0.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Logic operations: and, or, not etc.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Logic Gates</a:t>
            </a:r>
            <a:endParaRPr/>
          </a:p>
        </p:txBody>
      </p:sp>
      <p:sp>
        <p:nvSpPr>
          <p:cNvPr id="245" name="Google Shape;245;p3"/>
          <p:cNvSpPr txBox="1"/>
          <p:nvPr>
            <p:ph idx="1" type="body"/>
          </p:nvPr>
        </p:nvSpPr>
        <p:spPr>
          <a:xfrm>
            <a:off x="609600" y="1752600"/>
            <a:ext cx="7772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 most basic digital devices are called gates.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 gate has one or more inputs and produces an output that is a function of the current input values.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 relationship between the input and the output is based on a </a:t>
            </a:r>
            <a:r>
              <a:rPr b="1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certain logic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 txBox="1"/>
          <p:nvPr>
            <p:ph type="title"/>
          </p:nvPr>
        </p:nvSpPr>
        <p:spPr>
          <a:xfrm>
            <a:off x="685800" y="3810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Truth Table</a:t>
            </a:r>
            <a:endParaRPr/>
          </a:p>
        </p:txBody>
      </p:sp>
      <p:sp>
        <p:nvSpPr>
          <p:cNvPr id="251" name="Google Shape;251;p5"/>
          <p:cNvSpPr txBox="1"/>
          <p:nvPr>
            <p:ph idx="1" type="body"/>
          </p:nvPr>
        </p:nvSpPr>
        <p:spPr>
          <a:xfrm>
            <a:off x="685800" y="14478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Provides a </a:t>
            </a: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listing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of every possible combination of inputs and its corresponding outputs.</a:t>
            </a:r>
            <a:endParaRPr/>
          </a:p>
          <a:p>
            <a:pPr indent="-99059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840"/>
              <a:buFont typeface="Noto Sans Symbols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9059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840"/>
              <a:buFont typeface="Noto Sans Symbols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5"/>
          <p:cNvGraphicFramePr/>
          <p:nvPr/>
        </p:nvGraphicFramePr>
        <p:xfrm>
          <a:off x="2324100" y="3390900"/>
          <a:ext cx="4495800" cy="2514600"/>
        </p:xfrm>
        <a:graphic>
          <a:graphicData uri="http://schemas.openxmlformats.org/presentationml/2006/ole">
            <mc:AlternateContent>
              <mc:Choice Requires="v">
                <p:oleObj r:id="rId4" imgH="2514600" imgW="4495800" progId="Word.Document.8" spid="_x0000_s1">
                  <p:embed/>
                </p:oleObj>
              </mc:Choice>
              <mc:Fallback>
                <p:oleObj r:id="rId5" imgH="2514600" imgW="4495800" progId="Word.Document.8">
                  <p:embed/>
                  <p:pic>
                    <p:nvPicPr>
                      <p:cNvPr id="252" name="Google Shape;252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24100" y="3390900"/>
                        <a:ext cx="44958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"/>
          <p:cNvSpPr txBox="1"/>
          <p:nvPr>
            <p:ph type="title"/>
          </p:nvPr>
        </p:nvSpPr>
        <p:spPr>
          <a:xfrm>
            <a:off x="914400" y="0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All Logic Gates</a:t>
            </a:r>
            <a:endParaRPr/>
          </a:p>
        </p:txBody>
      </p:sp>
      <p:sp>
        <p:nvSpPr>
          <p:cNvPr id="258" name="Google Shape;258;p4"/>
          <p:cNvSpPr txBox="1"/>
          <p:nvPr>
            <p:ph idx="1" type="body"/>
          </p:nvPr>
        </p:nvSpPr>
        <p:spPr>
          <a:xfrm>
            <a:off x="914400" y="1638300"/>
            <a:ext cx="77724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XOR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XNOR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NOR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 txBox="1"/>
          <p:nvPr>
            <p:ph type="title"/>
          </p:nvPr>
        </p:nvSpPr>
        <p:spPr>
          <a:xfrm>
            <a:off x="483974" y="-90671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Most Important logic gates</a:t>
            </a:r>
            <a:endParaRPr/>
          </a:p>
        </p:txBody>
      </p:sp>
      <p:sp>
        <p:nvSpPr>
          <p:cNvPr id="264" name="Google Shape;264;p6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/>
          <p:nvPr>
            <p:ph type="title"/>
          </p:nvPr>
        </p:nvSpPr>
        <p:spPr>
          <a:xfrm>
            <a:off x="762000" y="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2-input AND gate</a:t>
            </a:r>
            <a:endParaRPr/>
          </a:p>
        </p:txBody>
      </p:sp>
      <p:graphicFrame>
        <p:nvGraphicFramePr>
          <p:cNvPr id="270" name="Google Shape;270;p7"/>
          <p:cNvGraphicFramePr/>
          <p:nvPr/>
        </p:nvGraphicFramePr>
        <p:xfrm>
          <a:off x="2522537" y="2798762"/>
          <a:ext cx="4251325" cy="3444875"/>
        </p:xfrm>
        <a:graphic>
          <a:graphicData uri="http://schemas.openxmlformats.org/presentationml/2006/ole">
            <mc:AlternateContent>
              <mc:Choice Requires="v">
                <p:oleObj r:id="rId4" imgH="3444875" imgW="4251325" progId="Word.Document.8" spid="_x0000_s1">
                  <p:embed/>
                </p:oleObj>
              </mc:Choice>
              <mc:Fallback>
                <p:oleObj r:id="rId5" imgH="3444875" imgW="4251325" progId="Word.Document.8">
                  <p:embed/>
                  <p:pic>
                    <p:nvPicPr>
                      <p:cNvPr id="270" name="Google Shape;270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522537" y="2798762"/>
                        <a:ext cx="4251325" cy="344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1" name="Google Shape;27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33687" y="931862"/>
            <a:ext cx="3476625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990600" y="5529262"/>
            <a:ext cx="7162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Output will be 1 only when both inputs are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/>
          <p:nvPr>
            <p:ph type="title"/>
          </p:nvPr>
        </p:nvSpPr>
        <p:spPr>
          <a:xfrm>
            <a:off x="762000" y="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2-input OR gate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1008062" y="5638800"/>
            <a:ext cx="71199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Output will be 1 when at least one input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" name="Google Shape;281;p8"/>
          <p:cNvGraphicFramePr/>
          <p:nvPr/>
        </p:nvGraphicFramePr>
        <p:xfrm>
          <a:off x="2830512" y="2727325"/>
          <a:ext cx="3475037" cy="3200400"/>
        </p:xfrm>
        <a:graphic>
          <a:graphicData uri="http://schemas.openxmlformats.org/presentationml/2006/ole">
            <mc:AlternateContent>
              <mc:Choice Requires="v">
                <p:oleObj r:id="rId4" imgH="3200400" imgW="3475037" progId="Word.Document.8" spid="_x0000_s1">
                  <p:embed/>
                </p:oleObj>
              </mc:Choice>
              <mc:Fallback>
                <p:oleObj r:id="rId5" imgH="3200400" imgW="3475037" progId="Word.Document.8">
                  <p:embed/>
                  <p:pic>
                    <p:nvPicPr>
                      <p:cNvPr id="281" name="Google Shape;281;p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30512" y="2727325"/>
                        <a:ext cx="3475037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2" name="Google Shape;282;p8"/>
          <p:cNvGrpSpPr/>
          <p:nvPr/>
        </p:nvGrpSpPr>
        <p:grpSpPr>
          <a:xfrm>
            <a:off x="3105150" y="1219200"/>
            <a:ext cx="3200400" cy="838200"/>
            <a:chOff x="1584" y="1536"/>
            <a:chExt cx="1584" cy="412"/>
          </a:xfrm>
        </p:grpSpPr>
        <p:cxnSp>
          <p:nvCxnSpPr>
            <p:cNvPr id="283" name="Google Shape;283;p8"/>
            <p:cNvCxnSpPr/>
            <p:nvPr/>
          </p:nvCxnSpPr>
          <p:spPr>
            <a:xfrm>
              <a:off x="1824" y="1632"/>
              <a:ext cx="288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1824" y="1872"/>
              <a:ext cx="288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" name="Google Shape;285;p8"/>
            <p:cNvCxnSpPr/>
            <p:nvPr/>
          </p:nvCxnSpPr>
          <p:spPr>
            <a:xfrm>
              <a:off x="2489" y="1742"/>
              <a:ext cx="288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6" name="Google Shape;286;p8"/>
            <p:cNvSpPr txBox="1"/>
            <p:nvPr/>
          </p:nvSpPr>
          <p:spPr>
            <a:xfrm>
              <a:off x="1584" y="1536"/>
              <a:ext cx="192" cy="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"/>
            <p:cNvSpPr txBox="1"/>
            <p:nvPr/>
          </p:nvSpPr>
          <p:spPr>
            <a:xfrm>
              <a:off x="2784" y="1632"/>
              <a:ext cx="38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A+B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>
              <a:off x="2099" y="1602"/>
              <a:ext cx="384" cy="302"/>
              <a:chOff x="6768" y="11808"/>
              <a:chExt cx="1008" cy="792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6768" y="11808"/>
                <a:ext cx="144" cy="79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0" name="Google Shape;290;p8"/>
              <p:cNvCxnSpPr/>
              <p:nvPr/>
            </p:nvCxnSpPr>
            <p:spPr>
              <a:xfrm>
                <a:off x="6768" y="11808"/>
                <a:ext cx="36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8"/>
              <p:cNvCxnSpPr/>
              <p:nvPr/>
            </p:nvCxnSpPr>
            <p:spPr>
              <a:xfrm>
                <a:off x="6768" y="12600"/>
                <a:ext cx="36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92" name="Google Shape;292;p8"/>
              <p:cNvSpPr/>
              <p:nvPr/>
            </p:nvSpPr>
            <p:spPr>
              <a:xfrm>
                <a:off x="7128" y="1180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 flipH="1" rot="10800000">
                <a:off x="7128" y="1216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NOT gate (Inverter)</a:t>
            </a:r>
            <a:endParaRPr/>
          </a:p>
        </p:txBody>
      </p:sp>
      <p:graphicFrame>
        <p:nvGraphicFramePr>
          <p:cNvPr id="299" name="Google Shape;299;p9"/>
          <p:cNvGraphicFramePr/>
          <p:nvPr/>
        </p:nvGraphicFramePr>
        <p:xfrm>
          <a:off x="3581400" y="3498850"/>
          <a:ext cx="1503362" cy="1771650"/>
        </p:xfrm>
        <a:graphic>
          <a:graphicData uri="http://schemas.openxmlformats.org/presentationml/2006/ole">
            <mc:AlternateContent>
              <mc:Choice Requires="v">
                <p:oleObj r:id="rId4" imgH="1771650" imgW="1503362" progId="Word.Document.8" spid="_x0000_s1">
                  <p:embed/>
                </p:oleObj>
              </mc:Choice>
              <mc:Fallback>
                <p:oleObj r:id="rId5" imgH="1771650" imgW="1503362" progId="Word.Document.8">
                  <p:embed/>
                  <p:pic>
                    <p:nvPicPr>
                      <p:cNvPr id="299" name="Google Shape;299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81400" y="3498850"/>
                        <a:ext cx="1503362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0" name="Google Shape;300;p9"/>
          <p:cNvGrpSpPr/>
          <p:nvPr/>
        </p:nvGrpSpPr>
        <p:grpSpPr>
          <a:xfrm>
            <a:off x="2133600" y="2208212"/>
            <a:ext cx="1981200" cy="457200"/>
            <a:chOff x="1255" y="1392"/>
            <a:chExt cx="1248" cy="288"/>
          </a:xfrm>
        </p:grpSpPr>
        <p:grpSp>
          <p:nvGrpSpPr>
            <p:cNvPr id="301" name="Google Shape;301;p9"/>
            <p:cNvGrpSpPr/>
            <p:nvPr/>
          </p:nvGrpSpPr>
          <p:grpSpPr>
            <a:xfrm>
              <a:off x="1728" y="1392"/>
              <a:ext cx="308" cy="288"/>
              <a:chOff x="2160" y="1584"/>
              <a:chExt cx="308" cy="288"/>
            </a:xfrm>
          </p:grpSpPr>
          <p:sp>
            <p:nvSpPr>
              <p:cNvPr id="302" name="Google Shape;302;p9"/>
              <p:cNvSpPr/>
              <p:nvPr/>
            </p:nvSpPr>
            <p:spPr>
              <a:xfrm rot="-5400000">
                <a:off x="2126" y="1617"/>
                <a:ext cx="288" cy="221"/>
              </a:xfrm>
              <a:prstGeom prst="flowChartMerge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2388" y="1688"/>
                <a:ext cx="80" cy="68"/>
              </a:xfrm>
              <a:prstGeom prst="ellipse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04" name="Google Shape;304;p9"/>
            <p:cNvCxnSpPr/>
            <p:nvPr/>
          </p:nvCxnSpPr>
          <p:spPr>
            <a:xfrm>
              <a:off x="1454" y="1536"/>
              <a:ext cx="264" cy="2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5" name="Google Shape;305;p9"/>
            <p:cNvSpPr txBox="1"/>
            <p:nvPr/>
          </p:nvSpPr>
          <p:spPr>
            <a:xfrm>
              <a:off x="1255" y="1440"/>
              <a:ext cx="19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"/>
            <p:cNvSpPr txBox="1"/>
            <p:nvPr/>
          </p:nvSpPr>
          <p:spPr>
            <a:xfrm>
              <a:off x="2263" y="1440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A'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7" name="Google Shape;307;p9"/>
            <p:cNvCxnSpPr/>
            <p:nvPr/>
          </p:nvCxnSpPr>
          <p:spPr>
            <a:xfrm>
              <a:off x="2051" y="1536"/>
              <a:ext cx="226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9"/>
          <p:cNvGrpSpPr/>
          <p:nvPr/>
        </p:nvGrpSpPr>
        <p:grpSpPr>
          <a:xfrm>
            <a:off x="5181600" y="2208212"/>
            <a:ext cx="2025650" cy="457200"/>
            <a:chOff x="2770" y="1392"/>
            <a:chExt cx="1276" cy="288"/>
          </a:xfrm>
        </p:grpSpPr>
        <p:grpSp>
          <p:nvGrpSpPr>
            <p:cNvPr id="309" name="Google Shape;309;p9"/>
            <p:cNvGrpSpPr/>
            <p:nvPr/>
          </p:nvGrpSpPr>
          <p:grpSpPr>
            <a:xfrm>
              <a:off x="3258" y="1392"/>
              <a:ext cx="316" cy="288"/>
              <a:chOff x="3258" y="1392"/>
              <a:chExt cx="316" cy="288"/>
            </a:xfrm>
          </p:grpSpPr>
          <p:sp>
            <p:nvSpPr>
              <p:cNvPr id="310" name="Google Shape;310;p9"/>
              <p:cNvSpPr/>
              <p:nvPr/>
            </p:nvSpPr>
            <p:spPr>
              <a:xfrm rot="-5400000">
                <a:off x="3319" y="1425"/>
                <a:ext cx="288" cy="221"/>
              </a:xfrm>
              <a:prstGeom prst="flowChartMerge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3258" y="1507"/>
                <a:ext cx="80" cy="68"/>
              </a:xfrm>
              <a:prstGeom prst="ellipse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12" name="Google Shape;312;p9"/>
            <p:cNvCxnSpPr/>
            <p:nvPr/>
          </p:nvCxnSpPr>
          <p:spPr>
            <a:xfrm>
              <a:off x="2976" y="1536"/>
              <a:ext cx="264" cy="2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3" name="Google Shape;313;p9"/>
            <p:cNvSpPr txBox="1"/>
            <p:nvPr/>
          </p:nvSpPr>
          <p:spPr>
            <a:xfrm>
              <a:off x="2770" y="1440"/>
              <a:ext cx="19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"/>
            <p:cNvSpPr txBox="1"/>
            <p:nvPr/>
          </p:nvSpPr>
          <p:spPr>
            <a:xfrm>
              <a:off x="3806" y="1440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A'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9"/>
            <p:cNvCxnSpPr/>
            <p:nvPr/>
          </p:nvCxnSpPr>
          <p:spPr>
            <a:xfrm>
              <a:off x="3587" y="1536"/>
              <a:ext cx="226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6" name="Google Shape;316;p9"/>
          <p:cNvSpPr txBox="1"/>
          <p:nvPr/>
        </p:nvSpPr>
        <p:spPr>
          <a:xfrm>
            <a:off x="1233487" y="5561012"/>
            <a:ext cx="61991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Output will be the inverse of the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Some Other Gates</a:t>
            </a:r>
            <a:endParaRPr/>
          </a:p>
        </p:txBody>
      </p:sp>
      <p:sp>
        <p:nvSpPr>
          <p:cNvPr id="323" name="Google Shape;323;p10"/>
          <p:cNvSpPr txBox="1"/>
          <p:nvPr>
            <p:ph idx="1" type="body"/>
          </p:nvPr>
        </p:nvSpPr>
        <p:spPr>
          <a:xfrm>
            <a:off x="685800" y="1600200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XOR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XNOR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NAND and NOR are also known as universal gates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►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 </a:t>
            </a:r>
            <a:r>
              <a:rPr b="1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universal gate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 is a </a:t>
            </a:r>
            <a:r>
              <a:rPr b="1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 which can implement any other </a:t>
            </a:r>
            <a:r>
              <a:rPr b="1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 txBox="1"/>
          <p:nvPr>
            <p:ph type="title"/>
          </p:nvPr>
        </p:nvSpPr>
        <p:spPr>
          <a:xfrm>
            <a:off x="1044310" y="256820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2-input NAND gate</a:t>
            </a:r>
            <a:endParaRPr/>
          </a:p>
        </p:txBody>
      </p:sp>
      <p:graphicFrame>
        <p:nvGraphicFramePr>
          <p:cNvPr id="329" name="Google Shape;329;p14"/>
          <p:cNvGraphicFramePr/>
          <p:nvPr/>
        </p:nvGraphicFramePr>
        <p:xfrm>
          <a:off x="3057525" y="3119437"/>
          <a:ext cx="3028950" cy="2938462"/>
        </p:xfrm>
        <a:graphic>
          <a:graphicData uri="http://schemas.openxmlformats.org/presentationml/2006/ole">
            <mc:AlternateContent>
              <mc:Choice Requires="v">
                <p:oleObj r:id="rId4" imgH="2938462" imgW="3028950" progId="Word.Document.8" spid="_x0000_s1">
                  <p:embed/>
                </p:oleObj>
              </mc:Choice>
              <mc:Fallback>
                <p:oleObj r:id="rId5" imgH="2938462" imgW="3028950" progId="Word.Document.8">
                  <p:embed/>
                  <p:pic>
                    <p:nvPicPr>
                      <p:cNvPr id="329" name="Google Shape;329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057525" y="3119437"/>
                        <a:ext cx="3028950" cy="293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0" name="Google Shape;33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1200" y="1577975"/>
            <a:ext cx="5630862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4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3057525" y="6043612"/>
            <a:ext cx="2657475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Inverse of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1044310" y="378264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2-input NOR gate</a:t>
            </a:r>
            <a:endParaRPr/>
          </a:p>
        </p:txBody>
      </p:sp>
      <p:graphicFrame>
        <p:nvGraphicFramePr>
          <p:cNvPr id="338" name="Google Shape;338;p15"/>
          <p:cNvGraphicFramePr/>
          <p:nvPr/>
        </p:nvGraphicFramePr>
        <p:xfrm>
          <a:off x="2971800" y="3200400"/>
          <a:ext cx="3276600" cy="2971800"/>
        </p:xfrm>
        <a:graphic>
          <a:graphicData uri="http://schemas.openxmlformats.org/presentationml/2006/ole">
            <mc:AlternateContent>
              <mc:Choice Requires="v">
                <p:oleObj r:id="rId4" imgH="2971800" imgW="3276600" progId="Word.Document.8" spid="_x0000_s1">
                  <p:embed/>
                </p:oleObj>
              </mc:Choice>
              <mc:Fallback>
                <p:oleObj r:id="rId5" imgH="2971800" imgW="3276600" progId="Word.Document.8">
                  <p:embed/>
                  <p:pic>
                    <p:nvPicPr>
                      <p:cNvPr id="338" name="Google Shape;338;p1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971800" y="3200400"/>
                        <a:ext cx="327660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9" name="Google Shape;3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1620837"/>
            <a:ext cx="5562600" cy="142716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5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3057525" y="6043612"/>
            <a:ext cx="3190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Inverse of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"/>
          <p:cNvSpPr txBox="1"/>
          <p:nvPr>
            <p:ph type="title"/>
          </p:nvPr>
        </p:nvSpPr>
        <p:spPr>
          <a:xfrm>
            <a:off x="1044310" y="152044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2-input XOR gate</a:t>
            </a:r>
            <a:endParaRPr/>
          </a:p>
        </p:txBody>
      </p:sp>
      <p:graphicFrame>
        <p:nvGraphicFramePr>
          <p:cNvPr id="347" name="Google Shape;347;p11"/>
          <p:cNvGraphicFramePr/>
          <p:nvPr/>
        </p:nvGraphicFramePr>
        <p:xfrm>
          <a:off x="2341562" y="2667000"/>
          <a:ext cx="4092574" cy="3967161"/>
        </p:xfrm>
        <a:graphic>
          <a:graphicData uri="http://schemas.openxmlformats.org/presentationml/2006/ole">
            <mc:AlternateContent>
              <mc:Choice Requires="v">
                <p:oleObj r:id="rId4" imgH="3967161" imgW="4092574" progId="Word.Document.8" spid="_x0000_s1">
                  <p:embed/>
                </p:oleObj>
              </mc:Choice>
              <mc:Fallback>
                <p:oleObj r:id="rId5" imgH="3967161" imgW="4092574" progId="Word.Document.8">
                  <p:embed/>
                  <p:pic>
                    <p:nvPicPr>
                      <p:cNvPr id="347" name="Google Shape;347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41562" y="2667000"/>
                        <a:ext cx="4092574" cy="3967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" name="Google Shape;3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1449" y="1552574"/>
            <a:ext cx="3352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521275" y="5855712"/>
            <a:ext cx="825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BEAEA"/>
                </a:solidFill>
              </a:rPr>
              <a:t>Output will be 1 for odd number of 1s in input</a:t>
            </a:r>
            <a:endParaRPr sz="2800">
              <a:solidFill>
                <a:srgbClr val="BBEAEA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"/>
          <p:cNvSpPr txBox="1"/>
          <p:nvPr>
            <p:ph type="title"/>
          </p:nvPr>
        </p:nvSpPr>
        <p:spPr>
          <a:xfrm>
            <a:off x="859366" y="32673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2-input XNOR gate</a:t>
            </a:r>
            <a:endParaRPr/>
          </a:p>
        </p:txBody>
      </p:sp>
      <p:grpSp>
        <p:nvGrpSpPr>
          <p:cNvPr id="356" name="Google Shape;356;p12"/>
          <p:cNvGrpSpPr/>
          <p:nvPr/>
        </p:nvGrpSpPr>
        <p:grpSpPr>
          <a:xfrm>
            <a:off x="3155950" y="1611312"/>
            <a:ext cx="2667000" cy="654050"/>
            <a:chOff x="1584" y="1584"/>
            <a:chExt cx="1680" cy="412"/>
          </a:xfrm>
        </p:grpSpPr>
        <p:cxnSp>
          <p:nvCxnSpPr>
            <p:cNvPr id="357" name="Google Shape;357;p12"/>
            <p:cNvCxnSpPr/>
            <p:nvPr/>
          </p:nvCxnSpPr>
          <p:spPr>
            <a:xfrm>
              <a:off x="1824" y="1680"/>
              <a:ext cx="288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" name="Google Shape;358;p12"/>
            <p:cNvCxnSpPr/>
            <p:nvPr/>
          </p:nvCxnSpPr>
          <p:spPr>
            <a:xfrm>
              <a:off x="1824" y="1920"/>
              <a:ext cx="288" cy="0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12"/>
            <p:cNvCxnSpPr/>
            <p:nvPr/>
          </p:nvCxnSpPr>
          <p:spPr>
            <a:xfrm>
              <a:off x="2592" y="1787"/>
              <a:ext cx="185" cy="3"/>
            </a:xfrm>
            <a:prstGeom prst="straightConnector1">
              <a:avLst/>
            </a:prstGeom>
            <a:noFill/>
            <a:ln cap="sq" cmpd="sng" w="19050">
              <a:solidFill>
                <a:srgbClr val="33CC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0" name="Google Shape;360;p12"/>
            <p:cNvSpPr txBox="1"/>
            <p:nvPr/>
          </p:nvSpPr>
          <p:spPr>
            <a:xfrm>
              <a:off x="1584" y="1584"/>
              <a:ext cx="192" cy="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 txBox="1"/>
            <p:nvPr/>
          </p:nvSpPr>
          <p:spPr>
            <a:xfrm>
              <a:off x="2784" y="168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 ʘ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12"/>
            <p:cNvGrpSpPr/>
            <p:nvPr/>
          </p:nvGrpSpPr>
          <p:grpSpPr>
            <a:xfrm>
              <a:off x="2043" y="1642"/>
              <a:ext cx="440" cy="310"/>
              <a:chOff x="2043" y="1642"/>
              <a:chExt cx="440" cy="310"/>
            </a:xfrm>
          </p:grpSpPr>
          <p:sp>
            <p:nvSpPr>
              <p:cNvPr id="363" name="Google Shape;363;p12"/>
              <p:cNvSpPr/>
              <p:nvPr/>
            </p:nvSpPr>
            <p:spPr>
              <a:xfrm>
                <a:off x="2099" y="1650"/>
                <a:ext cx="55" cy="30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4" name="Google Shape;364;p12"/>
              <p:cNvCxnSpPr/>
              <p:nvPr/>
            </p:nvCxnSpPr>
            <p:spPr>
              <a:xfrm>
                <a:off x="2099" y="1650"/>
                <a:ext cx="137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2"/>
              <p:cNvCxnSpPr/>
              <p:nvPr/>
            </p:nvCxnSpPr>
            <p:spPr>
              <a:xfrm>
                <a:off x="2099" y="1952"/>
                <a:ext cx="137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33CC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6" name="Google Shape;366;p12"/>
              <p:cNvSpPr/>
              <p:nvPr/>
            </p:nvSpPr>
            <p:spPr>
              <a:xfrm>
                <a:off x="2236" y="1650"/>
                <a:ext cx="247" cy="165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2"/>
              <p:cNvSpPr/>
              <p:nvPr/>
            </p:nvSpPr>
            <p:spPr>
              <a:xfrm flipH="1" rot="10800000">
                <a:off x="2236" y="1787"/>
                <a:ext cx="247" cy="165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2"/>
              <p:cNvSpPr/>
              <p:nvPr/>
            </p:nvSpPr>
            <p:spPr>
              <a:xfrm>
                <a:off x="2043" y="1642"/>
                <a:ext cx="55" cy="30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25400">
                <a:solidFill>
                  <a:srgbClr val="33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BBEA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369" name="Google Shape;369;p12"/>
          <p:cNvGraphicFramePr/>
          <p:nvPr/>
        </p:nvGraphicFramePr>
        <p:xfrm>
          <a:off x="2133600" y="2549525"/>
          <a:ext cx="4076700" cy="3957637"/>
        </p:xfrm>
        <a:graphic>
          <a:graphicData uri="http://schemas.openxmlformats.org/presentationml/2006/ole">
            <mc:AlternateContent>
              <mc:Choice Requires="v">
                <p:oleObj r:id="rId4" imgH="3957637" imgW="4076700" progId="Word.Document.8" spid="_x0000_s1">
                  <p:embed/>
                </p:oleObj>
              </mc:Choice>
              <mc:Fallback>
                <p:oleObj r:id="rId5" imgH="3957637" imgW="4076700" progId="Word.Document.8">
                  <p:embed/>
                  <p:pic>
                    <p:nvPicPr>
                      <p:cNvPr id="369" name="Google Shape;369;p1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33600" y="2549525"/>
                        <a:ext cx="4076700" cy="395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" name="Google Shape;370;p12"/>
          <p:cNvSpPr/>
          <p:nvPr/>
        </p:nvSpPr>
        <p:spPr>
          <a:xfrm>
            <a:off x="4572000" y="1811337"/>
            <a:ext cx="152400" cy="230187"/>
          </a:xfrm>
          <a:prstGeom prst="ellipse">
            <a:avLst/>
          </a:prstGeom>
          <a:noFill/>
          <a:ln cap="flat" cmpd="sng" w="28575">
            <a:solidFill>
              <a:srgbClr val="0099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7696200" y="3595687"/>
            <a:ext cx="13033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=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0 =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234950" y="5591175"/>
            <a:ext cx="830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Inverse of XOR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"/>
          <p:cNvSpPr txBox="1"/>
          <p:nvPr>
            <p:ph type="title"/>
          </p:nvPr>
        </p:nvSpPr>
        <p:spPr>
          <a:xfrm>
            <a:off x="685800" y="3048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Proof using Truth Table</a:t>
            </a:r>
            <a:endParaRPr/>
          </a:p>
        </p:txBody>
      </p:sp>
      <p:sp>
        <p:nvSpPr>
          <p:cNvPr id="378" name="Google Shape;378;p20"/>
          <p:cNvSpPr txBox="1"/>
          <p:nvPr>
            <p:ph idx="1" type="body"/>
          </p:nvPr>
        </p:nvSpPr>
        <p:spPr>
          <a:xfrm>
            <a:off x="381000" y="1600199"/>
            <a:ext cx="8458200" cy="5658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Prove that:   x . (y + z) = (x . y) + (x . z)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(i) Construct truth table for LHS &amp; RHS of above equality.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160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(ii) Check that LHS = RHS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Postulate is SATISFIED because output column 5 &amp; 8 (for LHS &amp; RHS expressions) are equal for all cases.</a:t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9" name="Google Shape;379;p20"/>
          <p:cNvGraphicFramePr/>
          <p:nvPr/>
        </p:nvGraphicFramePr>
        <p:xfrm>
          <a:off x="1828800" y="2438400"/>
          <a:ext cx="5638800" cy="2541563"/>
        </p:xfrm>
        <a:graphic>
          <a:graphicData uri="http://schemas.openxmlformats.org/presentationml/2006/ole">
            <mc:AlternateContent>
              <mc:Choice Requires="v">
                <p:oleObj r:id="rId4" imgH="2541563" imgW="5638800" progId="Word.Document.8" spid="_x0000_s1">
                  <p:embed/>
                </p:oleObj>
              </mc:Choice>
              <mc:Fallback>
                <p:oleObj r:id="rId5" imgH="2541563" imgW="5638800" progId="Word.Document.8">
                  <p:embed/>
                  <p:pic>
                    <p:nvPicPr>
                      <p:cNvPr id="379" name="Google Shape;379;p2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828800" y="2438400"/>
                        <a:ext cx="5638800" cy="254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" name="Google Shape;380;p20"/>
          <p:cNvSpPr txBox="1"/>
          <p:nvPr/>
        </p:nvSpPr>
        <p:spPr>
          <a:xfrm>
            <a:off x="0" y="2532062"/>
            <a:ext cx="1828800" cy="15065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Note: if there are 3 variable, truth table should have 2</a:t>
            </a:r>
            <a:r>
              <a:rPr b="0" baseline="30000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combination of input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/>
          <p:nvPr>
            <p:ph type="title"/>
          </p:nvPr>
        </p:nvSpPr>
        <p:spPr>
          <a:xfrm>
            <a:off x="1721118" y="2747962"/>
            <a:ext cx="556594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BOOLEAN ALGEBRA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Boolean Algebra</a:t>
            </a:r>
            <a:endParaRPr/>
          </a:p>
        </p:txBody>
      </p:sp>
      <p:sp>
        <p:nvSpPr>
          <p:cNvPr id="391" name="Google Shape;391;p22"/>
          <p:cNvSpPr txBox="1"/>
          <p:nvPr>
            <p:ph idx="1" type="body"/>
          </p:nvPr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Like any other deductive mathematical system, defined with a set of elements, a set of operators and a number of axioms or postulates.</a:t>
            </a:r>
            <a:endParaRPr/>
          </a:p>
          <a:p>
            <a:pPr indent="-1651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In Boolean algebra, set consists at least 2 variables say x &amp; y, with 2 binary operations {+} and {.} and 1 unary operation {‘}</a:t>
            </a:r>
            <a:endParaRPr/>
          </a:p>
          <a:p>
            <a:pPr indent="-1651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 txBox="1"/>
          <p:nvPr>
            <p:ph type="title"/>
          </p:nvPr>
        </p:nvSpPr>
        <p:spPr>
          <a:xfrm>
            <a:off x="228600" y="533400"/>
            <a:ext cx="8915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Basic Theorems of Boolean Algebra</a:t>
            </a:r>
            <a:endParaRPr/>
          </a:p>
        </p:txBody>
      </p:sp>
      <p:sp>
        <p:nvSpPr>
          <p:cNvPr id="397" name="Google Shape;397;p28"/>
          <p:cNvSpPr txBox="1"/>
          <p:nvPr>
            <p:ph idx="1" type="body"/>
          </p:nvPr>
        </p:nvSpPr>
        <p:spPr>
          <a:xfrm>
            <a:off x="685800" y="19050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Theorems can be proved using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truth table 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method.  (Exercise: Prove De-Morgan’s theorem using the truth table.)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BBEAEA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They can also be proved by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algebraic manipulation 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using axioms/postulates or other basic theorems.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 txBox="1"/>
          <p:nvPr>
            <p:ph type="title"/>
          </p:nvPr>
        </p:nvSpPr>
        <p:spPr>
          <a:xfrm>
            <a:off x="0" y="5334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Basic Theorems of Boolean Algebra</a:t>
            </a:r>
            <a:endParaRPr/>
          </a:p>
        </p:txBody>
      </p:sp>
      <p:sp>
        <p:nvSpPr>
          <p:cNvPr id="403" name="Google Shape;403;p27"/>
          <p:cNvSpPr txBox="1"/>
          <p:nvPr>
            <p:ph idx="1" type="body"/>
          </p:nvPr>
        </p:nvSpPr>
        <p:spPr>
          <a:xfrm>
            <a:off x="685800" y="1676400"/>
            <a:ext cx="8458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Postulate 5 (a) x+0=x (b) x.1=x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Postulate 3 (a) x+x’=1 (b) x.x’=0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 1            (a) x+x=x (b) x.x=x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 2            (a) x+1=1 (b) x.0=0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 3, involution  (x’)’=x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Pos 2          (a) x+y=y+x (b) xy=yx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 4            (a) x(yz)=(xy)z (b)x+(y+z)=(x+y)+z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Pos 6          (a) x(y+z)=xy+xz (b) x+yz=(x+y)(x+z)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 5, DeMorgan (a) (x+y)’=x’y’ (b) (xy)’=x’+y’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 6, Absorption (a) x+xy=x (b) x(x+y)=x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 rot="-240000">
            <a:off x="5456237" y="1577975"/>
            <a:ext cx="1001712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 rot="-240000">
            <a:off x="5461000" y="2058987"/>
            <a:ext cx="161925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complement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7"/>
          <p:cNvSpPr txBox="1"/>
          <p:nvPr/>
        </p:nvSpPr>
        <p:spPr>
          <a:xfrm rot="-180000">
            <a:off x="5722937" y="3387725"/>
            <a:ext cx="175895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commutative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 rot="-180000">
            <a:off x="7842250" y="4068762"/>
            <a:ext cx="1287462" cy="635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Distributi--ve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1347000" y="5647800"/>
            <a:ext cx="6450000" cy="1066800"/>
          </a:xfrm>
          <a:prstGeom prst="wedgeEllipseCallout">
            <a:avLst>
              <a:gd fmla="val 9429" name="adj1"/>
              <a:gd fmla="val -5072" name="adj2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 are very very important!</a:t>
            </a:r>
            <a:b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type="title"/>
          </p:nvPr>
        </p:nvSpPr>
        <p:spPr>
          <a:xfrm>
            <a:off x="228600" y="762000"/>
            <a:ext cx="8915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Basic Theorems of Boolean Algebra</a:t>
            </a:r>
            <a:endParaRPr/>
          </a:p>
        </p:txBody>
      </p:sp>
      <p:sp>
        <p:nvSpPr>
          <p:cNvPr id="414" name="Google Shape;414;p2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Theorem 2a can be proved by: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x + 1= x+(x+x’) (complement)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	     = (x+x)+x’  (Th. 4)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	     =  x+x’         (complement)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	     = 1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rgbClr val="BBEAEA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By duality, theorem 2b: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          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(0)= 0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rgbClr val="BBEAEA"/>
              </a:buClr>
              <a:buSzPts val="2880"/>
              <a:buFont typeface="Noto Sans Symbols"/>
              <a:buChar char="▪"/>
            </a:pPr>
            <a:r>
              <a:rPr b="0" i="1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Note: There can be other ways of making this proof. See Morris Mano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0"/>
          <p:cNvSpPr txBox="1"/>
          <p:nvPr>
            <p:ph type="title"/>
          </p:nvPr>
        </p:nvSpPr>
        <p:spPr>
          <a:xfrm>
            <a:off x="228600" y="533400"/>
            <a:ext cx="8915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Basic Theorems of Boolean Algebra</a:t>
            </a:r>
            <a:endParaRPr/>
          </a:p>
        </p:txBody>
      </p:sp>
      <p:sp>
        <p:nvSpPr>
          <p:cNvPr id="420" name="Google Shape;420;p30"/>
          <p:cNvSpPr txBox="1"/>
          <p:nvPr>
            <p:ph idx="1" type="body"/>
          </p:nvPr>
        </p:nvSpPr>
        <p:spPr>
          <a:xfrm>
            <a:off x="685800" y="2057400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Theorem 6a (absorption) can be proved by: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x +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y =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+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y     (identity)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           =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(1 + y)      (distributivity)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           =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(y + 1)      (commutativity)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           =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              (Theorem 2a)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           = x                 (identity)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rgbClr val="BBEAEA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By duality, theorem 6b: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                      x</a:t>
            </a:r>
            <a:r>
              <a:rPr b="1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(x+y) = x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rgbClr val="BBEAEA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Try prove this by algebraic manipulation.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973" y="1079693"/>
            <a:ext cx="8368053" cy="499754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1"/>
          <p:cNvSpPr txBox="1"/>
          <p:nvPr/>
        </p:nvSpPr>
        <p:spPr>
          <a:xfrm>
            <a:off x="3017519" y="134427"/>
            <a:ext cx="36224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All Together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Duality</a:t>
            </a:r>
            <a:endParaRPr/>
          </a:p>
        </p:txBody>
      </p:sp>
      <p:sp>
        <p:nvSpPr>
          <p:cNvPr id="432" name="Google Shape;432;p25"/>
          <p:cNvSpPr txBox="1"/>
          <p:nvPr>
            <p:ph idx="1" type="body"/>
          </p:nvPr>
        </p:nvSpPr>
        <p:spPr>
          <a:xfrm>
            <a:off x="685800" y="18288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60"/>
              <a:buFont typeface="Noto Sans Symbols"/>
              <a:buChar char="▪"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Duality Principle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– every valid Boolean expression (equality) remains valid if the operators and identity elements are interchanged, as follows: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+ ↔ 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1 ↔ 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rgbClr val="BBEAEA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Example: Given the expression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	a + (b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c) = (a+b)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(a+c)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then its 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dual expression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	a 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(b+c) = (a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b) + (a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Duality</a:t>
            </a:r>
            <a:endParaRPr/>
          </a:p>
        </p:txBody>
      </p:sp>
      <p:sp>
        <p:nvSpPr>
          <p:cNvPr id="438" name="Google Shape;438;p26"/>
          <p:cNvSpPr txBox="1"/>
          <p:nvPr>
            <p:ph idx="1" type="body"/>
          </p:nvPr>
        </p:nvSpPr>
        <p:spPr>
          <a:xfrm>
            <a:off x="685800" y="18288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Duality gives free theorems – “two for the price of one”.  You prove one theorem and the other comes for free!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BBEAEA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If (x+y+z)' = x'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'z' is valid,  then its dual is also valid: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z)' = x'+y'+z’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BBEAEA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If x + 1 = 1 is valid, then its dual is also valid: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	x </a:t>
            </a:r>
            <a:r>
              <a:rPr b="1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0 = 0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Operator Precedence</a:t>
            </a:r>
            <a:endParaRPr/>
          </a:p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Parenthesis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3962400" y="1752600"/>
            <a:ext cx="914400" cy="2819400"/>
          </a:xfrm>
          <a:prstGeom prst="downArrow">
            <a:avLst>
              <a:gd fmla="val 18097" name="adj1"/>
              <a:gd fmla="val 50000" name="adj2"/>
            </a:avLst>
          </a:prstGeom>
          <a:gradFill>
            <a:gsLst>
              <a:gs pos="0">
                <a:srgbClr val="C00000"/>
              </a:gs>
              <a:gs pos="50000">
                <a:srgbClr val="FF0000"/>
              </a:gs>
              <a:gs pos="100000">
                <a:srgbClr val="FFFF00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/>
        </p:nvSpPr>
        <p:spPr>
          <a:xfrm>
            <a:off x="5029200" y="1752600"/>
            <a:ext cx="16002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Highest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5029200" y="3924300"/>
            <a:ext cx="16002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Lowest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"/>
          <p:cNvSpPr txBox="1"/>
          <p:nvPr>
            <p:ph type="title"/>
          </p:nvPr>
        </p:nvSpPr>
        <p:spPr>
          <a:xfrm>
            <a:off x="193430" y="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Boolean Functions (Solve ?)</a:t>
            </a:r>
            <a:endParaRPr/>
          </a:p>
        </p:txBody>
      </p:sp>
      <p:sp>
        <p:nvSpPr>
          <p:cNvPr id="453" name="Google Shape;453;p33"/>
          <p:cNvSpPr txBox="1"/>
          <p:nvPr>
            <p:ph idx="1" type="body"/>
          </p:nvPr>
        </p:nvSpPr>
        <p:spPr>
          <a:xfrm>
            <a:off x="609600" y="16764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F1= xyz'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F2= x + y'z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F3=(x'y'z)+(x'yz)+(xy')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F4=xy'+x'z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4" name="Google Shape;454;p33"/>
          <p:cNvGraphicFramePr/>
          <p:nvPr/>
        </p:nvGraphicFramePr>
        <p:xfrm>
          <a:off x="5105400" y="1524000"/>
          <a:ext cx="3735387" cy="3200400"/>
        </p:xfrm>
        <a:graphic>
          <a:graphicData uri="http://schemas.openxmlformats.org/presentationml/2006/ole">
            <mc:AlternateContent>
              <mc:Choice Requires="v">
                <p:oleObj r:id="rId4" imgH="3200400" imgW="3735387" progId="Word.Document.8" spid="_x0000_s1">
                  <p:embed/>
                </p:oleObj>
              </mc:Choice>
              <mc:Fallback>
                <p:oleObj r:id="rId5" imgH="3200400" imgW="3735387" progId="Word.Document.8">
                  <p:embed/>
                  <p:pic>
                    <p:nvPicPr>
                      <p:cNvPr id="454" name="Google Shape;454;p33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05400" y="1524000"/>
                        <a:ext cx="3735387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" name="Google Shape;455;p33"/>
          <p:cNvSpPr txBox="1"/>
          <p:nvPr/>
        </p:nvSpPr>
        <p:spPr>
          <a:xfrm>
            <a:off x="914400" y="4724400"/>
            <a:ext cx="7467600" cy="1373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From the truth table, F3=F4.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Can you also prove by algebraic manipulation that F3=F4?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"/>
          <p:cNvSpPr txBox="1"/>
          <p:nvPr>
            <p:ph idx="1" type="body"/>
          </p:nvPr>
        </p:nvSpPr>
        <p:spPr>
          <a:xfrm>
            <a:off x="387974" y="780758"/>
            <a:ext cx="4577921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F3=(x'y'z)+(x'yz)+(xy')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= x’y’z+x’yz+xy’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=x’z(y’+y)+xy’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=x’z(1)+xy’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=x’z+xy’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=F4</a:t>
            </a:r>
            <a:endParaRPr/>
          </a:p>
        </p:txBody>
      </p:sp>
      <p:pic>
        <p:nvPicPr>
          <p:cNvPr id="461" name="Google Shape;4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263" y="2935463"/>
            <a:ext cx="5379780" cy="3334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/>
          <p:nvPr>
            <p:ph type="title"/>
          </p:nvPr>
        </p:nvSpPr>
        <p:spPr>
          <a:xfrm>
            <a:off x="583540" y="257419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Try it yourself</a:t>
            </a:r>
            <a:endParaRPr/>
          </a:p>
        </p:txBody>
      </p:sp>
      <p:sp>
        <p:nvSpPr>
          <p:cNvPr id="467" name="Google Shape;467;p35"/>
          <p:cNvSpPr txBox="1"/>
          <p:nvPr>
            <p:ph idx="1" type="body"/>
          </p:nvPr>
        </p:nvSpPr>
        <p:spPr>
          <a:xfrm>
            <a:off x="685800" y="1218028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a)Simplify to minimum literals: xy+xy’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b)Reduce to 4 literals(variables) : BC+AC’+AB+BCD</a:t>
            </a:r>
            <a:endParaRPr/>
          </a:p>
        </p:txBody>
      </p:sp>
      <p:sp>
        <p:nvSpPr>
          <p:cNvPr id="468" name="Google Shape;468;p35"/>
          <p:cNvSpPr txBox="1"/>
          <p:nvPr/>
        </p:nvSpPr>
        <p:spPr>
          <a:xfrm>
            <a:off x="583540" y="2659869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69" name="Google Shape;469;p35"/>
          <p:cNvSpPr txBox="1"/>
          <p:nvPr/>
        </p:nvSpPr>
        <p:spPr>
          <a:xfrm>
            <a:off x="583540" y="3557906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A) xy+xy’=x(y+y’)=x(1)=x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B)BC+AC’+AB+BCD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=BC(1+D)+AC’+AB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=BC(1)+AC’+AB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=BC+AB+AC’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=B(C+A)+AC’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Try it yourself: simplify the following equations</a:t>
            </a:r>
            <a:endParaRPr/>
          </a:p>
        </p:txBody>
      </p:sp>
      <p:sp>
        <p:nvSpPr>
          <p:cNvPr id="475" name="Google Shape;475;p37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1. x+x’y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2. x(x’+y)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3. x’y’z+x’yz+xy’</a:t>
            </a:r>
            <a:endParaRPr/>
          </a:p>
          <a:p>
            <a:pPr indent="-114300" lvl="0" marL="342900" marR="0" rtl="0" algn="l">
              <a:spcBef>
                <a:spcPts val="72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t/>
            </a:r>
            <a:endParaRPr b="0" i="0" sz="36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" y="3581400"/>
            <a:ext cx="78962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 txBox="1"/>
          <p:nvPr>
            <p:ph type="title"/>
          </p:nvPr>
        </p:nvSpPr>
        <p:spPr>
          <a:xfrm>
            <a:off x="762000" y="0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82" name="Google Shape;482;p38"/>
          <p:cNvSpPr txBox="1"/>
          <p:nvPr>
            <p:ph idx="1" type="body"/>
          </p:nvPr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1. x+x’y=(x+x’).(x+y)=1.(x+y)=x+y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2. x(x’+y)=xx’+xy=0+xy=xy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BBEAEA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3. x’y’z+x’yz+xy’ =   x’z(y’+y)+xy’=x’z+xy’</a:t>
            </a:r>
            <a:endParaRPr/>
          </a:p>
        </p:txBody>
      </p:sp>
      <p:sp>
        <p:nvSpPr>
          <p:cNvPr id="483" name="Google Shape;483;p38"/>
          <p:cNvSpPr/>
          <p:nvPr/>
        </p:nvSpPr>
        <p:spPr>
          <a:xfrm>
            <a:off x="762000" y="4457700"/>
            <a:ext cx="7620000" cy="1905000"/>
          </a:xfrm>
          <a:custGeom>
            <a:rect b="b" l="l" r="r" t="t"/>
            <a:pathLst>
              <a:path extrusionOk="0" h="43200" w="43200">
                <a:moveTo>
                  <a:pt x="3900" y="14370"/>
                </a:moveTo>
                <a:cubicBezTo>
                  <a:pt x="3629" y="11657"/>
                  <a:pt x="4261" y="8921"/>
                  <a:pt x="5623" y="6907"/>
                </a:cubicBezTo>
                <a:cubicBezTo>
                  <a:pt x="7775" y="3726"/>
                  <a:pt x="11264" y="3017"/>
                  <a:pt x="14005" y="5202"/>
                </a:cubicBezTo>
                <a:cubicBezTo>
                  <a:pt x="15678" y="909"/>
                  <a:pt x="19914" y="22"/>
                  <a:pt x="22456" y="3432"/>
                </a:cubicBezTo>
                <a:cubicBezTo>
                  <a:pt x="23097" y="1683"/>
                  <a:pt x="24328" y="474"/>
                  <a:pt x="25749" y="200"/>
                </a:cubicBezTo>
                <a:cubicBezTo>
                  <a:pt x="27313" y="-102"/>
                  <a:pt x="28875" y="770"/>
                  <a:pt x="29833" y="2481"/>
                </a:cubicBezTo>
                <a:cubicBezTo>
                  <a:pt x="31215" y="267"/>
                  <a:pt x="33501" y="-460"/>
                  <a:pt x="35463" y="690"/>
                </a:cubicBezTo>
                <a:cubicBezTo>
                  <a:pt x="36958" y="1566"/>
                  <a:pt x="38030" y="3400"/>
                  <a:pt x="38318" y="5576"/>
                </a:cubicBezTo>
                <a:cubicBezTo>
                  <a:pt x="40046" y="6218"/>
                  <a:pt x="41422" y="7998"/>
                  <a:pt x="41982" y="10318"/>
                </a:cubicBezTo>
                <a:cubicBezTo>
                  <a:pt x="42389" y="12002"/>
                  <a:pt x="42331" y="13831"/>
                  <a:pt x="41818" y="15460"/>
                </a:cubicBezTo>
                <a:cubicBezTo>
                  <a:pt x="43079" y="17694"/>
                  <a:pt x="43520" y="20590"/>
                  <a:pt x="43016" y="23322"/>
                </a:cubicBezTo>
                <a:cubicBezTo>
                  <a:pt x="42346" y="26954"/>
                  <a:pt x="40128" y="29674"/>
                  <a:pt x="37404" y="30204"/>
                </a:cubicBezTo>
                <a:cubicBezTo>
                  <a:pt x="37391" y="32471"/>
                  <a:pt x="36658" y="34621"/>
                  <a:pt x="35395" y="36101"/>
                </a:cubicBezTo>
                <a:cubicBezTo>
                  <a:pt x="33476" y="38350"/>
                  <a:pt x="30704" y="38639"/>
                  <a:pt x="28555" y="36815"/>
                </a:cubicBezTo>
                <a:cubicBezTo>
                  <a:pt x="27860" y="39948"/>
                  <a:pt x="25999" y="42343"/>
                  <a:pt x="23667" y="43106"/>
                </a:cubicBezTo>
                <a:cubicBezTo>
                  <a:pt x="20919" y="44005"/>
                  <a:pt x="18051" y="42473"/>
                  <a:pt x="16480" y="39266"/>
                </a:cubicBezTo>
                <a:cubicBezTo>
                  <a:pt x="12772" y="42310"/>
                  <a:pt x="7956" y="40599"/>
                  <a:pt x="5804" y="35472"/>
                </a:cubicBezTo>
                <a:cubicBezTo>
                  <a:pt x="3690" y="35809"/>
                  <a:pt x="1705" y="34024"/>
                  <a:pt x="1110" y="31250"/>
                </a:cubicBezTo>
                <a:cubicBezTo>
                  <a:pt x="679" y="29243"/>
                  <a:pt x="1060" y="27077"/>
                  <a:pt x="2113" y="25551"/>
                </a:cubicBezTo>
                <a:cubicBezTo>
                  <a:pt x="619" y="24354"/>
                  <a:pt x="-213" y="22057"/>
                  <a:pt x="-5" y="19704"/>
                </a:cubicBezTo>
                <a:cubicBezTo>
                  <a:pt x="239" y="16949"/>
                  <a:pt x="1845" y="14791"/>
                  <a:pt x="3863" y="14507"/>
                </a:cubicBezTo>
                <a:cubicBezTo>
                  <a:pt x="3875" y="14461"/>
                  <a:pt x="3888" y="14416"/>
                  <a:pt x="3900" y="14370"/>
                </a:cubicBezTo>
                <a:close/>
              </a:path>
              <a:path extrusionOk="0" fill="none" h="43200" w="43200">
                <a:moveTo>
                  <a:pt x="4693" y="26177"/>
                </a:moveTo>
                <a:cubicBezTo>
                  <a:pt x="3809" y="26271"/>
                  <a:pt x="2925" y="25993"/>
                  <a:pt x="2160" y="25380"/>
                </a:cubicBezTo>
                <a:moveTo>
                  <a:pt x="6928" y="34899"/>
                </a:moveTo>
                <a:cubicBezTo>
                  <a:pt x="6573" y="35092"/>
                  <a:pt x="6200" y="35220"/>
                  <a:pt x="5820" y="35280"/>
                </a:cubicBezTo>
                <a:moveTo>
                  <a:pt x="16478" y="39090"/>
                </a:moveTo>
                <a:cubicBezTo>
                  <a:pt x="16211" y="38544"/>
                  <a:pt x="15987" y="37961"/>
                  <a:pt x="15810" y="37350"/>
                </a:cubicBezTo>
                <a:moveTo>
                  <a:pt x="28827" y="34751"/>
                </a:moveTo>
                <a:cubicBezTo>
                  <a:pt x="28788" y="35398"/>
                  <a:pt x="28698" y="36038"/>
                  <a:pt x="28560" y="36660"/>
                </a:cubicBezTo>
                <a:moveTo>
                  <a:pt x="34129" y="22954"/>
                </a:moveTo>
                <a:cubicBezTo>
                  <a:pt x="36133" y="24282"/>
                  <a:pt x="37398" y="27058"/>
                  <a:pt x="37380" y="30090"/>
                </a:cubicBezTo>
                <a:moveTo>
                  <a:pt x="41798" y="15354"/>
                </a:move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cubicBezTo>
                  <a:pt x="38379" y="5843"/>
                  <a:pt x="38405" y="6266"/>
                  <a:pt x="38400" y="6690"/>
                </a:cubicBezTo>
                <a:moveTo>
                  <a:pt x="29078" y="3952"/>
                </a:moveTo>
                <a:cubicBezTo>
                  <a:pt x="29267" y="3369"/>
                  <a:pt x="29516" y="2826"/>
                  <a:pt x="29820" y="2340"/>
                </a:cubicBezTo>
                <a:moveTo>
                  <a:pt x="22141" y="4720"/>
                </a:moveTo>
                <a:cubicBezTo>
                  <a:pt x="22218" y="4238"/>
                  <a:pt x="22339" y="3771"/>
                  <a:pt x="22500" y="3330"/>
                </a:cubicBezTo>
                <a:moveTo>
                  <a:pt x="14000" y="5192"/>
                </a:moveTo>
                <a:cubicBezTo>
                  <a:pt x="14472" y="5568"/>
                  <a:pt x="14908" y="6021"/>
                  <a:pt x="15300" y="6540"/>
                </a:cubicBezTo>
                <a:moveTo>
                  <a:pt x="4127" y="15789"/>
                </a:moveTo>
                <a:cubicBezTo>
                  <a:pt x="4024" y="15325"/>
                  <a:pt x="3948" y="14851"/>
                  <a:pt x="3900" y="14370"/>
                </a:cubicBez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2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Now Try Proving Using Truth Table!!!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9"/>
          <p:cNvSpPr txBox="1"/>
          <p:nvPr>
            <p:ph type="title"/>
          </p:nvPr>
        </p:nvSpPr>
        <p:spPr>
          <a:xfrm>
            <a:off x="442507" y="-18032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Complementing a function</a:t>
            </a:r>
            <a:endParaRPr/>
          </a:p>
        </p:txBody>
      </p:sp>
      <p:sp>
        <p:nvSpPr>
          <p:cNvPr id="489" name="Google Shape;489;p39"/>
          <p:cNvSpPr txBox="1"/>
          <p:nvPr>
            <p:ph idx="1" type="body"/>
          </p:nvPr>
        </p:nvSpPr>
        <p:spPr>
          <a:xfrm>
            <a:off x="211137" y="16002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Take dual of the function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Complement each literals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sng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F1= x’yz’+x’y’z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Dual of the function F1 is (x’+y+z’)(x’+y’+z)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Complement each literal= (x+y’+z)(x+y+z’)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Therefore, F1’= (x+y’+z)(x+y+z’)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5562600" y="2667000"/>
            <a:ext cx="3352800" cy="4038600"/>
          </a:xfrm>
          <a:prstGeom prst="irregularSeal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Same as applying De-Morgan’s law on the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Try it yourself</a:t>
            </a:r>
            <a:endParaRPr/>
          </a:p>
        </p:txBody>
      </p:sp>
      <p:sp>
        <p:nvSpPr>
          <p:cNvPr id="496" name="Google Shape;496;p40"/>
          <p:cNvSpPr txBox="1"/>
          <p:nvPr>
            <p:ph idx="1" type="body"/>
          </p:nvPr>
        </p:nvSpPr>
        <p:spPr>
          <a:xfrm>
            <a:off x="573259" y="1652954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What is the complement of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	F2=x(y’z’+yz)</a:t>
            </a:r>
            <a:endParaRPr/>
          </a:p>
        </p:txBody>
      </p:sp>
      <p:sp>
        <p:nvSpPr>
          <p:cNvPr id="497" name="Google Shape;497;p40"/>
          <p:cNvSpPr txBox="1"/>
          <p:nvPr/>
        </p:nvSpPr>
        <p:spPr>
          <a:xfrm>
            <a:off x="798341" y="2910254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98" name="Google Shape;498;p40"/>
          <p:cNvSpPr txBox="1"/>
          <p:nvPr/>
        </p:nvSpPr>
        <p:spPr>
          <a:xfrm>
            <a:off x="685800" y="3820550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Duality: x+(y’+z’)(y+z)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Complement= x’+(y+z)</a:t>
            </a:r>
            <a:r>
              <a:rPr lang="en-US" sz="3200">
                <a:solidFill>
                  <a:srgbClr val="BBEAEA"/>
                </a:solidFill>
              </a:rPr>
              <a:t>(y’+z’)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More Practice:</a:t>
            </a:r>
            <a:endParaRPr/>
          </a:p>
        </p:txBody>
      </p:sp>
      <p:sp>
        <p:nvSpPr>
          <p:cNvPr id="504" name="Google Shape;504;p42"/>
          <p:cNvSpPr txBox="1"/>
          <p:nvPr>
            <p:ph idx="1" type="body"/>
          </p:nvPr>
        </p:nvSpPr>
        <p:spPr>
          <a:xfrm>
            <a:off x="685800" y="1867485"/>
            <a:ext cx="7772400" cy="4659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following Boolean expression to a minimum number literals: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xy + xy′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(x + y)(x + y′)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xyz + x′y + xyz′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(A+B)′(A′+B′)′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(</a:t>
            </a:r>
            <a:r>
              <a:rPr b="0" i="0" lang="en-US" sz="3200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AB)</a:t>
            </a: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3200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</a:t>
            </a: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3200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+ B)(B</a:t>
            </a: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3200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+ 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Char char="•"/>
            </a:pPr>
            <a:r>
              <a:rPr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f) (A + C)(AD + AD</a:t>
            </a:r>
            <a:r>
              <a:rPr b="0" i="0"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lang="en-US" sz="3200" u="none">
                <a:solidFill>
                  <a:srgbClr val="BBE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AC + C</a:t>
            </a:r>
            <a:endParaRPr b="0" i="0" sz="3200" u="none">
              <a:solidFill>
                <a:srgbClr val="BBEAE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511" name="Google Shape;511;p43"/>
          <p:cNvSpPr txBox="1"/>
          <p:nvPr>
            <p:ph idx="1" type="body"/>
          </p:nvPr>
        </p:nvSpPr>
        <p:spPr>
          <a:xfrm>
            <a:off x="573258" y="1375116"/>
            <a:ext cx="7772400" cy="537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a) xy + xy′ = x ( y+y′)= x.1 = x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b) (x+y)(x+y′) = xx + xy′ + yx+yy′ = x + xy′ + xy + 0 = x (1+ y′ + y) = x.1= x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Also (x+y)(x+y′) =x+ yy′ = x + 0 = x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c) xyz + x′y + xyz′ = xy(z+z′) + x′y = xy +x′y = y(x+x′)=y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d) (A+B)′(A′+B′)′= (A′B′).(AB)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B3E3E3"/>
                </a:solidFill>
                <a:latin typeface="Arial"/>
                <a:ea typeface="Arial"/>
                <a:cs typeface="Arial"/>
                <a:sym typeface="Arial"/>
              </a:rPr>
              <a:t>e) A</a:t>
            </a:r>
            <a:r>
              <a:rPr b="0" i="0" lang="en-US" sz="3200" u="none">
                <a:solidFill>
                  <a:srgbClr val="B3E3E3"/>
                </a:solidFill>
                <a:latin typeface="Arial"/>
                <a:ea typeface="Arial"/>
                <a:cs typeface="Arial"/>
                <a:sym typeface="Arial"/>
              </a:rPr>
              <a:t>′ [Find the process yourself]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B3E3E3"/>
                </a:solidFill>
                <a:latin typeface="Arial"/>
                <a:ea typeface="Arial"/>
                <a:cs typeface="Arial"/>
                <a:sym typeface="Arial"/>
              </a:rPr>
              <a:t>f) A + C </a:t>
            </a:r>
            <a:r>
              <a:rPr b="0" i="0" lang="en-US" sz="3200" u="none">
                <a:solidFill>
                  <a:srgbClr val="B3E3E3"/>
                </a:solidFill>
                <a:latin typeface="Arial"/>
                <a:ea typeface="Arial"/>
                <a:cs typeface="Arial"/>
                <a:sym typeface="Arial"/>
              </a:rPr>
              <a:t>[Find the process yourself]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Practice! Practice! Practice! </a:t>
            </a:r>
            <a:endParaRPr/>
          </a:p>
        </p:txBody>
      </p:sp>
      <p:sp>
        <p:nvSpPr>
          <p:cNvPr id="517" name="Google Shape;517;p44"/>
          <p:cNvSpPr txBox="1"/>
          <p:nvPr>
            <p:ph idx="1" type="body"/>
          </p:nvPr>
        </p:nvSpPr>
        <p:spPr>
          <a:xfrm>
            <a:off x="685800" y="1895621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Find the complement of the following expressions: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a) xy′+x′y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b) (AB′+C)D′+E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c) (x+y′+z)(x′+z′)(x+y)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523" name="Google Shape;523;p45"/>
          <p:cNvSpPr txBox="1"/>
          <p:nvPr>
            <p:ph idx="1" type="body"/>
          </p:nvPr>
        </p:nvSpPr>
        <p:spPr>
          <a:xfrm>
            <a:off x="685800" y="1867486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a) [xy′+x′y]′ = (xy′)′ . (x′y)′ = (x′+y).(x+y′) = xx′ + yy′ + xy+x’y’=xy+x’y’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b) [(AB′+C)D′+E]′ = [(AB′+C)D′]′.E′ = [(AB′+C)′+D] . E′= [(A′+B).C′ +D].E′ 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= (A′+B+D).(C′+D).E′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c) [(x+y′+z)(x′+z′)(x+y)]′ = (x+y′+z)′+(x′+z′)′+(x+y)′= x′yz′ + xz + x′y′</a:t>
            </a:r>
            <a:endParaRPr/>
          </a:p>
        </p:txBody>
      </p:sp>
      <p:sp>
        <p:nvSpPr>
          <p:cNvPr id="524" name="Google Shape;524;p45"/>
          <p:cNvSpPr txBox="1"/>
          <p:nvPr/>
        </p:nvSpPr>
        <p:spPr>
          <a:xfrm>
            <a:off x="149377" y="5716172"/>
            <a:ext cx="845616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If the question doesn’t ask you to simplify, then you don’t need to simplify</a:t>
            </a:r>
            <a:endParaRPr>
              <a:solidFill>
                <a:srgbClr val="FFFF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after complement.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2"/>
          <p:cNvSpPr txBox="1"/>
          <p:nvPr>
            <p:ph type="title"/>
          </p:nvPr>
        </p:nvSpPr>
        <p:spPr>
          <a:xfrm>
            <a:off x="559191" y="2742028"/>
            <a:ext cx="826125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Using NAND and NOR to </a:t>
            </a:r>
            <a:r>
              <a:rPr b="0" lang="en-US" sz="4400"/>
              <a:t>B</a:t>
            </a: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uild Other Gates and  Functions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Using NAND</a:t>
            </a:r>
            <a:endParaRPr/>
          </a:p>
        </p:txBody>
      </p:sp>
      <p:pic>
        <p:nvPicPr>
          <p:cNvPr id="535" name="Google Shape;53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2273300"/>
            <a:ext cx="3354387" cy="102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6875" y="4865687"/>
            <a:ext cx="3617912" cy="1271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2292350"/>
            <a:ext cx="4075112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6"/>
          <p:cNvSpPr/>
          <p:nvPr/>
        </p:nvSpPr>
        <p:spPr>
          <a:xfrm>
            <a:off x="231775" y="1609725"/>
            <a:ext cx="1216025" cy="82867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2828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4373562" y="1679575"/>
            <a:ext cx="1296987" cy="8270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2828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4724400" y="4240212"/>
            <a:ext cx="1243012" cy="82867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2828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" name="Google Shape;545;g2e8753077db_17_0"/>
          <p:cNvGraphicFramePr/>
          <p:nvPr/>
        </p:nvGraphicFramePr>
        <p:xfrm>
          <a:off x="1185361" y="25253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{A179AA81-9F4F-472F-B0B0-BD023C616042}</a:tableStyleId>
              </a:tblPr>
              <a:tblGrid>
                <a:gridCol w="715400"/>
                <a:gridCol w="2050525"/>
                <a:gridCol w="3885825"/>
              </a:tblGrid>
              <a:tr h="88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46" name="Google Shape;546;g2e8753077db_17_0"/>
          <p:cNvCxnSpPr/>
          <p:nvPr/>
        </p:nvCxnSpPr>
        <p:spPr>
          <a:xfrm>
            <a:off x="4809235" y="2974417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47" name="Google Shape;547;g2e8753077db_17_0"/>
          <p:cNvGrpSpPr/>
          <p:nvPr/>
        </p:nvGrpSpPr>
        <p:grpSpPr>
          <a:xfrm>
            <a:off x="7360322" y="1640431"/>
            <a:ext cx="921075" cy="579259"/>
            <a:chOff x="7202263" y="5190208"/>
            <a:chExt cx="1360926" cy="614142"/>
          </a:xfrm>
        </p:grpSpPr>
        <p:sp>
          <p:nvSpPr>
            <p:cNvPr id="548" name="Google Shape;548;g2e8753077db_17_0"/>
            <p:cNvSpPr/>
            <p:nvPr/>
          </p:nvSpPr>
          <p:spPr>
            <a:xfrm>
              <a:off x="7632667" y="5190208"/>
              <a:ext cx="434083" cy="614142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9" name="Google Shape;549;g2e8753077db_17_0"/>
            <p:cNvCxnSpPr/>
            <p:nvPr/>
          </p:nvCxnSpPr>
          <p:spPr>
            <a:xfrm>
              <a:off x="7205391" y="5369506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" name="Google Shape;550;g2e8753077db_17_0"/>
            <p:cNvCxnSpPr/>
            <p:nvPr/>
          </p:nvCxnSpPr>
          <p:spPr>
            <a:xfrm>
              <a:off x="7202263" y="5608397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" name="Google Shape;551;g2e8753077db_17_0"/>
            <p:cNvCxnSpPr/>
            <p:nvPr/>
          </p:nvCxnSpPr>
          <p:spPr>
            <a:xfrm>
              <a:off x="8135912" y="5497800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2" name="Google Shape;552;g2e8753077db_17_0"/>
            <p:cNvSpPr/>
            <p:nvPr/>
          </p:nvSpPr>
          <p:spPr>
            <a:xfrm>
              <a:off x="8071318" y="5441774"/>
              <a:ext cx="67447" cy="11100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3" name="Google Shape;553;g2e8753077db_17_0"/>
          <p:cNvCxnSpPr/>
          <p:nvPr/>
        </p:nvCxnSpPr>
        <p:spPr>
          <a:xfrm rot="10800000">
            <a:off x="5132086" y="2856299"/>
            <a:ext cx="0" cy="22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54" name="Google Shape;554;g2e8753077db_17_0"/>
          <p:cNvGrpSpPr/>
          <p:nvPr/>
        </p:nvGrpSpPr>
        <p:grpSpPr>
          <a:xfrm>
            <a:off x="2356860" y="2731179"/>
            <a:ext cx="887088" cy="536418"/>
            <a:chOff x="282800" y="1541954"/>
            <a:chExt cx="1657798" cy="690282"/>
          </a:xfrm>
        </p:grpSpPr>
        <p:sp>
          <p:nvSpPr>
            <p:cNvPr id="555" name="Google Shape;555;g2e8753077db_17_0"/>
            <p:cNvSpPr/>
            <p:nvPr/>
          </p:nvSpPr>
          <p:spPr>
            <a:xfrm rot="5400000">
              <a:off x="726553" y="1622636"/>
              <a:ext cx="690282" cy="528918"/>
            </a:xfrm>
            <a:prstGeom prst="flowChartExtra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6" name="Google Shape;556;g2e8753077db_17_0"/>
            <p:cNvCxnSpPr/>
            <p:nvPr/>
          </p:nvCxnSpPr>
          <p:spPr>
            <a:xfrm>
              <a:off x="282800" y="1881985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7" name="Google Shape;557;g2e8753077db_17_0"/>
            <p:cNvCxnSpPr/>
            <p:nvPr/>
          </p:nvCxnSpPr>
          <p:spPr>
            <a:xfrm>
              <a:off x="1419973" y="1881985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8" name="Google Shape;558;g2e8753077db_17_0"/>
            <p:cNvSpPr/>
            <p:nvPr/>
          </p:nvSpPr>
          <p:spPr>
            <a:xfrm>
              <a:off x="1341718" y="1834183"/>
              <a:ext cx="82183" cy="95604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g2e8753077db_17_0"/>
          <p:cNvSpPr txBox="1"/>
          <p:nvPr/>
        </p:nvSpPr>
        <p:spPr>
          <a:xfrm>
            <a:off x="1172091" y="2847950"/>
            <a:ext cx="5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</p:txBody>
      </p:sp>
      <p:sp>
        <p:nvSpPr>
          <p:cNvPr id="560" name="Google Shape;560;g2e8753077db_17_0"/>
          <p:cNvSpPr txBox="1"/>
          <p:nvPr/>
        </p:nvSpPr>
        <p:spPr>
          <a:xfrm>
            <a:off x="2091436" y="2804443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61" name="Google Shape;561;g2e8753077db_17_0"/>
          <p:cNvSpPr txBox="1"/>
          <p:nvPr/>
        </p:nvSpPr>
        <p:spPr>
          <a:xfrm>
            <a:off x="3265241" y="2814625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562" name="Google Shape;562;g2e8753077db_17_0"/>
          <p:cNvSpPr txBox="1"/>
          <p:nvPr/>
        </p:nvSpPr>
        <p:spPr>
          <a:xfrm>
            <a:off x="1182160" y="3654175"/>
            <a:ext cx="5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endParaRPr/>
          </a:p>
        </p:txBody>
      </p:sp>
      <p:sp>
        <p:nvSpPr>
          <p:cNvPr id="563" name="Google Shape;563;g2e8753077db_17_0"/>
          <p:cNvSpPr txBox="1"/>
          <p:nvPr/>
        </p:nvSpPr>
        <p:spPr>
          <a:xfrm>
            <a:off x="1335126" y="4783011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endParaRPr/>
          </a:p>
        </p:txBody>
      </p:sp>
      <p:sp>
        <p:nvSpPr>
          <p:cNvPr id="564" name="Google Shape;564;g2e8753077db_17_0"/>
          <p:cNvSpPr txBox="1"/>
          <p:nvPr/>
        </p:nvSpPr>
        <p:spPr>
          <a:xfrm>
            <a:off x="2037839" y="1032150"/>
            <a:ext cx="467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gates using NAND gate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5" name="Google Shape;565;g2e8753077db_17_0"/>
          <p:cNvGrpSpPr/>
          <p:nvPr/>
        </p:nvGrpSpPr>
        <p:grpSpPr>
          <a:xfrm>
            <a:off x="2337524" y="3654196"/>
            <a:ext cx="1033946" cy="462592"/>
            <a:chOff x="1752600" y="519953"/>
            <a:chExt cx="1573978" cy="528918"/>
          </a:xfrm>
        </p:grpSpPr>
        <p:sp>
          <p:nvSpPr>
            <p:cNvPr id="566" name="Google Shape;566;g2e8753077db_17_0"/>
            <p:cNvSpPr/>
            <p:nvPr/>
          </p:nvSpPr>
          <p:spPr>
            <a:xfrm>
              <a:off x="2277035" y="519953"/>
              <a:ext cx="528918" cy="528918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7" name="Google Shape;567;g2e8753077db_17_0"/>
            <p:cNvCxnSpPr/>
            <p:nvPr/>
          </p:nvCxnSpPr>
          <p:spPr>
            <a:xfrm>
              <a:off x="1756410" y="6743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8" name="Google Shape;568;g2e8753077db_17_0"/>
            <p:cNvCxnSpPr/>
            <p:nvPr/>
          </p:nvCxnSpPr>
          <p:spPr>
            <a:xfrm>
              <a:off x="1752600" y="8801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9" name="Google Shape;569;g2e8753077db_17_0"/>
            <p:cNvCxnSpPr/>
            <p:nvPr/>
          </p:nvCxnSpPr>
          <p:spPr>
            <a:xfrm>
              <a:off x="2805953" y="78486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0" name="Google Shape;570;g2e8753077db_17_0"/>
          <p:cNvSpPr txBox="1"/>
          <p:nvPr/>
        </p:nvSpPr>
        <p:spPr>
          <a:xfrm>
            <a:off x="2083327" y="3588977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71" name="Google Shape;571;g2e8753077db_17_0"/>
          <p:cNvSpPr txBox="1"/>
          <p:nvPr/>
        </p:nvSpPr>
        <p:spPr>
          <a:xfrm>
            <a:off x="2093159" y="380902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72" name="Google Shape;572;g2e8753077db_17_0"/>
          <p:cNvSpPr txBox="1"/>
          <p:nvPr/>
        </p:nvSpPr>
        <p:spPr>
          <a:xfrm>
            <a:off x="3382106" y="3725400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  <p:grpSp>
        <p:nvGrpSpPr>
          <p:cNvPr id="573" name="Google Shape;573;g2e8753077db_17_0"/>
          <p:cNvGrpSpPr/>
          <p:nvPr/>
        </p:nvGrpSpPr>
        <p:grpSpPr>
          <a:xfrm>
            <a:off x="2333229" y="4760279"/>
            <a:ext cx="1026213" cy="510981"/>
            <a:chOff x="1841149" y="2819119"/>
            <a:chExt cx="1479333" cy="771525"/>
          </a:xfrm>
        </p:grpSpPr>
        <p:pic>
          <p:nvPicPr>
            <p:cNvPr id="574" name="Google Shape;574;g2e8753077db_17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75" name="Google Shape;575;g2e8753077db_17_0"/>
            <p:cNvCxnSpPr/>
            <p:nvPr/>
          </p:nvCxnSpPr>
          <p:spPr>
            <a:xfrm>
              <a:off x="2799857" y="317754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6" name="Google Shape;576;g2e8753077db_17_0"/>
            <p:cNvCxnSpPr/>
            <p:nvPr/>
          </p:nvCxnSpPr>
          <p:spPr>
            <a:xfrm>
              <a:off x="1846483" y="29984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7" name="Google Shape;577;g2e8753077db_17_0"/>
            <p:cNvCxnSpPr/>
            <p:nvPr/>
          </p:nvCxnSpPr>
          <p:spPr>
            <a:xfrm>
              <a:off x="1841149" y="33947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8" name="Google Shape;578;g2e8753077db_17_0"/>
          <p:cNvSpPr txBox="1"/>
          <p:nvPr/>
        </p:nvSpPr>
        <p:spPr>
          <a:xfrm>
            <a:off x="2091436" y="469935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79" name="Google Shape;579;g2e8753077db_17_0"/>
          <p:cNvSpPr txBox="1"/>
          <p:nvPr/>
        </p:nvSpPr>
        <p:spPr>
          <a:xfrm>
            <a:off x="2105436" y="499707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80" name="Google Shape;580;g2e8753077db_17_0"/>
          <p:cNvSpPr txBox="1"/>
          <p:nvPr/>
        </p:nvSpPr>
        <p:spPr>
          <a:xfrm>
            <a:off x="3359460" y="4813900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581" name="Google Shape;581;g2e8753077db_17_0"/>
          <p:cNvSpPr txBox="1"/>
          <p:nvPr/>
        </p:nvSpPr>
        <p:spPr>
          <a:xfrm>
            <a:off x="7144684" y="1624899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82" name="Google Shape;582;g2e8753077db_17_0"/>
          <p:cNvSpPr txBox="1"/>
          <p:nvPr/>
        </p:nvSpPr>
        <p:spPr>
          <a:xfrm>
            <a:off x="7139102" y="1850379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83" name="Google Shape;583;g2e8753077db_17_0"/>
          <p:cNvSpPr txBox="1"/>
          <p:nvPr/>
        </p:nvSpPr>
        <p:spPr>
          <a:xfrm>
            <a:off x="7984950" y="1608725"/>
            <a:ext cx="7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(AB)’</a:t>
            </a:r>
            <a:endParaRPr/>
          </a:p>
        </p:txBody>
      </p:sp>
      <p:grpSp>
        <p:nvGrpSpPr>
          <p:cNvPr id="584" name="Google Shape;584;g2e8753077db_17_0"/>
          <p:cNvGrpSpPr/>
          <p:nvPr/>
        </p:nvGrpSpPr>
        <p:grpSpPr>
          <a:xfrm>
            <a:off x="5129508" y="2689754"/>
            <a:ext cx="921075" cy="579259"/>
            <a:chOff x="7202263" y="5190208"/>
            <a:chExt cx="1360926" cy="614142"/>
          </a:xfrm>
        </p:grpSpPr>
        <p:sp>
          <p:nvSpPr>
            <p:cNvPr id="585" name="Google Shape;585;g2e8753077db_17_0"/>
            <p:cNvSpPr/>
            <p:nvPr/>
          </p:nvSpPr>
          <p:spPr>
            <a:xfrm>
              <a:off x="7632667" y="5190208"/>
              <a:ext cx="434083" cy="614142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6" name="Google Shape;586;g2e8753077db_17_0"/>
            <p:cNvCxnSpPr/>
            <p:nvPr/>
          </p:nvCxnSpPr>
          <p:spPr>
            <a:xfrm>
              <a:off x="7205391" y="5369506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7" name="Google Shape;587;g2e8753077db_17_0"/>
            <p:cNvCxnSpPr/>
            <p:nvPr/>
          </p:nvCxnSpPr>
          <p:spPr>
            <a:xfrm>
              <a:off x="7202263" y="5608397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8" name="Google Shape;588;g2e8753077db_17_0"/>
            <p:cNvCxnSpPr/>
            <p:nvPr/>
          </p:nvCxnSpPr>
          <p:spPr>
            <a:xfrm>
              <a:off x="8135912" y="5497800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9" name="Google Shape;589;g2e8753077db_17_0"/>
            <p:cNvSpPr/>
            <p:nvPr/>
          </p:nvSpPr>
          <p:spPr>
            <a:xfrm>
              <a:off x="8071318" y="5441774"/>
              <a:ext cx="67447" cy="11100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g2e8753077db_17_0"/>
          <p:cNvSpPr txBox="1"/>
          <p:nvPr/>
        </p:nvSpPr>
        <p:spPr>
          <a:xfrm>
            <a:off x="4602022" y="2773733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91" name="Google Shape;591;g2e8753077db_17_0"/>
          <p:cNvSpPr txBox="1"/>
          <p:nvPr/>
        </p:nvSpPr>
        <p:spPr>
          <a:xfrm>
            <a:off x="6020143" y="2791013"/>
            <a:ext cx="91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(AA)’  =</a:t>
            </a:r>
            <a:endParaRPr/>
          </a:p>
        </p:txBody>
      </p:sp>
      <p:sp>
        <p:nvSpPr>
          <p:cNvPr id="592" name="Google Shape;592;g2e8753077db_17_0"/>
          <p:cNvSpPr txBox="1"/>
          <p:nvPr/>
        </p:nvSpPr>
        <p:spPr>
          <a:xfrm>
            <a:off x="6794359" y="2788025"/>
            <a:ext cx="4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grpSp>
        <p:nvGrpSpPr>
          <p:cNvPr id="593" name="Google Shape;593;g2e8753077db_17_0"/>
          <p:cNvGrpSpPr/>
          <p:nvPr/>
        </p:nvGrpSpPr>
        <p:grpSpPr>
          <a:xfrm>
            <a:off x="4432511" y="3644587"/>
            <a:ext cx="921075" cy="579259"/>
            <a:chOff x="7202263" y="5190208"/>
            <a:chExt cx="1360926" cy="614142"/>
          </a:xfrm>
        </p:grpSpPr>
        <p:sp>
          <p:nvSpPr>
            <p:cNvPr id="594" name="Google Shape;594;g2e8753077db_17_0"/>
            <p:cNvSpPr/>
            <p:nvPr/>
          </p:nvSpPr>
          <p:spPr>
            <a:xfrm>
              <a:off x="7632667" y="5190208"/>
              <a:ext cx="434083" cy="614142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" name="Google Shape;595;g2e8753077db_17_0"/>
            <p:cNvCxnSpPr/>
            <p:nvPr/>
          </p:nvCxnSpPr>
          <p:spPr>
            <a:xfrm>
              <a:off x="7205391" y="5369506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6" name="Google Shape;596;g2e8753077db_17_0"/>
            <p:cNvCxnSpPr/>
            <p:nvPr/>
          </p:nvCxnSpPr>
          <p:spPr>
            <a:xfrm>
              <a:off x="7202263" y="5608397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7" name="Google Shape;597;g2e8753077db_17_0"/>
            <p:cNvCxnSpPr/>
            <p:nvPr/>
          </p:nvCxnSpPr>
          <p:spPr>
            <a:xfrm>
              <a:off x="8135912" y="5497800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98" name="Google Shape;598;g2e8753077db_17_0"/>
            <p:cNvSpPr/>
            <p:nvPr/>
          </p:nvSpPr>
          <p:spPr>
            <a:xfrm>
              <a:off x="8071318" y="5441774"/>
              <a:ext cx="67447" cy="11100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9" name="Google Shape;599;g2e8753077db_17_0"/>
          <p:cNvSpPr txBox="1"/>
          <p:nvPr/>
        </p:nvSpPr>
        <p:spPr>
          <a:xfrm>
            <a:off x="4216873" y="362905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00" name="Google Shape;600;g2e8753077db_17_0"/>
          <p:cNvSpPr txBox="1"/>
          <p:nvPr/>
        </p:nvSpPr>
        <p:spPr>
          <a:xfrm>
            <a:off x="4211292" y="385453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01" name="Google Shape;601;g2e8753077db_17_0"/>
          <p:cNvSpPr txBox="1"/>
          <p:nvPr/>
        </p:nvSpPr>
        <p:spPr>
          <a:xfrm>
            <a:off x="5057136" y="3612875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(AB)’</a:t>
            </a:r>
            <a:endParaRPr/>
          </a:p>
        </p:txBody>
      </p:sp>
      <p:grpSp>
        <p:nvGrpSpPr>
          <p:cNvPr id="602" name="Google Shape;602;g2e8753077db_17_0"/>
          <p:cNvGrpSpPr/>
          <p:nvPr/>
        </p:nvGrpSpPr>
        <p:grpSpPr>
          <a:xfrm>
            <a:off x="5317282" y="3646942"/>
            <a:ext cx="1241567" cy="579261"/>
            <a:chOff x="7892240" y="3414566"/>
            <a:chExt cx="1655423" cy="579261"/>
          </a:xfrm>
        </p:grpSpPr>
        <p:cxnSp>
          <p:nvCxnSpPr>
            <p:cNvPr id="603" name="Google Shape;603;g2e8753077db_17_0"/>
            <p:cNvCxnSpPr/>
            <p:nvPr/>
          </p:nvCxnSpPr>
          <p:spPr>
            <a:xfrm>
              <a:off x="7892240" y="3699210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4" name="Google Shape;604;g2e8753077db_17_0"/>
            <p:cNvCxnSpPr/>
            <p:nvPr/>
          </p:nvCxnSpPr>
          <p:spPr>
            <a:xfrm rot="10800000">
              <a:off x="8322708" y="3581044"/>
              <a:ext cx="0" cy="2256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05" name="Google Shape;605;g2e8753077db_17_0"/>
            <p:cNvGrpSpPr/>
            <p:nvPr/>
          </p:nvGrpSpPr>
          <p:grpSpPr>
            <a:xfrm>
              <a:off x="8319517" y="3414566"/>
              <a:ext cx="1228146" cy="579261"/>
              <a:chOff x="7202263" y="5190208"/>
              <a:chExt cx="1360926" cy="614142"/>
            </a:xfrm>
          </p:grpSpPr>
          <p:sp>
            <p:nvSpPr>
              <p:cNvPr id="606" name="Google Shape;606;g2e8753077db_17_0"/>
              <p:cNvSpPr/>
              <p:nvPr/>
            </p:nvSpPr>
            <p:spPr>
              <a:xfrm>
                <a:off x="7632667" y="5190208"/>
                <a:ext cx="434083" cy="614142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07" name="Google Shape;607;g2e8753077db_17_0"/>
              <p:cNvCxnSpPr/>
              <p:nvPr/>
            </p:nvCxnSpPr>
            <p:spPr>
              <a:xfrm>
                <a:off x="7205391" y="5369506"/>
                <a:ext cx="42727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g2e8753077db_17_0"/>
              <p:cNvCxnSpPr/>
              <p:nvPr/>
            </p:nvCxnSpPr>
            <p:spPr>
              <a:xfrm>
                <a:off x="7202263" y="5608397"/>
                <a:ext cx="42727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g2e8753077db_17_0"/>
              <p:cNvCxnSpPr/>
              <p:nvPr/>
            </p:nvCxnSpPr>
            <p:spPr>
              <a:xfrm>
                <a:off x="8135912" y="5497800"/>
                <a:ext cx="42727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10" name="Google Shape;610;g2e8753077db_17_0"/>
              <p:cNvSpPr/>
              <p:nvPr/>
            </p:nvSpPr>
            <p:spPr>
              <a:xfrm>
                <a:off x="8071318" y="5441774"/>
                <a:ext cx="67447" cy="111008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1" name="Google Shape;611;g2e8753077db_17_0"/>
          <p:cNvSpPr txBox="1"/>
          <p:nvPr/>
        </p:nvSpPr>
        <p:spPr>
          <a:xfrm>
            <a:off x="6570263" y="3725650"/>
            <a:ext cx="11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((AB)’)’ = </a:t>
            </a:r>
            <a:endParaRPr/>
          </a:p>
        </p:txBody>
      </p:sp>
      <p:sp>
        <p:nvSpPr>
          <p:cNvPr id="612" name="Google Shape;612;g2e8753077db_17_0"/>
          <p:cNvSpPr txBox="1"/>
          <p:nvPr/>
        </p:nvSpPr>
        <p:spPr>
          <a:xfrm>
            <a:off x="7424713" y="3725650"/>
            <a:ext cx="5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  <p:grpSp>
        <p:nvGrpSpPr>
          <p:cNvPr id="613" name="Google Shape;613;g2e8753077db_17_0"/>
          <p:cNvGrpSpPr/>
          <p:nvPr/>
        </p:nvGrpSpPr>
        <p:grpSpPr>
          <a:xfrm>
            <a:off x="4474261" y="4563915"/>
            <a:ext cx="938726" cy="386163"/>
            <a:chOff x="3888555" y="4862484"/>
            <a:chExt cx="1251635" cy="386163"/>
          </a:xfrm>
        </p:grpSpPr>
        <p:cxnSp>
          <p:nvCxnSpPr>
            <p:cNvPr id="614" name="Google Shape;614;g2e8753077db_17_0"/>
            <p:cNvCxnSpPr/>
            <p:nvPr/>
          </p:nvCxnSpPr>
          <p:spPr>
            <a:xfrm>
              <a:off x="3888555" y="504847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5" name="Google Shape;615;g2e8753077db_17_0"/>
            <p:cNvSpPr/>
            <p:nvPr/>
          </p:nvSpPr>
          <p:spPr>
            <a:xfrm>
              <a:off x="4488881" y="4862484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6" name="Google Shape;616;g2e8753077db_17_0"/>
            <p:cNvCxnSpPr/>
            <p:nvPr/>
          </p:nvCxnSpPr>
          <p:spPr>
            <a:xfrm>
              <a:off x="4189813" y="4975224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7" name="Google Shape;617;g2e8753077db_17_0"/>
            <p:cNvCxnSpPr/>
            <p:nvPr/>
          </p:nvCxnSpPr>
          <p:spPr>
            <a:xfrm>
              <a:off x="4187624" y="512543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8" name="Google Shape;618;g2e8753077db_17_0"/>
            <p:cNvCxnSpPr/>
            <p:nvPr/>
          </p:nvCxnSpPr>
          <p:spPr>
            <a:xfrm>
              <a:off x="4841122" y="5055893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9" name="Google Shape;619;g2e8753077db_17_0"/>
            <p:cNvSpPr/>
            <p:nvPr/>
          </p:nvSpPr>
          <p:spPr>
            <a:xfrm>
              <a:off x="4795910" y="5020665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0" name="Google Shape;620;g2e8753077db_17_0"/>
            <p:cNvCxnSpPr/>
            <p:nvPr/>
          </p:nvCxnSpPr>
          <p:spPr>
            <a:xfrm rot="10800000">
              <a:off x="4187624" y="4975138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21" name="Google Shape;621;g2e8753077db_17_0"/>
          <p:cNvGrpSpPr/>
          <p:nvPr/>
        </p:nvGrpSpPr>
        <p:grpSpPr>
          <a:xfrm>
            <a:off x="4457652" y="5147386"/>
            <a:ext cx="938726" cy="386163"/>
            <a:chOff x="3888555" y="4862484"/>
            <a:chExt cx="1251635" cy="386163"/>
          </a:xfrm>
        </p:grpSpPr>
        <p:cxnSp>
          <p:nvCxnSpPr>
            <p:cNvPr id="622" name="Google Shape;622;g2e8753077db_17_0"/>
            <p:cNvCxnSpPr/>
            <p:nvPr/>
          </p:nvCxnSpPr>
          <p:spPr>
            <a:xfrm>
              <a:off x="3888555" y="504847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3" name="Google Shape;623;g2e8753077db_17_0"/>
            <p:cNvSpPr/>
            <p:nvPr/>
          </p:nvSpPr>
          <p:spPr>
            <a:xfrm>
              <a:off x="4488881" y="4862484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4" name="Google Shape;624;g2e8753077db_17_0"/>
            <p:cNvCxnSpPr/>
            <p:nvPr/>
          </p:nvCxnSpPr>
          <p:spPr>
            <a:xfrm>
              <a:off x="4189813" y="4975224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5" name="Google Shape;625;g2e8753077db_17_0"/>
            <p:cNvCxnSpPr/>
            <p:nvPr/>
          </p:nvCxnSpPr>
          <p:spPr>
            <a:xfrm>
              <a:off x="4187624" y="512543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6" name="Google Shape;626;g2e8753077db_17_0"/>
            <p:cNvCxnSpPr/>
            <p:nvPr/>
          </p:nvCxnSpPr>
          <p:spPr>
            <a:xfrm>
              <a:off x="4841122" y="5055893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7" name="Google Shape;627;g2e8753077db_17_0"/>
            <p:cNvSpPr/>
            <p:nvPr/>
          </p:nvSpPr>
          <p:spPr>
            <a:xfrm>
              <a:off x="4795910" y="5020665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8" name="Google Shape;628;g2e8753077db_17_0"/>
            <p:cNvCxnSpPr/>
            <p:nvPr/>
          </p:nvCxnSpPr>
          <p:spPr>
            <a:xfrm rot="10800000">
              <a:off x="4187624" y="4975138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29" name="Google Shape;629;g2e8753077db_17_0"/>
          <p:cNvSpPr txBox="1"/>
          <p:nvPr/>
        </p:nvSpPr>
        <p:spPr>
          <a:xfrm>
            <a:off x="4210030" y="454416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30" name="Google Shape;630;g2e8753077db_17_0"/>
          <p:cNvSpPr txBox="1"/>
          <p:nvPr/>
        </p:nvSpPr>
        <p:spPr>
          <a:xfrm>
            <a:off x="5160982" y="4429225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631" name="Google Shape;631;g2e8753077db_17_0"/>
          <p:cNvSpPr txBox="1"/>
          <p:nvPr/>
        </p:nvSpPr>
        <p:spPr>
          <a:xfrm>
            <a:off x="4229956" y="5121567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32" name="Google Shape;632;g2e8753077db_17_0"/>
          <p:cNvSpPr txBox="1"/>
          <p:nvPr/>
        </p:nvSpPr>
        <p:spPr>
          <a:xfrm>
            <a:off x="5129939" y="4984775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</a:t>
            </a:r>
            <a:endParaRPr/>
          </a:p>
        </p:txBody>
      </p:sp>
      <p:grpSp>
        <p:nvGrpSpPr>
          <p:cNvPr id="633" name="Google Shape;633;g2e8753077db_17_0"/>
          <p:cNvGrpSpPr/>
          <p:nvPr/>
        </p:nvGrpSpPr>
        <p:grpSpPr>
          <a:xfrm>
            <a:off x="5400037" y="4756598"/>
            <a:ext cx="921075" cy="579259"/>
            <a:chOff x="7202263" y="5190208"/>
            <a:chExt cx="1360926" cy="614142"/>
          </a:xfrm>
        </p:grpSpPr>
        <p:sp>
          <p:nvSpPr>
            <p:cNvPr id="634" name="Google Shape;634;g2e8753077db_17_0"/>
            <p:cNvSpPr/>
            <p:nvPr/>
          </p:nvSpPr>
          <p:spPr>
            <a:xfrm>
              <a:off x="7632667" y="5190208"/>
              <a:ext cx="434083" cy="614142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35" name="Google Shape;635;g2e8753077db_17_0"/>
            <p:cNvCxnSpPr/>
            <p:nvPr/>
          </p:nvCxnSpPr>
          <p:spPr>
            <a:xfrm>
              <a:off x="7205391" y="5369506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6" name="Google Shape;636;g2e8753077db_17_0"/>
            <p:cNvCxnSpPr/>
            <p:nvPr/>
          </p:nvCxnSpPr>
          <p:spPr>
            <a:xfrm>
              <a:off x="7202263" y="5608397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7" name="Google Shape;637;g2e8753077db_17_0"/>
            <p:cNvCxnSpPr/>
            <p:nvPr/>
          </p:nvCxnSpPr>
          <p:spPr>
            <a:xfrm>
              <a:off x="8135912" y="5497800"/>
              <a:ext cx="4272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8" name="Google Shape;638;g2e8753077db_17_0"/>
            <p:cNvSpPr/>
            <p:nvPr/>
          </p:nvSpPr>
          <p:spPr>
            <a:xfrm>
              <a:off x="8071318" y="5441774"/>
              <a:ext cx="67447" cy="11100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39" name="Google Shape;639;g2e8753077db_17_0"/>
          <p:cNvCxnSpPr/>
          <p:nvPr/>
        </p:nvCxnSpPr>
        <p:spPr>
          <a:xfrm>
            <a:off x="5407828" y="4759792"/>
            <a:ext cx="0" cy="16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0" name="Google Shape;640;g2e8753077db_17_0"/>
          <p:cNvCxnSpPr/>
          <p:nvPr/>
        </p:nvCxnSpPr>
        <p:spPr>
          <a:xfrm>
            <a:off x="5398519" y="5149455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1" name="Google Shape;641;g2e8753077db_17_0"/>
          <p:cNvSpPr txBox="1"/>
          <p:nvPr/>
        </p:nvSpPr>
        <p:spPr>
          <a:xfrm>
            <a:off x="6022915" y="4663250"/>
            <a:ext cx="10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(A’B’)’ = </a:t>
            </a:r>
            <a:endParaRPr/>
          </a:p>
        </p:txBody>
      </p:sp>
      <p:sp>
        <p:nvSpPr>
          <p:cNvPr id="642" name="Google Shape;642;g2e8753077db_17_0"/>
          <p:cNvSpPr txBox="1"/>
          <p:nvPr/>
        </p:nvSpPr>
        <p:spPr>
          <a:xfrm>
            <a:off x="6852009" y="4660238"/>
            <a:ext cx="11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(A’)’+(B’)’</a:t>
            </a:r>
            <a:endParaRPr/>
          </a:p>
        </p:txBody>
      </p:sp>
      <p:sp>
        <p:nvSpPr>
          <p:cNvPr id="643" name="Google Shape;643;g2e8753077db_17_0"/>
          <p:cNvSpPr txBox="1"/>
          <p:nvPr/>
        </p:nvSpPr>
        <p:spPr>
          <a:xfrm>
            <a:off x="6630017" y="4984760"/>
            <a:ext cx="2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644" name="Google Shape;644;g2e8753077db_17_0"/>
          <p:cNvSpPr txBox="1"/>
          <p:nvPr/>
        </p:nvSpPr>
        <p:spPr>
          <a:xfrm>
            <a:off x="6902613" y="5032551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</a:rPr>
              <a:t>Using NOR</a:t>
            </a:r>
            <a:endParaRPr/>
          </a:p>
        </p:txBody>
      </p:sp>
      <p:pic>
        <p:nvPicPr>
          <p:cNvPr id="650" name="Google Shape;6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50" y="2295525"/>
            <a:ext cx="3452812" cy="10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8237" y="2233612"/>
            <a:ext cx="4197350" cy="1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8925" y="4811712"/>
            <a:ext cx="3467100" cy="164306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17"/>
          <p:cNvSpPr/>
          <p:nvPr/>
        </p:nvSpPr>
        <p:spPr>
          <a:xfrm>
            <a:off x="0" y="1535112"/>
            <a:ext cx="1282700" cy="8270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2828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4246562" y="1584325"/>
            <a:ext cx="1298575" cy="8270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2828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4767262" y="4191000"/>
            <a:ext cx="1243012" cy="8270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2828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0" name="Google Shape;660;g2e8753077db_19_0"/>
          <p:cNvGraphicFramePr/>
          <p:nvPr/>
        </p:nvGraphicFramePr>
        <p:xfrm>
          <a:off x="850011" y="24804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{A179AA81-9F4F-472F-B0B0-BD023C616042}</a:tableStyleId>
              </a:tblPr>
              <a:tblGrid>
                <a:gridCol w="715400"/>
                <a:gridCol w="2050525"/>
                <a:gridCol w="3919700"/>
              </a:tblGrid>
              <a:tr h="88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61" name="Google Shape;661;g2e8753077db_19_0"/>
          <p:cNvCxnSpPr/>
          <p:nvPr/>
        </p:nvCxnSpPr>
        <p:spPr>
          <a:xfrm>
            <a:off x="4475313" y="2894367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2" name="Google Shape;662;g2e8753077db_19_0"/>
          <p:cNvCxnSpPr/>
          <p:nvPr/>
        </p:nvCxnSpPr>
        <p:spPr>
          <a:xfrm rot="10800000">
            <a:off x="4799130" y="2748065"/>
            <a:ext cx="0" cy="29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63" name="Google Shape;663;g2e8753077db_19_0"/>
          <p:cNvGrpSpPr/>
          <p:nvPr/>
        </p:nvGrpSpPr>
        <p:grpSpPr>
          <a:xfrm>
            <a:off x="2021510" y="2651129"/>
            <a:ext cx="887088" cy="536418"/>
            <a:chOff x="282800" y="1541954"/>
            <a:chExt cx="1657798" cy="690282"/>
          </a:xfrm>
        </p:grpSpPr>
        <p:sp>
          <p:nvSpPr>
            <p:cNvPr id="664" name="Google Shape;664;g2e8753077db_19_0"/>
            <p:cNvSpPr/>
            <p:nvPr/>
          </p:nvSpPr>
          <p:spPr>
            <a:xfrm rot="5400000">
              <a:off x="726553" y="1622636"/>
              <a:ext cx="690282" cy="528918"/>
            </a:xfrm>
            <a:prstGeom prst="flowChartExtra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5" name="Google Shape;665;g2e8753077db_19_0"/>
            <p:cNvCxnSpPr/>
            <p:nvPr/>
          </p:nvCxnSpPr>
          <p:spPr>
            <a:xfrm>
              <a:off x="282800" y="1881985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6" name="Google Shape;666;g2e8753077db_19_0"/>
            <p:cNvCxnSpPr/>
            <p:nvPr/>
          </p:nvCxnSpPr>
          <p:spPr>
            <a:xfrm>
              <a:off x="1419973" y="1881985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7" name="Google Shape;667;g2e8753077db_19_0"/>
            <p:cNvSpPr/>
            <p:nvPr/>
          </p:nvSpPr>
          <p:spPr>
            <a:xfrm>
              <a:off x="1341718" y="1834183"/>
              <a:ext cx="82183" cy="95604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8" name="Google Shape;668;g2e8753077db_19_0"/>
          <p:cNvSpPr txBox="1"/>
          <p:nvPr/>
        </p:nvSpPr>
        <p:spPr>
          <a:xfrm>
            <a:off x="999792" y="2767900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</p:txBody>
      </p:sp>
      <p:sp>
        <p:nvSpPr>
          <p:cNvPr id="669" name="Google Shape;669;g2e8753077db_19_0"/>
          <p:cNvSpPr txBox="1"/>
          <p:nvPr/>
        </p:nvSpPr>
        <p:spPr>
          <a:xfrm>
            <a:off x="1756086" y="2724393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70" name="Google Shape;670;g2e8753077db_19_0"/>
          <p:cNvSpPr txBox="1"/>
          <p:nvPr/>
        </p:nvSpPr>
        <p:spPr>
          <a:xfrm>
            <a:off x="2929891" y="2734575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671" name="Google Shape;671;g2e8753077db_19_0"/>
          <p:cNvSpPr txBox="1"/>
          <p:nvPr/>
        </p:nvSpPr>
        <p:spPr>
          <a:xfrm>
            <a:off x="997235" y="4685350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endParaRPr/>
          </a:p>
        </p:txBody>
      </p:sp>
      <p:sp>
        <p:nvSpPr>
          <p:cNvPr id="672" name="Google Shape;672;g2e8753077db_19_0"/>
          <p:cNvSpPr txBox="1"/>
          <p:nvPr/>
        </p:nvSpPr>
        <p:spPr>
          <a:xfrm>
            <a:off x="1029076" y="3617168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endParaRPr/>
          </a:p>
        </p:txBody>
      </p:sp>
      <p:sp>
        <p:nvSpPr>
          <p:cNvPr id="673" name="Google Shape;673;g2e8753077db_19_0"/>
          <p:cNvSpPr txBox="1"/>
          <p:nvPr/>
        </p:nvSpPr>
        <p:spPr>
          <a:xfrm>
            <a:off x="1628614" y="1156600"/>
            <a:ext cx="467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gates using NOR gate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" name="Google Shape;674;g2e8753077db_19_0"/>
          <p:cNvGrpSpPr/>
          <p:nvPr/>
        </p:nvGrpSpPr>
        <p:grpSpPr>
          <a:xfrm>
            <a:off x="2013999" y="4702369"/>
            <a:ext cx="1033946" cy="462592"/>
            <a:chOff x="1752600" y="519953"/>
            <a:chExt cx="1573978" cy="528918"/>
          </a:xfrm>
        </p:grpSpPr>
        <p:sp>
          <p:nvSpPr>
            <p:cNvPr id="675" name="Google Shape;675;g2e8753077db_19_0"/>
            <p:cNvSpPr/>
            <p:nvPr/>
          </p:nvSpPr>
          <p:spPr>
            <a:xfrm>
              <a:off x="2277035" y="519953"/>
              <a:ext cx="528918" cy="528918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6" name="Google Shape;676;g2e8753077db_19_0"/>
            <p:cNvCxnSpPr/>
            <p:nvPr/>
          </p:nvCxnSpPr>
          <p:spPr>
            <a:xfrm>
              <a:off x="1756410" y="6743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g2e8753077db_19_0"/>
            <p:cNvCxnSpPr/>
            <p:nvPr/>
          </p:nvCxnSpPr>
          <p:spPr>
            <a:xfrm>
              <a:off x="1752600" y="8801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8" name="Google Shape;678;g2e8753077db_19_0"/>
            <p:cNvCxnSpPr/>
            <p:nvPr/>
          </p:nvCxnSpPr>
          <p:spPr>
            <a:xfrm>
              <a:off x="2805953" y="78486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79" name="Google Shape;679;g2e8753077db_19_0"/>
          <p:cNvSpPr txBox="1"/>
          <p:nvPr/>
        </p:nvSpPr>
        <p:spPr>
          <a:xfrm>
            <a:off x="1747977" y="3508927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80" name="Google Shape;680;g2e8753077db_19_0"/>
          <p:cNvSpPr txBox="1"/>
          <p:nvPr/>
        </p:nvSpPr>
        <p:spPr>
          <a:xfrm>
            <a:off x="1758042" y="381725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81" name="Google Shape;681;g2e8753077db_19_0"/>
          <p:cNvSpPr txBox="1"/>
          <p:nvPr/>
        </p:nvSpPr>
        <p:spPr>
          <a:xfrm>
            <a:off x="3030238" y="4761750"/>
            <a:ext cx="5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  <p:grpSp>
        <p:nvGrpSpPr>
          <p:cNvPr id="682" name="Google Shape;682;g2e8753077db_19_0"/>
          <p:cNvGrpSpPr/>
          <p:nvPr/>
        </p:nvGrpSpPr>
        <p:grpSpPr>
          <a:xfrm>
            <a:off x="2015014" y="3590699"/>
            <a:ext cx="1026213" cy="510981"/>
            <a:chOff x="1841149" y="2819119"/>
            <a:chExt cx="1479333" cy="771525"/>
          </a:xfrm>
        </p:grpSpPr>
        <p:pic>
          <p:nvPicPr>
            <p:cNvPr id="683" name="Google Shape;683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84" name="Google Shape;684;g2e8753077db_19_0"/>
            <p:cNvCxnSpPr/>
            <p:nvPr/>
          </p:nvCxnSpPr>
          <p:spPr>
            <a:xfrm>
              <a:off x="2799857" y="317754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5" name="Google Shape;685;g2e8753077db_19_0"/>
            <p:cNvCxnSpPr/>
            <p:nvPr/>
          </p:nvCxnSpPr>
          <p:spPr>
            <a:xfrm>
              <a:off x="1846483" y="29984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6" name="Google Shape;686;g2e8753077db_19_0"/>
            <p:cNvCxnSpPr/>
            <p:nvPr/>
          </p:nvCxnSpPr>
          <p:spPr>
            <a:xfrm>
              <a:off x="1841149" y="33947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87" name="Google Shape;687;g2e8753077db_19_0"/>
          <p:cNvSpPr txBox="1"/>
          <p:nvPr/>
        </p:nvSpPr>
        <p:spPr>
          <a:xfrm>
            <a:off x="1752201" y="463646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88" name="Google Shape;688;g2e8753077db_19_0"/>
          <p:cNvSpPr txBox="1"/>
          <p:nvPr/>
        </p:nvSpPr>
        <p:spPr>
          <a:xfrm>
            <a:off x="1763522" y="4860996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89" name="Google Shape;689;g2e8753077db_19_0"/>
          <p:cNvSpPr txBox="1"/>
          <p:nvPr/>
        </p:nvSpPr>
        <p:spPr>
          <a:xfrm>
            <a:off x="3026913" y="3641850"/>
            <a:ext cx="6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690" name="Google Shape;690;g2e8753077db_19_0"/>
          <p:cNvSpPr txBox="1"/>
          <p:nvPr/>
        </p:nvSpPr>
        <p:spPr>
          <a:xfrm>
            <a:off x="7237434" y="137302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91" name="Google Shape;691;g2e8753077db_19_0"/>
          <p:cNvSpPr txBox="1"/>
          <p:nvPr/>
        </p:nvSpPr>
        <p:spPr>
          <a:xfrm>
            <a:off x="7232152" y="17114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92" name="Google Shape;692;g2e8753077db_19_0"/>
          <p:cNvSpPr txBox="1"/>
          <p:nvPr/>
        </p:nvSpPr>
        <p:spPr>
          <a:xfrm>
            <a:off x="8077700" y="1356850"/>
            <a:ext cx="7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(A+B)’</a:t>
            </a:r>
            <a:endParaRPr/>
          </a:p>
        </p:txBody>
      </p:sp>
      <p:sp>
        <p:nvSpPr>
          <p:cNvPr id="693" name="Google Shape;693;g2e8753077db_19_0"/>
          <p:cNvSpPr txBox="1"/>
          <p:nvPr/>
        </p:nvSpPr>
        <p:spPr>
          <a:xfrm>
            <a:off x="4266672" y="2693683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94" name="Google Shape;694;g2e8753077db_19_0"/>
          <p:cNvSpPr txBox="1"/>
          <p:nvPr/>
        </p:nvSpPr>
        <p:spPr>
          <a:xfrm>
            <a:off x="5684787" y="2710975"/>
            <a:ext cx="10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(A+A)’  =</a:t>
            </a:r>
            <a:endParaRPr/>
          </a:p>
        </p:txBody>
      </p:sp>
      <p:sp>
        <p:nvSpPr>
          <p:cNvPr id="695" name="Google Shape;695;g2e8753077db_19_0"/>
          <p:cNvSpPr txBox="1"/>
          <p:nvPr/>
        </p:nvSpPr>
        <p:spPr>
          <a:xfrm>
            <a:off x="6513265" y="2724413"/>
            <a:ext cx="5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A’</a:t>
            </a:r>
            <a:endParaRPr/>
          </a:p>
        </p:txBody>
      </p:sp>
      <p:sp>
        <p:nvSpPr>
          <p:cNvPr id="696" name="Google Shape;696;g2e8753077db_19_0"/>
          <p:cNvSpPr txBox="1"/>
          <p:nvPr/>
        </p:nvSpPr>
        <p:spPr>
          <a:xfrm>
            <a:off x="3872850" y="3503577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97" name="Google Shape;697;g2e8753077db_19_0"/>
          <p:cNvSpPr txBox="1"/>
          <p:nvPr/>
        </p:nvSpPr>
        <p:spPr>
          <a:xfrm>
            <a:off x="3870247" y="384619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98" name="Google Shape;698;g2e8753077db_19_0"/>
          <p:cNvSpPr txBox="1"/>
          <p:nvPr/>
        </p:nvSpPr>
        <p:spPr>
          <a:xfrm>
            <a:off x="4618525" y="3498150"/>
            <a:ext cx="82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(A+B)’</a:t>
            </a:r>
            <a:endParaRPr/>
          </a:p>
        </p:txBody>
      </p:sp>
      <p:sp>
        <p:nvSpPr>
          <p:cNvPr id="699" name="Google Shape;699;g2e8753077db_19_0"/>
          <p:cNvSpPr txBox="1"/>
          <p:nvPr/>
        </p:nvSpPr>
        <p:spPr>
          <a:xfrm>
            <a:off x="5900876" y="3664313"/>
            <a:ext cx="11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((A+B)’)’ = </a:t>
            </a:r>
            <a:endParaRPr/>
          </a:p>
        </p:txBody>
      </p:sp>
      <p:sp>
        <p:nvSpPr>
          <p:cNvPr id="700" name="Google Shape;700;g2e8753077db_19_0"/>
          <p:cNvSpPr txBox="1"/>
          <p:nvPr/>
        </p:nvSpPr>
        <p:spPr>
          <a:xfrm>
            <a:off x="6926880" y="3688438"/>
            <a:ext cx="82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701" name="Google Shape;701;g2e8753077db_19_0"/>
          <p:cNvSpPr txBox="1"/>
          <p:nvPr/>
        </p:nvSpPr>
        <p:spPr>
          <a:xfrm>
            <a:off x="3820730" y="4471236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02" name="Google Shape;702;g2e8753077db_19_0"/>
          <p:cNvSpPr txBox="1"/>
          <p:nvPr/>
        </p:nvSpPr>
        <p:spPr>
          <a:xfrm>
            <a:off x="4825638" y="4349175"/>
            <a:ext cx="4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703" name="Google Shape;703;g2e8753077db_19_0"/>
          <p:cNvSpPr txBox="1"/>
          <p:nvPr/>
        </p:nvSpPr>
        <p:spPr>
          <a:xfrm>
            <a:off x="3820731" y="5070917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704" name="Google Shape;704;g2e8753077db_19_0"/>
          <p:cNvSpPr txBox="1"/>
          <p:nvPr/>
        </p:nvSpPr>
        <p:spPr>
          <a:xfrm>
            <a:off x="4806051" y="4905250"/>
            <a:ext cx="3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</a:t>
            </a:r>
            <a:endParaRPr/>
          </a:p>
        </p:txBody>
      </p:sp>
      <p:cxnSp>
        <p:nvCxnSpPr>
          <p:cNvPr id="705" name="Google Shape;705;g2e8753077db_19_0"/>
          <p:cNvCxnSpPr/>
          <p:nvPr/>
        </p:nvCxnSpPr>
        <p:spPr>
          <a:xfrm>
            <a:off x="5072478" y="4679742"/>
            <a:ext cx="0" cy="16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6" name="Google Shape;706;g2e8753077db_19_0"/>
          <p:cNvCxnSpPr/>
          <p:nvPr/>
        </p:nvCxnSpPr>
        <p:spPr>
          <a:xfrm flipH="1">
            <a:off x="5064527" y="5136080"/>
            <a:ext cx="1500" cy="13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7" name="Google Shape;707;g2e8753077db_19_0"/>
          <p:cNvSpPr txBox="1"/>
          <p:nvPr/>
        </p:nvSpPr>
        <p:spPr>
          <a:xfrm>
            <a:off x="5687562" y="4583200"/>
            <a:ext cx="11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(A’+B’)’ = </a:t>
            </a:r>
            <a:endParaRPr/>
          </a:p>
        </p:txBody>
      </p:sp>
      <p:sp>
        <p:nvSpPr>
          <p:cNvPr id="708" name="Google Shape;708;g2e8753077db_19_0"/>
          <p:cNvSpPr txBox="1"/>
          <p:nvPr/>
        </p:nvSpPr>
        <p:spPr>
          <a:xfrm>
            <a:off x="6589186" y="4577100"/>
            <a:ext cx="10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(A’)’.(B’)’</a:t>
            </a:r>
            <a:endParaRPr/>
          </a:p>
        </p:txBody>
      </p:sp>
      <p:sp>
        <p:nvSpPr>
          <p:cNvPr id="709" name="Google Shape;709;g2e8753077db_19_0"/>
          <p:cNvSpPr txBox="1"/>
          <p:nvPr/>
        </p:nvSpPr>
        <p:spPr>
          <a:xfrm>
            <a:off x="6403693" y="4885561"/>
            <a:ext cx="2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710" name="Google Shape;710;g2e8753077db_19_0"/>
          <p:cNvSpPr txBox="1"/>
          <p:nvPr/>
        </p:nvSpPr>
        <p:spPr>
          <a:xfrm>
            <a:off x="6657652" y="4885561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  <p:grpSp>
        <p:nvGrpSpPr>
          <p:cNvPr id="711" name="Google Shape;711;g2e8753077db_19_0"/>
          <p:cNvGrpSpPr/>
          <p:nvPr/>
        </p:nvGrpSpPr>
        <p:grpSpPr>
          <a:xfrm>
            <a:off x="7457096" y="1443190"/>
            <a:ext cx="926667" cy="578595"/>
            <a:chOff x="8795840" y="529243"/>
            <a:chExt cx="908853" cy="508476"/>
          </a:xfrm>
        </p:grpSpPr>
        <p:sp>
          <p:nvSpPr>
            <p:cNvPr id="712" name="Google Shape;712;g2e8753077db_19_0"/>
            <p:cNvSpPr/>
            <p:nvPr/>
          </p:nvSpPr>
          <p:spPr>
            <a:xfrm>
              <a:off x="9346322" y="732772"/>
              <a:ext cx="57218" cy="8581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13" name="Google Shape;713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5838" y="529243"/>
              <a:ext cx="303355" cy="5084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14" name="Google Shape;714;g2e8753077db_19_0"/>
            <p:cNvCxnSpPr/>
            <p:nvPr/>
          </p:nvCxnSpPr>
          <p:spPr>
            <a:xfrm>
              <a:off x="9406094" y="765462"/>
              <a:ext cx="2985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g2e8753077db_19_0"/>
            <p:cNvCxnSpPr/>
            <p:nvPr/>
          </p:nvCxnSpPr>
          <p:spPr>
            <a:xfrm>
              <a:off x="8798899" y="647445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g2e8753077db_19_0"/>
            <p:cNvCxnSpPr/>
            <p:nvPr/>
          </p:nvCxnSpPr>
          <p:spPr>
            <a:xfrm>
              <a:off x="8795840" y="908588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7" name="Google Shape;717;g2e8753077db_19_0"/>
          <p:cNvGrpSpPr/>
          <p:nvPr/>
        </p:nvGrpSpPr>
        <p:grpSpPr>
          <a:xfrm>
            <a:off x="4799444" y="2613721"/>
            <a:ext cx="926667" cy="578595"/>
            <a:chOff x="8795840" y="529243"/>
            <a:chExt cx="908853" cy="508476"/>
          </a:xfrm>
        </p:grpSpPr>
        <p:sp>
          <p:nvSpPr>
            <p:cNvPr id="718" name="Google Shape;718;g2e8753077db_19_0"/>
            <p:cNvSpPr/>
            <p:nvPr/>
          </p:nvSpPr>
          <p:spPr>
            <a:xfrm>
              <a:off x="9346322" y="732772"/>
              <a:ext cx="57218" cy="8581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19" name="Google Shape;719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5838" y="529243"/>
              <a:ext cx="303355" cy="5084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0" name="Google Shape;720;g2e8753077db_19_0"/>
            <p:cNvCxnSpPr/>
            <p:nvPr/>
          </p:nvCxnSpPr>
          <p:spPr>
            <a:xfrm>
              <a:off x="9406094" y="765462"/>
              <a:ext cx="2985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g2e8753077db_19_0"/>
            <p:cNvCxnSpPr/>
            <p:nvPr/>
          </p:nvCxnSpPr>
          <p:spPr>
            <a:xfrm>
              <a:off x="8798899" y="647445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g2e8753077db_19_0"/>
            <p:cNvCxnSpPr/>
            <p:nvPr/>
          </p:nvCxnSpPr>
          <p:spPr>
            <a:xfrm>
              <a:off x="8795840" y="908588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3" name="Google Shape;723;g2e8753077db_19_0"/>
          <p:cNvGrpSpPr/>
          <p:nvPr/>
        </p:nvGrpSpPr>
        <p:grpSpPr>
          <a:xfrm>
            <a:off x="4087652" y="3583804"/>
            <a:ext cx="926667" cy="578595"/>
            <a:chOff x="8795840" y="529243"/>
            <a:chExt cx="908853" cy="508476"/>
          </a:xfrm>
        </p:grpSpPr>
        <p:sp>
          <p:nvSpPr>
            <p:cNvPr id="724" name="Google Shape;724;g2e8753077db_19_0"/>
            <p:cNvSpPr/>
            <p:nvPr/>
          </p:nvSpPr>
          <p:spPr>
            <a:xfrm>
              <a:off x="9346322" y="732772"/>
              <a:ext cx="57218" cy="8581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25" name="Google Shape;725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5838" y="529243"/>
              <a:ext cx="303355" cy="5084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6" name="Google Shape;726;g2e8753077db_19_0"/>
            <p:cNvCxnSpPr/>
            <p:nvPr/>
          </p:nvCxnSpPr>
          <p:spPr>
            <a:xfrm>
              <a:off x="9406094" y="765462"/>
              <a:ext cx="2985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7" name="Google Shape;727;g2e8753077db_19_0"/>
            <p:cNvCxnSpPr/>
            <p:nvPr/>
          </p:nvCxnSpPr>
          <p:spPr>
            <a:xfrm>
              <a:off x="8798899" y="647445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g2e8753077db_19_0"/>
            <p:cNvCxnSpPr/>
            <p:nvPr/>
          </p:nvCxnSpPr>
          <p:spPr>
            <a:xfrm>
              <a:off x="8795840" y="908588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9" name="Google Shape;729;g2e8753077db_19_0"/>
          <p:cNvGrpSpPr/>
          <p:nvPr/>
        </p:nvGrpSpPr>
        <p:grpSpPr>
          <a:xfrm>
            <a:off x="5004432" y="3606659"/>
            <a:ext cx="916906" cy="510028"/>
            <a:chOff x="9846973" y="1604865"/>
            <a:chExt cx="1029306" cy="367959"/>
          </a:xfrm>
        </p:grpSpPr>
        <p:cxnSp>
          <p:nvCxnSpPr>
            <p:cNvPr id="730" name="Google Shape;730;g2e8753077db_19_0"/>
            <p:cNvCxnSpPr/>
            <p:nvPr/>
          </p:nvCxnSpPr>
          <p:spPr>
            <a:xfrm>
              <a:off x="9846973" y="178433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1" name="Google Shape;731;g2e8753077db_19_0"/>
            <p:cNvSpPr/>
            <p:nvPr/>
          </p:nvSpPr>
          <p:spPr>
            <a:xfrm>
              <a:off x="10589930" y="1752149"/>
              <a:ext cx="45719" cy="62102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2" name="Google Shape;732;g2e8753077db_19_0"/>
            <p:cNvCxnSpPr/>
            <p:nvPr/>
          </p:nvCxnSpPr>
          <p:spPr>
            <a:xfrm rot="10800000">
              <a:off x="10150081" y="1690402"/>
              <a:ext cx="0" cy="1889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733" name="Google Shape;733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4" name="Google Shape;734;g2e8753077db_19_0"/>
            <p:cNvCxnSpPr/>
            <p:nvPr/>
          </p:nvCxnSpPr>
          <p:spPr>
            <a:xfrm>
              <a:off x="10637690" y="1775805"/>
              <a:ext cx="2385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g2e8753077db_19_0"/>
            <p:cNvCxnSpPr/>
            <p:nvPr/>
          </p:nvCxnSpPr>
          <p:spPr>
            <a:xfrm>
              <a:off x="10152524" y="1690402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g2e8753077db_19_0"/>
            <p:cNvCxnSpPr/>
            <p:nvPr/>
          </p:nvCxnSpPr>
          <p:spPr>
            <a:xfrm>
              <a:off x="10150080" y="1879378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37" name="Google Shape;737;g2e8753077db_19_0"/>
          <p:cNvGrpSpPr/>
          <p:nvPr/>
        </p:nvGrpSpPr>
        <p:grpSpPr>
          <a:xfrm>
            <a:off x="4062259" y="4471236"/>
            <a:ext cx="1009955" cy="449683"/>
            <a:chOff x="9846973" y="1604865"/>
            <a:chExt cx="1029306" cy="367959"/>
          </a:xfrm>
        </p:grpSpPr>
        <p:cxnSp>
          <p:nvCxnSpPr>
            <p:cNvPr id="738" name="Google Shape;738;g2e8753077db_19_0"/>
            <p:cNvCxnSpPr/>
            <p:nvPr/>
          </p:nvCxnSpPr>
          <p:spPr>
            <a:xfrm>
              <a:off x="9846973" y="178433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9" name="Google Shape;739;g2e8753077db_19_0"/>
            <p:cNvSpPr/>
            <p:nvPr/>
          </p:nvSpPr>
          <p:spPr>
            <a:xfrm>
              <a:off x="10589930" y="1752149"/>
              <a:ext cx="45719" cy="62102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0" name="Google Shape;740;g2e8753077db_19_0"/>
            <p:cNvCxnSpPr/>
            <p:nvPr/>
          </p:nvCxnSpPr>
          <p:spPr>
            <a:xfrm rot="10800000">
              <a:off x="10150081" y="1690402"/>
              <a:ext cx="0" cy="1889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741" name="Google Shape;741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42" name="Google Shape;742;g2e8753077db_19_0"/>
            <p:cNvCxnSpPr/>
            <p:nvPr/>
          </p:nvCxnSpPr>
          <p:spPr>
            <a:xfrm>
              <a:off x="10637690" y="1775805"/>
              <a:ext cx="2385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g2e8753077db_19_0"/>
            <p:cNvCxnSpPr/>
            <p:nvPr/>
          </p:nvCxnSpPr>
          <p:spPr>
            <a:xfrm>
              <a:off x="10152524" y="1690402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g2e8753077db_19_0"/>
            <p:cNvCxnSpPr/>
            <p:nvPr/>
          </p:nvCxnSpPr>
          <p:spPr>
            <a:xfrm>
              <a:off x="10150080" y="1879378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45" name="Google Shape;745;g2e8753077db_19_0"/>
          <p:cNvGrpSpPr/>
          <p:nvPr/>
        </p:nvGrpSpPr>
        <p:grpSpPr>
          <a:xfrm>
            <a:off x="4054226" y="5060559"/>
            <a:ext cx="1009955" cy="449683"/>
            <a:chOff x="9846973" y="1604865"/>
            <a:chExt cx="1029306" cy="367959"/>
          </a:xfrm>
        </p:grpSpPr>
        <p:cxnSp>
          <p:nvCxnSpPr>
            <p:cNvPr id="746" name="Google Shape;746;g2e8753077db_19_0"/>
            <p:cNvCxnSpPr/>
            <p:nvPr/>
          </p:nvCxnSpPr>
          <p:spPr>
            <a:xfrm>
              <a:off x="9846973" y="178433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7" name="Google Shape;747;g2e8753077db_19_0"/>
            <p:cNvSpPr/>
            <p:nvPr/>
          </p:nvSpPr>
          <p:spPr>
            <a:xfrm>
              <a:off x="10589930" y="1752149"/>
              <a:ext cx="45719" cy="62102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8" name="Google Shape;748;g2e8753077db_19_0"/>
            <p:cNvCxnSpPr/>
            <p:nvPr/>
          </p:nvCxnSpPr>
          <p:spPr>
            <a:xfrm rot="10800000">
              <a:off x="10150081" y="1690402"/>
              <a:ext cx="0" cy="1889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749" name="Google Shape;749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0" name="Google Shape;750;g2e8753077db_19_0"/>
            <p:cNvCxnSpPr/>
            <p:nvPr/>
          </p:nvCxnSpPr>
          <p:spPr>
            <a:xfrm>
              <a:off x="10637690" y="1775805"/>
              <a:ext cx="2385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1" name="Google Shape;751;g2e8753077db_19_0"/>
            <p:cNvCxnSpPr/>
            <p:nvPr/>
          </p:nvCxnSpPr>
          <p:spPr>
            <a:xfrm>
              <a:off x="10152524" y="1690402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2" name="Google Shape;752;g2e8753077db_19_0"/>
            <p:cNvCxnSpPr/>
            <p:nvPr/>
          </p:nvCxnSpPr>
          <p:spPr>
            <a:xfrm>
              <a:off x="10150080" y="1879378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3" name="Google Shape;753;g2e8753077db_19_0"/>
          <p:cNvGrpSpPr/>
          <p:nvPr/>
        </p:nvGrpSpPr>
        <p:grpSpPr>
          <a:xfrm>
            <a:off x="5067630" y="4705352"/>
            <a:ext cx="926667" cy="578595"/>
            <a:chOff x="8795840" y="529243"/>
            <a:chExt cx="908853" cy="508476"/>
          </a:xfrm>
        </p:grpSpPr>
        <p:sp>
          <p:nvSpPr>
            <p:cNvPr id="754" name="Google Shape;754;g2e8753077db_19_0"/>
            <p:cNvSpPr/>
            <p:nvPr/>
          </p:nvSpPr>
          <p:spPr>
            <a:xfrm>
              <a:off x="9346322" y="732772"/>
              <a:ext cx="57218" cy="8581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5" name="Google Shape;755;g2e8753077db_1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5838" y="529243"/>
              <a:ext cx="303355" cy="5084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6" name="Google Shape;756;g2e8753077db_19_0"/>
            <p:cNvCxnSpPr/>
            <p:nvPr/>
          </p:nvCxnSpPr>
          <p:spPr>
            <a:xfrm>
              <a:off x="9406094" y="765462"/>
              <a:ext cx="2985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7" name="Google Shape;757;g2e8753077db_19_0"/>
            <p:cNvCxnSpPr/>
            <p:nvPr/>
          </p:nvCxnSpPr>
          <p:spPr>
            <a:xfrm>
              <a:off x="8798899" y="647445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8" name="Google Shape;758;g2e8753077db_19_0"/>
            <p:cNvCxnSpPr/>
            <p:nvPr/>
          </p:nvCxnSpPr>
          <p:spPr>
            <a:xfrm>
              <a:off x="8795840" y="908588"/>
              <a:ext cx="2985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3" name="Google Shape;763;g2e8753077db_6_75"/>
          <p:cNvCxnSpPr/>
          <p:nvPr/>
        </p:nvCxnSpPr>
        <p:spPr>
          <a:xfrm>
            <a:off x="835354" y="2117752"/>
            <a:ext cx="7800" cy="352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4" name="Google Shape;764;g2e8753077db_6_75"/>
          <p:cNvCxnSpPr/>
          <p:nvPr/>
        </p:nvCxnSpPr>
        <p:spPr>
          <a:xfrm>
            <a:off x="1284400" y="2117752"/>
            <a:ext cx="23700" cy="351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5" name="Google Shape;765;g2e8753077db_6_75"/>
          <p:cNvCxnSpPr/>
          <p:nvPr/>
        </p:nvCxnSpPr>
        <p:spPr>
          <a:xfrm>
            <a:off x="1733444" y="2117752"/>
            <a:ext cx="12000" cy="352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6" name="Google Shape;766;g2e8753077db_6_75"/>
          <p:cNvCxnSpPr/>
          <p:nvPr/>
        </p:nvCxnSpPr>
        <p:spPr>
          <a:xfrm>
            <a:off x="2182489" y="2117752"/>
            <a:ext cx="0" cy="352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7" name="Google Shape;767;g2e8753077db_6_75"/>
          <p:cNvSpPr txBox="1"/>
          <p:nvPr/>
        </p:nvSpPr>
        <p:spPr>
          <a:xfrm>
            <a:off x="686800" y="1651100"/>
            <a:ext cx="2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68" name="Google Shape;768;g2e8753077db_6_75"/>
          <p:cNvSpPr txBox="1"/>
          <p:nvPr/>
        </p:nvSpPr>
        <p:spPr>
          <a:xfrm>
            <a:off x="1133160" y="1651100"/>
            <a:ext cx="2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769" name="Google Shape;769;g2e8753077db_6_75"/>
          <p:cNvSpPr txBox="1"/>
          <p:nvPr/>
        </p:nvSpPr>
        <p:spPr>
          <a:xfrm>
            <a:off x="1579521" y="1651100"/>
            <a:ext cx="2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770" name="Google Shape;770;g2e8753077db_6_75"/>
          <p:cNvSpPr txBox="1"/>
          <p:nvPr/>
        </p:nvSpPr>
        <p:spPr>
          <a:xfrm>
            <a:off x="2025881" y="1651100"/>
            <a:ext cx="2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771" name="Google Shape;771;g2e8753077db_6_75"/>
          <p:cNvGrpSpPr/>
          <p:nvPr/>
        </p:nvGrpSpPr>
        <p:grpSpPr>
          <a:xfrm>
            <a:off x="2581345" y="2191376"/>
            <a:ext cx="1334104" cy="668288"/>
            <a:chOff x="1752600" y="519953"/>
            <a:chExt cx="1573978" cy="528918"/>
          </a:xfrm>
        </p:grpSpPr>
        <p:sp>
          <p:nvSpPr>
            <p:cNvPr id="772" name="Google Shape;772;g2e8753077db_6_75"/>
            <p:cNvSpPr/>
            <p:nvPr/>
          </p:nvSpPr>
          <p:spPr>
            <a:xfrm>
              <a:off x="2277035" y="519953"/>
              <a:ext cx="528918" cy="528918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3" name="Google Shape;773;g2e8753077db_6_75"/>
            <p:cNvCxnSpPr/>
            <p:nvPr/>
          </p:nvCxnSpPr>
          <p:spPr>
            <a:xfrm>
              <a:off x="1756410" y="6743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4" name="Google Shape;774;g2e8753077db_6_75"/>
            <p:cNvCxnSpPr/>
            <p:nvPr/>
          </p:nvCxnSpPr>
          <p:spPr>
            <a:xfrm>
              <a:off x="1752600" y="8801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5" name="Google Shape;775;g2e8753077db_6_75"/>
            <p:cNvCxnSpPr/>
            <p:nvPr/>
          </p:nvCxnSpPr>
          <p:spPr>
            <a:xfrm>
              <a:off x="2805953" y="78486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76" name="Google Shape;776;g2e8753077db_6_75"/>
          <p:cNvCxnSpPr/>
          <p:nvPr/>
        </p:nvCxnSpPr>
        <p:spPr>
          <a:xfrm>
            <a:off x="1736889" y="2384973"/>
            <a:ext cx="8592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g2e8753077db_6_75"/>
          <p:cNvCxnSpPr/>
          <p:nvPr/>
        </p:nvCxnSpPr>
        <p:spPr>
          <a:xfrm>
            <a:off x="2181109" y="2646435"/>
            <a:ext cx="55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8" name="Google Shape;778;g2e8753077db_6_75"/>
          <p:cNvSpPr txBox="1"/>
          <p:nvPr/>
        </p:nvSpPr>
        <p:spPr>
          <a:xfrm>
            <a:off x="3481844" y="2117750"/>
            <a:ext cx="63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779" name="Google Shape;779;g2e8753077db_6_75"/>
          <p:cNvGrpSpPr/>
          <p:nvPr/>
        </p:nvGrpSpPr>
        <p:grpSpPr>
          <a:xfrm>
            <a:off x="3901496" y="2298440"/>
            <a:ext cx="1253883" cy="974822"/>
            <a:chOff x="1841149" y="2819119"/>
            <a:chExt cx="1479333" cy="771525"/>
          </a:xfrm>
        </p:grpSpPr>
        <p:pic>
          <p:nvPicPr>
            <p:cNvPr id="780" name="Google Shape;780;g2e8753077db_6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1" name="Google Shape;781;g2e8753077db_6_75"/>
            <p:cNvCxnSpPr/>
            <p:nvPr/>
          </p:nvCxnSpPr>
          <p:spPr>
            <a:xfrm>
              <a:off x="2799857" y="317754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2" name="Google Shape;782;g2e8753077db_6_75"/>
            <p:cNvCxnSpPr/>
            <p:nvPr/>
          </p:nvCxnSpPr>
          <p:spPr>
            <a:xfrm>
              <a:off x="1846483" y="29984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3" name="Google Shape;783;g2e8753077db_6_75"/>
            <p:cNvCxnSpPr/>
            <p:nvPr/>
          </p:nvCxnSpPr>
          <p:spPr>
            <a:xfrm>
              <a:off x="1841149" y="33947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84" name="Google Shape;784;g2e8753077db_6_75"/>
          <p:cNvCxnSpPr/>
          <p:nvPr/>
        </p:nvCxnSpPr>
        <p:spPr>
          <a:xfrm flipH="1" rot="10800000">
            <a:off x="1287629" y="3025524"/>
            <a:ext cx="26280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5" name="Google Shape;785;g2e8753077db_6_75"/>
          <p:cNvSpPr txBox="1"/>
          <p:nvPr/>
        </p:nvSpPr>
        <p:spPr>
          <a:xfrm>
            <a:off x="4727531" y="2319204"/>
            <a:ext cx="83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786" name="Google Shape;786;g2e8753077db_6_75"/>
          <p:cNvGrpSpPr/>
          <p:nvPr/>
        </p:nvGrpSpPr>
        <p:grpSpPr>
          <a:xfrm>
            <a:off x="5155416" y="3076392"/>
            <a:ext cx="1334104" cy="668288"/>
            <a:chOff x="1752600" y="519953"/>
            <a:chExt cx="1573978" cy="528918"/>
          </a:xfrm>
        </p:grpSpPr>
        <p:sp>
          <p:nvSpPr>
            <p:cNvPr id="787" name="Google Shape;787;g2e8753077db_6_75"/>
            <p:cNvSpPr/>
            <p:nvPr/>
          </p:nvSpPr>
          <p:spPr>
            <a:xfrm>
              <a:off x="2277035" y="519953"/>
              <a:ext cx="528918" cy="528918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8" name="Google Shape;788;g2e8753077db_6_75"/>
            <p:cNvCxnSpPr/>
            <p:nvPr/>
          </p:nvCxnSpPr>
          <p:spPr>
            <a:xfrm>
              <a:off x="1756410" y="6743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9" name="Google Shape;789;g2e8753077db_6_75"/>
            <p:cNvCxnSpPr/>
            <p:nvPr/>
          </p:nvCxnSpPr>
          <p:spPr>
            <a:xfrm>
              <a:off x="1752600" y="8801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0" name="Google Shape;790;g2e8753077db_6_75"/>
            <p:cNvCxnSpPr/>
            <p:nvPr/>
          </p:nvCxnSpPr>
          <p:spPr>
            <a:xfrm>
              <a:off x="2805953" y="78486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91" name="Google Shape;791;g2e8753077db_6_75"/>
          <p:cNvCxnSpPr/>
          <p:nvPr/>
        </p:nvCxnSpPr>
        <p:spPr>
          <a:xfrm>
            <a:off x="843105" y="3533057"/>
            <a:ext cx="431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2" name="Google Shape;792;g2e8753077db_6_75"/>
          <p:cNvCxnSpPr/>
          <p:nvPr/>
        </p:nvCxnSpPr>
        <p:spPr>
          <a:xfrm>
            <a:off x="5158689" y="2750559"/>
            <a:ext cx="0" cy="52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3" name="Google Shape;793;g2e8753077db_6_75"/>
          <p:cNvSpPr txBox="1"/>
          <p:nvPr/>
        </p:nvSpPr>
        <p:spPr>
          <a:xfrm>
            <a:off x="6031121" y="2961825"/>
            <a:ext cx="10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cxnSp>
        <p:nvCxnSpPr>
          <p:cNvPr id="794" name="Google Shape;794;g2e8753077db_6_75"/>
          <p:cNvCxnSpPr/>
          <p:nvPr/>
        </p:nvCxnSpPr>
        <p:spPr>
          <a:xfrm>
            <a:off x="1749439" y="4334070"/>
            <a:ext cx="84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5" name="Google Shape;795;g2e8753077db_6_75"/>
          <p:cNvSpPr txBox="1"/>
          <p:nvPr/>
        </p:nvSpPr>
        <p:spPr>
          <a:xfrm>
            <a:off x="3113188" y="3961723"/>
            <a:ext cx="83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796" name="Google Shape;796;g2e8753077db_6_75"/>
          <p:cNvGrpSpPr/>
          <p:nvPr/>
        </p:nvGrpSpPr>
        <p:grpSpPr>
          <a:xfrm>
            <a:off x="3339404" y="4661932"/>
            <a:ext cx="1334104" cy="668288"/>
            <a:chOff x="1752600" y="519953"/>
            <a:chExt cx="1573978" cy="528918"/>
          </a:xfrm>
        </p:grpSpPr>
        <p:sp>
          <p:nvSpPr>
            <p:cNvPr id="797" name="Google Shape;797;g2e8753077db_6_75"/>
            <p:cNvSpPr/>
            <p:nvPr/>
          </p:nvSpPr>
          <p:spPr>
            <a:xfrm>
              <a:off x="2277035" y="519953"/>
              <a:ext cx="528918" cy="528918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8" name="Google Shape;798;g2e8753077db_6_75"/>
            <p:cNvCxnSpPr/>
            <p:nvPr/>
          </p:nvCxnSpPr>
          <p:spPr>
            <a:xfrm>
              <a:off x="1756410" y="6743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9" name="Google Shape;799;g2e8753077db_6_75"/>
            <p:cNvCxnSpPr/>
            <p:nvPr/>
          </p:nvCxnSpPr>
          <p:spPr>
            <a:xfrm>
              <a:off x="1752600" y="8801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0" name="Google Shape;800;g2e8753077db_6_75"/>
            <p:cNvCxnSpPr/>
            <p:nvPr/>
          </p:nvCxnSpPr>
          <p:spPr>
            <a:xfrm>
              <a:off x="2805953" y="78486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01" name="Google Shape;801;g2e8753077db_6_75"/>
          <p:cNvCxnSpPr/>
          <p:nvPr/>
        </p:nvCxnSpPr>
        <p:spPr>
          <a:xfrm>
            <a:off x="3345905" y="4329515"/>
            <a:ext cx="0" cy="52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2" name="Google Shape;802;g2e8753077db_6_75"/>
          <p:cNvCxnSpPr/>
          <p:nvPr/>
        </p:nvCxnSpPr>
        <p:spPr>
          <a:xfrm>
            <a:off x="1301085" y="5116992"/>
            <a:ext cx="20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3" name="Google Shape;803;g2e8753077db_6_75"/>
          <p:cNvSpPr txBox="1"/>
          <p:nvPr/>
        </p:nvSpPr>
        <p:spPr>
          <a:xfrm>
            <a:off x="4235522" y="4586261"/>
            <a:ext cx="83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804" name="Google Shape;804;g2e8753077db_6_75"/>
          <p:cNvGrpSpPr/>
          <p:nvPr/>
        </p:nvGrpSpPr>
        <p:grpSpPr>
          <a:xfrm>
            <a:off x="6486325" y="4259086"/>
            <a:ext cx="1253883" cy="974822"/>
            <a:chOff x="1841149" y="2819119"/>
            <a:chExt cx="1479333" cy="771525"/>
          </a:xfrm>
        </p:grpSpPr>
        <p:pic>
          <p:nvPicPr>
            <p:cNvPr id="805" name="Google Shape;805;g2e8753077db_6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6" name="Google Shape;806;g2e8753077db_6_75"/>
            <p:cNvCxnSpPr/>
            <p:nvPr/>
          </p:nvCxnSpPr>
          <p:spPr>
            <a:xfrm>
              <a:off x="2799857" y="317754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7" name="Google Shape;807;g2e8753077db_6_75"/>
            <p:cNvCxnSpPr/>
            <p:nvPr/>
          </p:nvCxnSpPr>
          <p:spPr>
            <a:xfrm>
              <a:off x="1846483" y="299847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8" name="Google Shape;808;g2e8753077db_6_75"/>
            <p:cNvCxnSpPr/>
            <p:nvPr/>
          </p:nvCxnSpPr>
          <p:spPr>
            <a:xfrm>
              <a:off x="1841149" y="3394710"/>
              <a:ext cx="520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09" name="Google Shape;809;g2e8753077db_6_75"/>
          <p:cNvCxnSpPr/>
          <p:nvPr/>
        </p:nvCxnSpPr>
        <p:spPr>
          <a:xfrm>
            <a:off x="6488954" y="3413399"/>
            <a:ext cx="0" cy="106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0" name="Google Shape;810;g2e8753077db_6_75"/>
          <p:cNvCxnSpPr/>
          <p:nvPr/>
        </p:nvCxnSpPr>
        <p:spPr>
          <a:xfrm flipH="1" rot="10800000">
            <a:off x="4653132" y="4986376"/>
            <a:ext cx="1836600" cy="1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1" name="Google Shape;811;g2e8753077db_6_75"/>
          <p:cNvSpPr txBox="1"/>
          <p:nvPr/>
        </p:nvSpPr>
        <p:spPr>
          <a:xfrm>
            <a:off x="7321950" y="4241275"/>
            <a:ext cx="140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grpSp>
        <p:nvGrpSpPr>
          <p:cNvPr id="812" name="Google Shape;812;g2e8753077db_6_75"/>
          <p:cNvGrpSpPr/>
          <p:nvPr/>
        </p:nvGrpSpPr>
        <p:grpSpPr>
          <a:xfrm>
            <a:off x="2581274" y="4033986"/>
            <a:ext cx="764495" cy="608540"/>
            <a:chOff x="4776493" y="2622641"/>
            <a:chExt cx="901953" cy="481630"/>
          </a:xfrm>
        </p:grpSpPr>
        <p:sp>
          <p:nvSpPr>
            <p:cNvPr id="813" name="Google Shape;813;g2e8753077db_6_75"/>
            <p:cNvSpPr/>
            <p:nvPr/>
          </p:nvSpPr>
          <p:spPr>
            <a:xfrm rot="5400000">
              <a:off x="4995241" y="2709398"/>
              <a:ext cx="481630" cy="308116"/>
            </a:xfrm>
            <a:prstGeom prst="flowChartExtra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4" name="Google Shape;814;g2e8753077db_6_75"/>
            <p:cNvCxnSpPr/>
            <p:nvPr/>
          </p:nvCxnSpPr>
          <p:spPr>
            <a:xfrm>
              <a:off x="4776493" y="2859891"/>
              <a:ext cx="30328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5" name="Google Shape;815;g2e8753077db_6_75"/>
            <p:cNvCxnSpPr/>
            <p:nvPr/>
          </p:nvCxnSpPr>
          <p:spPr>
            <a:xfrm>
              <a:off x="5452979" y="2859891"/>
              <a:ext cx="22546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6" name="Google Shape;816;g2e8753077db_6_75"/>
            <p:cNvSpPr/>
            <p:nvPr/>
          </p:nvSpPr>
          <p:spPr>
            <a:xfrm>
              <a:off x="5397020" y="2834716"/>
              <a:ext cx="52742" cy="57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7" name="Google Shape;817;g2e8753077db_6_75"/>
          <p:cNvSpPr txBox="1"/>
          <p:nvPr/>
        </p:nvSpPr>
        <p:spPr>
          <a:xfrm>
            <a:off x="750688" y="715209"/>
            <a:ext cx="755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AND, OR, NOT to represent F=A(B+CD)+BC’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e8753077db_0_121"/>
          <p:cNvSpPr txBox="1"/>
          <p:nvPr/>
        </p:nvSpPr>
        <p:spPr>
          <a:xfrm>
            <a:off x="744450" y="1812575"/>
            <a:ext cx="66507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an expression is given, represent it using AND,OR and NOT gates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Draw each gate with equivalent NAND representation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 any 2 cascading inverters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Remove inverters from single input connection and replace input with its complement.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2e8753077db_0_121"/>
          <p:cNvSpPr txBox="1"/>
          <p:nvPr/>
        </p:nvSpPr>
        <p:spPr>
          <a:xfrm>
            <a:off x="536250" y="1024684"/>
            <a:ext cx="755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Use NAND to represent F=A(B+CD)+BC’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2e8753077db_0_121"/>
          <p:cNvSpPr txBox="1"/>
          <p:nvPr/>
        </p:nvSpPr>
        <p:spPr>
          <a:xfrm>
            <a:off x="76200" y="4840136"/>
            <a:ext cx="8991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000"/>
              <a:buFont typeface="Arial"/>
              <a:buNone/>
            </a:pPr>
            <a:r>
              <a:rPr b="0" i="0" lang="en-US" sz="1600" u="sng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Tutorial:</a:t>
            </a:r>
            <a:br>
              <a:rPr b="0" i="0" lang="en-US" sz="1600" u="sng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i="0" lang="en-US" sz="1600" u="sng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https://www.youtube.com/watch?v=-EjGrPhol70&amp;list=PLTlXQu_162Qg8-oRqv_iGYHSz2XrfUc51&amp;index=7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9" name="Google Shape;829;g2e8753077db_8_0"/>
          <p:cNvCxnSpPr/>
          <p:nvPr/>
        </p:nvCxnSpPr>
        <p:spPr>
          <a:xfrm>
            <a:off x="386627" y="2257922"/>
            <a:ext cx="6900" cy="27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0" name="Google Shape;830;g2e8753077db_8_0"/>
          <p:cNvCxnSpPr/>
          <p:nvPr/>
        </p:nvCxnSpPr>
        <p:spPr>
          <a:xfrm>
            <a:off x="783955" y="2257922"/>
            <a:ext cx="21000" cy="278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g2e8753077db_8_0"/>
          <p:cNvCxnSpPr/>
          <p:nvPr/>
        </p:nvCxnSpPr>
        <p:spPr>
          <a:xfrm>
            <a:off x="1181281" y="2257922"/>
            <a:ext cx="10800" cy="27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2" name="Google Shape;832;g2e8753077db_8_0"/>
          <p:cNvCxnSpPr/>
          <p:nvPr/>
        </p:nvCxnSpPr>
        <p:spPr>
          <a:xfrm>
            <a:off x="1578608" y="2257922"/>
            <a:ext cx="0" cy="27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3" name="Google Shape;833;g2e8753077db_8_0"/>
          <p:cNvSpPr txBox="1"/>
          <p:nvPr/>
        </p:nvSpPr>
        <p:spPr>
          <a:xfrm>
            <a:off x="255182" y="18885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4" name="Google Shape;834;g2e8753077db_8_0"/>
          <p:cNvSpPr txBox="1"/>
          <p:nvPr/>
        </p:nvSpPr>
        <p:spPr>
          <a:xfrm>
            <a:off x="650134" y="18885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35" name="Google Shape;835;g2e8753077db_8_0"/>
          <p:cNvSpPr txBox="1"/>
          <p:nvPr/>
        </p:nvSpPr>
        <p:spPr>
          <a:xfrm>
            <a:off x="1045085" y="18885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836" name="Google Shape;836;g2e8753077db_8_0"/>
          <p:cNvSpPr txBox="1"/>
          <p:nvPr/>
        </p:nvSpPr>
        <p:spPr>
          <a:xfrm>
            <a:off x="1440037" y="18885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837" name="Google Shape;837;g2e8753077db_8_0"/>
          <p:cNvGrpSpPr/>
          <p:nvPr/>
        </p:nvGrpSpPr>
        <p:grpSpPr>
          <a:xfrm>
            <a:off x="7264465" y="1756475"/>
            <a:ext cx="1428850" cy="393581"/>
            <a:chOff x="1330057" y="4599501"/>
            <a:chExt cx="1905133" cy="393581"/>
          </a:xfrm>
        </p:grpSpPr>
        <p:sp>
          <p:nvSpPr>
            <p:cNvPr id="838" name="Google Shape;838;g2e8753077db_8_0"/>
            <p:cNvSpPr/>
            <p:nvPr/>
          </p:nvSpPr>
          <p:spPr>
            <a:xfrm>
              <a:off x="1631314" y="4599501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9" name="Google Shape;839;g2e8753077db_8_0"/>
            <p:cNvCxnSpPr/>
            <p:nvPr/>
          </p:nvCxnSpPr>
          <p:spPr>
            <a:xfrm>
              <a:off x="1332246" y="4712241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0" name="Google Shape;840;g2e8753077db_8_0"/>
            <p:cNvCxnSpPr/>
            <p:nvPr/>
          </p:nvCxnSpPr>
          <p:spPr>
            <a:xfrm>
              <a:off x="1330057" y="4862452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1" name="Google Shape;841;g2e8753077db_8_0"/>
            <p:cNvCxnSpPr/>
            <p:nvPr/>
          </p:nvCxnSpPr>
          <p:spPr>
            <a:xfrm>
              <a:off x="1983555" y="479291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2" name="Google Shape;842;g2e8753077db_8_0"/>
            <p:cNvSpPr/>
            <p:nvPr/>
          </p:nvSpPr>
          <p:spPr>
            <a:xfrm>
              <a:off x="1938343" y="4757682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g2e8753077db_8_0"/>
            <p:cNvSpPr/>
            <p:nvPr/>
          </p:nvSpPr>
          <p:spPr>
            <a:xfrm>
              <a:off x="2583881" y="4606919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4" name="Google Shape;844;g2e8753077db_8_0"/>
            <p:cNvCxnSpPr/>
            <p:nvPr/>
          </p:nvCxnSpPr>
          <p:spPr>
            <a:xfrm>
              <a:off x="2284813" y="471965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" name="Google Shape;845;g2e8753077db_8_0"/>
            <p:cNvCxnSpPr/>
            <p:nvPr/>
          </p:nvCxnSpPr>
          <p:spPr>
            <a:xfrm>
              <a:off x="2282624" y="486987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6" name="Google Shape;846;g2e8753077db_8_0"/>
            <p:cNvCxnSpPr/>
            <p:nvPr/>
          </p:nvCxnSpPr>
          <p:spPr>
            <a:xfrm>
              <a:off x="2936122" y="4800328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7" name="Google Shape;847;g2e8753077db_8_0"/>
            <p:cNvSpPr/>
            <p:nvPr/>
          </p:nvSpPr>
          <p:spPr>
            <a:xfrm>
              <a:off x="2890910" y="4765100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8" name="Google Shape;848;g2e8753077db_8_0"/>
            <p:cNvCxnSpPr/>
            <p:nvPr/>
          </p:nvCxnSpPr>
          <p:spPr>
            <a:xfrm rot="10800000">
              <a:off x="2282624" y="4719573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49" name="Google Shape;849;g2e8753077db_8_0"/>
          <p:cNvGrpSpPr/>
          <p:nvPr/>
        </p:nvGrpSpPr>
        <p:grpSpPr>
          <a:xfrm>
            <a:off x="4790177" y="3928118"/>
            <a:ext cx="1651222" cy="922414"/>
            <a:chOff x="756991" y="4780337"/>
            <a:chExt cx="2201629" cy="922414"/>
          </a:xfrm>
        </p:grpSpPr>
        <p:grpSp>
          <p:nvGrpSpPr>
            <p:cNvPr id="850" name="Google Shape;850;g2e8753077db_8_0"/>
            <p:cNvGrpSpPr/>
            <p:nvPr/>
          </p:nvGrpSpPr>
          <p:grpSpPr>
            <a:xfrm>
              <a:off x="756991" y="4780337"/>
              <a:ext cx="1251635" cy="386163"/>
              <a:chOff x="3888555" y="4862484"/>
              <a:chExt cx="1251635" cy="386163"/>
            </a:xfrm>
          </p:grpSpPr>
          <p:cxnSp>
            <p:nvCxnSpPr>
              <p:cNvPr id="851" name="Google Shape;851;g2e8753077db_8_0"/>
              <p:cNvCxnSpPr/>
              <p:nvPr/>
            </p:nvCxnSpPr>
            <p:spPr>
              <a:xfrm>
                <a:off x="3888555" y="504847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2" name="Google Shape;852;g2e8753077db_8_0"/>
              <p:cNvSpPr/>
              <p:nvPr/>
            </p:nvSpPr>
            <p:spPr>
              <a:xfrm>
                <a:off x="4488881" y="4862484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53" name="Google Shape;853;g2e8753077db_8_0"/>
              <p:cNvCxnSpPr/>
              <p:nvPr/>
            </p:nvCxnSpPr>
            <p:spPr>
              <a:xfrm>
                <a:off x="4189813" y="4975224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4" name="Google Shape;854;g2e8753077db_8_0"/>
              <p:cNvCxnSpPr/>
              <p:nvPr/>
            </p:nvCxnSpPr>
            <p:spPr>
              <a:xfrm>
                <a:off x="4187624" y="512543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5" name="Google Shape;855;g2e8753077db_8_0"/>
              <p:cNvCxnSpPr/>
              <p:nvPr/>
            </p:nvCxnSpPr>
            <p:spPr>
              <a:xfrm>
                <a:off x="4841122" y="505589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6" name="Google Shape;856;g2e8753077db_8_0"/>
              <p:cNvSpPr/>
              <p:nvPr/>
            </p:nvSpPr>
            <p:spPr>
              <a:xfrm>
                <a:off x="4795910" y="5020665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57" name="Google Shape;857;g2e8753077db_8_0"/>
              <p:cNvCxnSpPr/>
              <p:nvPr/>
            </p:nvCxnSpPr>
            <p:spPr>
              <a:xfrm rot="10800000">
                <a:off x="4187624" y="4975138"/>
                <a:ext cx="0" cy="1502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58" name="Google Shape;858;g2e8753077db_8_0"/>
            <p:cNvGrpSpPr/>
            <p:nvPr/>
          </p:nvGrpSpPr>
          <p:grpSpPr>
            <a:xfrm>
              <a:off x="756991" y="5316588"/>
              <a:ext cx="1251635" cy="386163"/>
              <a:chOff x="3888555" y="4862484"/>
              <a:chExt cx="1251635" cy="386163"/>
            </a:xfrm>
          </p:grpSpPr>
          <p:cxnSp>
            <p:nvCxnSpPr>
              <p:cNvPr id="859" name="Google Shape;859;g2e8753077db_8_0"/>
              <p:cNvCxnSpPr/>
              <p:nvPr/>
            </p:nvCxnSpPr>
            <p:spPr>
              <a:xfrm>
                <a:off x="3888555" y="504847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60" name="Google Shape;860;g2e8753077db_8_0"/>
              <p:cNvSpPr/>
              <p:nvPr/>
            </p:nvSpPr>
            <p:spPr>
              <a:xfrm>
                <a:off x="4488881" y="4862484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1" name="Google Shape;861;g2e8753077db_8_0"/>
              <p:cNvCxnSpPr/>
              <p:nvPr/>
            </p:nvCxnSpPr>
            <p:spPr>
              <a:xfrm>
                <a:off x="4189813" y="4975224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2" name="Google Shape;862;g2e8753077db_8_0"/>
              <p:cNvCxnSpPr/>
              <p:nvPr/>
            </p:nvCxnSpPr>
            <p:spPr>
              <a:xfrm>
                <a:off x="4187624" y="512543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3" name="Google Shape;863;g2e8753077db_8_0"/>
              <p:cNvCxnSpPr/>
              <p:nvPr/>
            </p:nvCxnSpPr>
            <p:spPr>
              <a:xfrm>
                <a:off x="4841122" y="505589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64" name="Google Shape;864;g2e8753077db_8_0"/>
              <p:cNvSpPr/>
              <p:nvPr/>
            </p:nvSpPr>
            <p:spPr>
              <a:xfrm>
                <a:off x="4795910" y="5020665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5" name="Google Shape;865;g2e8753077db_8_0"/>
              <p:cNvCxnSpPr/>
              <p:nvPr/>
            </p:nvCxnSpPr>
            <p:spPr>
              <a:xfrm rot="10800000">
                <a:off x="4187624" y="4975138"/>
                <a:ext cx="0" cy="1502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66" name="Google Shape;866;g2e8753077db_8_0"/>
            <p:cNvGrpSpPr/>
            <p:nvPr/>
          </p:nvGrpSpPr>
          <p:grpSpPr>
            <a:xfrm>
              <a:off x="2006054" y="5051126"/>
              <a:ext cx="952566" cy="386163"/>
              <a:chOff x="2061934" y="5070992"/>
              <a:chExt cx="952566" cy="386163"/>
            </a:xfrm>
          </p:grpSpPr>
          <p:sp>
            <p:nvSpPr>
              <p:cNvPr id="867" name="Google Shape;867;g2e8753077db_8_0"/>
              <p:cNvSpPr/>
              <p:nvPr/>
            </p:nvSpPr>
            <p:spPr>
              <a:xfrm>
                <a:off x="2363191" y="5070992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8" name="Google Shape;868;g2e8753077db_8_0"/>
              <p:cNvCxnSpPr/>
              <p:nvPr/>
            </p:nvCxnSpPr>
            <p:spPr>
              <a:xfrm>
                <a:off x="2064123" y="5183732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9" name="Google Shape;869;g2e8753077db_8_0"/>
              <p:cNvCxnSpPr/>
              <p:nvPr/>
            </p:nvCxnSpPr>
            <p:spPr>
              <a:xfrm>
                <a:off x="2061934" y="533394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0" name="Google Shape;870;g2e8753077db_8_0"/>
              <p:cNvCxnSpPr/>
              <p:nvPr/>
            </p:nvCxnSpPr>
            <p:spPr>
              <a:xfrm>
                <a:off x="2715432" y="5264401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71" name="Google Shape;871;g2e8753077db_8_0"/>
              <p:cNvSpPr/>
              <p:nvPr/>
            </p:nvSpPr>
            <p:spPr>
              <a:xfrm>
                <a:off x="2670220" y="5229173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72" name="Google Shape;872;g2e8753077db_8_0"/>
            <p:cNvCxnSpPr/>
            <p:nvPr/>
          </p:nvCxnSpPr>
          <p:spPr>
            <a:xfrm rot="10800000">
              <a:off x="2008594" y="4971408"/>
              <a:ext cx="0" cy="19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3" name="Google Shape;873;g2e8753077db_8_0"/>
            <p:cNvCxnSpPr/>
            <p:nvPr/>
          </p:nvCxnSpPr>
          <p:spPr>
            <a:xfrm rot="10800000">
              <a:off x="2006054" y="5314077"/>
              <a:ext cx="0" cy="198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74" name="Google Shape;874;g2e8753077db_8_0"/>
          <p:cNvGrpSpPr/>
          <p:nvPr/>
        </p:nvGrpSpPr>
        <p:grpSpPr>
          <a:xfrm>
            <a:off x="7269019" y="969036"/>
            <a:ext cx="938726" cy="386163"/>
            <a:chOff x="3888555" y="4862484"/>
            <a:chExt cx="1251635" cy="386163"/>
          </a:xfrm>
        </p:grpSpPr>
        <p:cxnSp>
          <p:nvCxnSpPr>
            <p:cNvPr id="875" name="Google Shape;875;g2e8753077db_8_0"/>
            <p:cNvCxnSpPr/>
            <p:nvPr/>
          </p:nvCxnSpPr>
          <p:spPr>
            <a:xfrm>
              <a:off x="3888555" y="504847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6" name="Google Shape;876;g2e8753077db_8_0"/>
            <p:cNvSpPr/>
            <p:nvPr/>
          </p:nvSpPr>
          <p:spPr>
            <a:xfrm>
              <a:off x="4488881" y="4862484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7" name="Google Shape;877;g2e8753077db_8_0"/>
            <p:cNvCxnSpPr/>
            <p:nvPr/>
          </p:nvCxnSpPr>
          <p:spPr>
            <a:xfrm>
              <a:off x="4189813" y="4975224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8" name="Google Shape;878;g2e8753077db_8_0"/>
            <p:cNvCxnSpPr/>
            <p:nvPr/>
          </p:nvCxnSpPr>
          <p:spPr>
            <a:xfrm>
              <a:off x="4187624" y="512543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9" name="Google Shape;879;g2e8753077db_8_0"/>
            <p:cNvCxnSpPr/>
            <p:nvPr/>
          </p:nvCxnSpPr>
          <p:spPr>
            <a:xfrm>
              <a:off x="4841122" y="5055893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0" name="Google Shape;880;g2e8753077db_8_0"/>
            <p:cNvSpPr/>
            <p:nvPr/>
          </p:nvSpPr>
          <p:spPr>
            <a:xfrm>
              <a:off x="4795910" y="5020665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" name="Google Shape;881;g2e8753077db_8_0"/>
            <p:cNvCxnSpPr/>
            <p:nvPr/>
          </p:nvCxnSpPr>
          <p:spPr>
            <a:xfrm rot="10800000">
              <a:off x="4187624" y="4975138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82" name="Google Shape;882;g2e8753077db_8_0"/>
          <p:cNvGrpSpPr/>
          <p:nvPr/>
        </p:nvGrpSpPr>
        <p:grpSpPr>
          <a:xfrm>
            <a:off x="1717179" y="2379432"/>
            <a:ext cx="1428850" cy="393581"/>
            <a:chOff x="1330057" y="4599501"/>
            <a:chExt cx="1905133" cy="393581"/>
          </a:xfrm>
        </p:grpSpPr>
        <p:sp>
          <p:nvSpPr>
            <p:cNvPr id="883" name="Google Shape;883;g2e8753077db_8_0"/>
            <p:cNvSpPr/>
            <p:nvPr/>
          </p:nvSpPr>
          <p:spPr>
            <a:xfrm>
              <a:off x="1631314" y="4599501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4" name="Google Shape;884;g2e8753077db_8_0"/>
            <p:cNvCxnSpPr/>
            <p:nvPr/>
          </p:nvCxnSpPr>
          <p:spPr>
            <a:xfrm>
              <a:off x="1332246" y="4712241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5" name="Google Shape;885;g2e8753077db_8_0"/>
            <p:cNvCxnSpPr/>
            <p:nvPr/>
          </p:nvCxnSpPr>
          <p:spPr>
            <a:xfrm>
              <a:off x="1330057" y="4862452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6" name="Google Shape;886;g2e8753077db_8_0"/>
            <p:cNvCxnSpPr/>
            <p:nvPr/>
          </p:nvCxnSpPr>
          <p:spPr>
            <a:xfrm>
              <a:off x="1983555" y="479291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7" name="Google Shape;887;g2e8753077db_8_0"/>
            <p:cNvSpPr/>
            <p:nvPr/>
          </p:nvSpPr>
          <p:spPr>
            <a:xfrm>
              <a:off x="1938343" y="4757682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g2e8753077db_8_0"/>
            <p:cNvSpPr/>
            <p:nvPr/>
          </p:nvSpPr>
          <p:spPr>
            <a:xfrm>
              <a:off x="2583881" y="4606919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9" name="Google Shape;889;g2e8753077db_8_0"/>
            <p:cNvCxnSpPr/>
            <p:nvPr/>
          </p:nvCxnSpPr>
          <p:spPr>
            <a:xfrm>
              <a:off x="2284813" y="471965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0" name="Google Shape;890;g2e8753077db_8_0"/>
            <p:cNvCxnSpPr/>
            <p:nvPr/>
          </p:nvCxnSpPr>
          <p:spPr>
            <a:xfrm>
              <a:off x="2282624" y="486987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1" name="Google Shape;891;g2e8753077db_8_0"/>
            <p:cNvCxnSpPr/>
            <p:nvPr/>
          </p:nvCxnSpPr>
          <p:spPr>
            <a:xfrm>
              <a:off x="2936122" y="4800328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2" name="Google Shape;892;g2e8753077db_8_0"/>
            <p:cNvSpPr/>
            <p:nvPr/>
          </p:nvSpPr>
          <p:spPr>
            <a:xfrm>
              <a:off x="2890910" y="4765100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3" name="Google Shape;893;g2e8753077db_8_0"/>
            <p:cNvCxnSpPr/>
            <p:nvPr/>
          </p:nvCxnSpPr>
          <p:spPr>
            <a:xfrm rot="10800000">
              <a:off x="2282624" y="4719573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94" name="Google Shape;894;g2e8753077db_8_0"/>
          <p:cNvCxnSpPr/>
          <p:nvPr/>
        </p:nvCxnSpPr>
        <p:spPr>
          <a:xfrm>
            <a:off x="1184508" y="2492172"/>
            <a:ext cx="54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5" name="Google Shape;895;g2e8753077db_8_0"/>
          <p:cNvCxnSpPr/>
          <p:nvPr/>
        </p:nvCxnSpPr>
        <p:spPr>
          <a:xfrm flipH="1" rot="10800000">
            <a:off x="1578608" y="2642457"/>
            <a:ext cx="1653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6" name="Google Shape;896;g2e8753077db_8_0"/>
          <p:cNvSpPr txBox="1"/>
          <p:nvPr/>
        </p:nvSpPr>
        <p:spPr>
          <a:xfrm>
            <a:off x="2876220" y="22106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897" name="Google Shape;897;g2e8753077db_8_0"/>
          <p:cNvGrpSpPr/>
          <p:nvPr/>
        </p:nvGrpSpPr>
        <p:grpSpPr>
          <a:xfrm>
            <a:off x="3136843" y="2392725"/>
            <a:ext cx="1651222" cy="922414"/>
            <a:chOff x="756991" y="4780337"/>
            <a:chExt cx="2201629" cy="922414"/>
          </a:xfrm>
        </p:grpSpPr>
        <p:grpSp>
          <p:nvGrpSpPr>
            <p:cNvPr id="898" name="Google Shape;898;g2e8753077db_8_0"/>
            <p:cNvGrpSpPr/>
            <p:nvPr/>
          </p:nvGrpSpPr>
          <p:grpSpPr>
            <a:xfrm>
              <a:off x="756991" y="4780337"/>
              <a:ext cx="1251635" cy="386163"/>
              <a:chOff x="3888555" y="4862484"/>
              <a:chExt cx="1251635" cy="386163"/>
            </a:xfrm>
          </p:grpSpPr>
          <p:cxnSp>
            <p:nvCxnSpPr>
              <p:cNvPr id="899" name="Google Shape;899;g2e8753077db_8_0"/>
              <p:cNvCxnSpPr/>
              <p:nvPr/>
            </p:nvCxnSpPr>
            <p:spPr>
              <a:xfrm>
                <a:off x="3888555" y="504847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00" name="Google Shape;900;g2e8753077db_8_0"/>
              <p:cNvSpPr/>
              <p:nvPr/>
            </p:nvSpPr>
            <p:spPr>
              <a:xfrm>
                <a:off x="4488881" y="4862484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01" name="Google Shape;901;g2e8753077db_8_0"/>
              <p:cNvCxnSpPr/>
              <p:nvPr/>
            </p:nvCxnSpPr>
            <p:spPr>
              <a:xfrm>
                <a:off x="4189813" y="4975224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2" name="Google Shape;902;g2e8753077db_8_0"/>
              <p:cNvCxnSpPr/>
              <p:nvPr/>
            </p:nvCxnSpPr>
            <p:spPr>
              <a:xfrm>
                <a:off x="4187624" y="512543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3" name="Google Shape;903;g2e8753077db_8_0"/>
              <p:cNvCxnSpPr/>
              <p:nvPr/>
            </p:nvCxnSpPr>
            <p:spPr>
              <a:xfrm>
                <a:off x="4841122" y="505589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04" name="Google Shape;904;g2e8753077db_8_0"/>
              <p:cNvSpPr/>
              <p:nvPr/>
            </p:nvSpPr>
            <p:spPr>
              <a:xfrm>
                <a:off x="4795910" y="5020665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05" name="Google Shape;905;g2e8753077db_8_0"/>
              <p:cNvCxnSpPr/>
              <p:nvPr/>
            </p:nvCxnSpPr>
            <p:spPr>
              <a:xfrm rot="10800000">
                <a:off x="4187624" y="4975138"/>
                <a:ext cx="0" cy="1502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06" name="Google Shape;906;g2e8753077db_8_0"/>
            <p:cNvGrpSpPr/>
            <p:nvPr/>
          </p:nvGrpSpPr>
          <p:grpSpPr>
            <a:xfrm>
              <a:off x="756991" y="5316588"/>
              <a:ext cx="1251635" cy="386163"/>
              <a:chOff x="3888555" y="4862484"/>
              <a:chExt cx="1251635" cy="386163"/>
            </a:xfrm>
          </p:grpSpPr>
          <p:cxnSp>
            <p:nvCxnSpPr>
              <p:cNvPr id="907" name="Google Shape;907;g2e8753077db_8_0"/>
              <p:cNvCxnSpPr/>
              <p:nvPr/>
            </p:nvCxnSpPr>
            <p:spPr>
              <a:xfrm>
                <a:off x="3888555" y="504847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08" name="Google Shape;908;g2e8753077db_8_0"/>
              <p:cNvSpPr/>
              <p:nvPr/>
            </p:nvSpPr>
            <p:spPr>
              <a:xfrm>
                <a:off x="4488881" y="4862484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09" name="Google Shape;909;g2e8753077db_8_0"/>
              <p:cNvCxnSpPr/>
              <p:nvPr/>
            </p:nvCxnSpPr>
            <p:spPr>
              <a:xfrm>
                <a:off x="4189813" y="4975224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0" name="Google Shape;910;g2e8753077db_8_0"/>
              <p:cNvCxnSpPr/>
              <p:nvPr/>
            </p:nvCxnSpPr>
            <p:spPr>
              <a:xfrm>
                <a:off x="4187624" y="512543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1" name="Google Shape;911;g2e8753077db_8_0"/>
              <p:cNvCxnSpPr/>
              <p:nvPr/>
            </p:nvCxnSpPr>
            <p:spPr>
              <a:xfrm>
                <a:off x="4841122" y="505589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12" name="Google Shape;912;g2e8753077db_8_0"/>
              <p:cNvSpPr/>
              <p:nvPr/>
            </p:nvSpPr>
            <p:spPr>
              <a:xfrm>
                <a:off x="4795910" y="5020665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13" name="Google Shape;913;g2e8753077db_8_0"/>
              <p:cNvCxnSpPr/>
              <p:nvPr/>
            </p:nvCxnSpPr>
            <p:spPr>
              <a:xfrm rot="10800000">
                <a:off x="4187624" y="4975138"/>
                <a:ext cx="0" cy="1502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14" name="Google Shape;914;g2e8753077db_8_0"/>
            <p:cNvGrpSpPr/>
            <p:nvPr/>
          </p:nvGrpSpPr>
          <p:grpSpPr>
            <a:xfrm>
              <a:off x="2006054" y="5051126"/>
              <a:ext cx="952566" cy="386163"/>
              <a:chOff x="2061934" y="5070992"/>
              <a:chExt cx="952566" cy="386163"/>
            </a:xfrm>
          </p:grpSpPr>
          <p:sp>
            <p:nvSpPr>
              <p:cNvPr id="915" name="Google Shape;915;g2e8753077db_8_0"/>
              <p:cNvSpPr/>
              <p:nvPr/>
            </p:nvSpPr>
            <p:spPr>
              <a:xfrm>
                <a:off x="2363191" y="5070992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16" name="Google Shape;916;g2e8753077db_8_0"/>
              <p:cNvCxnSpPr/>
              <p:nvPr/>
            </p:nvCxnSpPr>
            <p:spPr>
              <a:xfrm>
                <a:off x="2064123" y="5183732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7" name="Google Shape;917;g2e8753077db_8_0"/>
              <p:cNvCxnSpPr/>
              <p:nvPr/>
            </p:nvCxnSpPr>
            <p:spPr>
              <a:xfrm>
                <a:off x="2061934" y="533394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8" name="Google Shape;918;g2e8753077db_8_0"/>
              <p:cNvCxnSpPr/>
              <p:nvPr/>
            </p:nvCxnSpPr>
            <p:spPr>
              <a:xfrm>
                <a:off x="2715432" y="5264401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19" name="Google Shape;919;g2e8753077db_8_0"/>
              <p:cNvSpPr/>
              <p:nvPr/>
            </p:nvSpPr>
            <p:spPr>
              <a:xfrm>
                <a:off x="2670220" y="5229173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20" name="Google Shape;920;g2e8753077db_8_0"/>
            <p:cNvCxnSpPr/>
            <p:nvPr/>
          </p:nvCxnSpPr>
          <p:spPr>
            <a:xfrm rot="10800000">
              <a:off x="2008594" y="4971408"/>
              <a:ext cx="0" cy="19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1" name="Google Shape;921;g2e8753077db_8_0"/>
            <p:cNvCxnSpPr/>
            <p:nvPr/>
          </p:nvCxnSpPr>
          <p:spPr>
            <a:xfrm rot="10800000">
              <a:off x="2006054" y="5314077"/>
              <a:ext cx="0" cy="198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2" name="Google Shape;922;g2e8753077db_8_0"/>
          <p:cNvCxnSpPr/>
          <p:nvPr/>
        </p:nvCxnSpPr>
        <p:spPr>
          <a:xfrm flipH="1" rot="10800000">
            <a:off x="794460" y="3114558"/>
            <a:ext cx="23625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3" name="Google Shape;923;g2e8753077db_8_0"/>
          <p:cNvSpPr txBox="1"/>
          <p:nvPr/>
        </p:nvSpPr>
        <p:spPr>
          <a:xfrm>
            <a:off x="4492551" y="2546850"/>
            <a:ext cx="7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924" name="Google Shape;924;g2e8753077db_8_0"/>
          <p:cNvGrpSpPr/>
          <p:nvPr/>
        </p:nvGrpSpPr>
        <p:grpSpPr>
          <a:xfrm>
            <a:off x="3361145" y="3620027"/>
            <a:ext cx="1428850" cy="393581"/>
            <a:chOff x="1330057" y="4599501"/>
            <a:chExt cx="1905133" cy="393581"/>
          </a:xfrm>
        </p:grpSpPr>
        <p:sp>
          <p:nvSpPr>
            <p:cNvPr id="925" name="Google Shape;925;g2e8753077db_8_0"/>
            <p:cNvSpPr/>
            <p:nvPr/>
          </p:nvSpPr>
          <p:spPr>
            <a:xfrm>
              <a:off x="1631314" y="4599501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26" name="Google Shape;926;g2e8753077db_8_0"/>
            <p:cNvCxnSpPr/>
            <p:nvPr/>
          </p:nvCxnSpPr>
          <p:spPr>
            <a:xfrm>
              <a:off x="1332246" y="4712241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7" name="Google Shape;927;g2e8753077db_8_0"/>
            <p:cNvCxnSpPr/>
            <p:nvPr/>
          </p:nvCxnSpPr>
          <p:spPr>
            <a:xfrm>
              <a:off x="1330057" y="4862452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8" name="Google Shape;928;g2e8753077db_8_0"/>
            <p:cNvCxnSpPr/>
            <p:nvPr/>
          </p:nvCxnSpPr>
          <p:spPr>
            <a:xfrm>
              <a:off x="1983555" y="479291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29" name="Google Shape;929;g2e8753077db_8_0"/>
            <p:cNvSpPr/>
            <p:nvPr/>
          </p:nvSpPr>
          <p:spPr>
            <a:xfrm>
              <a:off x="1938343" y="4757682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g2e8753077db_8_0"/>
            <p:cNvSpPr/>
            <p:nvPr/>
          </p:nvSpPr>
          <p:spPr>
            <a:xfrm>
              <a:off x="2583881" y="4606919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1" name="Google Shape;931;g2e8753077db_8_0"/>
            <p:cNvCxnSpPr/>
            <p:nvPr/>
          </p:nvCxnSpPr>
          <p:spPr>
            <a:xfrm>
              <a:off x="2284813" y="471965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2" name="Google Shape;932;g2e8753077db_8_0"/>
            <p:cNvCxnSpPr/>
            <p:nvPr/>
          </p:nvCxnSpPr>
          <p:spPr>
            <a:xfrm>
              <a:off x="2282624" y="486987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3" name="Google Shape;933;g2e8753077db_8_0"/>
            <p:cNvCxnSpPr/>
            <p:nvPr/>
          </p:nvCxnSpPr>
          <p:spPr>
            <a:xfrm>
              <a:off x="2936122" y="4800328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34" name="Google Shape;934;g2e8753077db_8_0"/>
            <p:cNvSpPr/>
            <p:nvPr/>
          </p:nvSpPr>
          <p:spPr>
            <a:xfrm>
              <a:off x="2890910" y="4765100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5" name="Google Shape;935;g2e8753077db_8_0"/>
            <p:cNvCxnSpPr/>
            <p:nvPr/>
          </p:nvCxnSpPr>
          <p:spPr>
            <a:xfrm rot="10800000">
              <a:off x="2282624" y="4719573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36" name="Google Shape;936;g2e8753077db_8_0"/>
          <p:cNvCxnSpPr/>
          <p:nvPr/>
        </p:nvCxnSpPr>
        <p:spPr>
          <a:xfrm flipH="1" rot="10800000">
            <a:off x="393485" y="3882896"/>
            <a:ext cx="30309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7" name="Google Shape;937;g2e8753077db_8_0"/>
          <p:cNvCxnSpPr/>
          <p:nvPr/>
        </p:nvCxnSpPr>
        <p:spPr>
          <a:xfrm>
            <a:off x="4788065" y="2857939"/>
            <a:ext cx="0" cy="56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8" name="Google Shape;938;g2e8753077db_8_0"/>
          <p:cNvCxnSpPr/>
          <p:nvPr/>
        </p:nvCxnSpPr>
        <p:spPr>
          <a:xfrm>
            <a:off x="3361145" y="3422630"/>
            <a:ext cx="142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9" name="Google Shape;939;g2e8753077db_8_0"/>
          <p:cNvCxnSpPr/>
          <p:nvPr/>
        </p:nvCxnSpPr>
        <p:spPr>
          <a:xfrm>
            <a:off x="3361145" y="3422630"/>
            <a:ext cx="0" cy="31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0" name="Google Shape;940;g2e8753077db_8_0"/>
          <p:cNvSpPr txBox="1"/>
          <p:nvPr/>
        </p:nvSpPr>
        <p:spPr>
          <a:xfrm>
            <a:off x="4512848" y="3478675"/>
            <a:ext cx="107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941" name="Google Shape;941;g2e8753077db_8_0"/>
          <p:cNvGrpSpPr/>
          <p:nvPr/>
        </p:nvGrpSpPr>
        <p:grpSpPr>
          <a:xfrm>
            <a:off x="1670542" y="4081775"/>
            <a:ext cx="938726" cy="386163"/>
            <a:chOff x="3888555" y="4862484"/>
            <a:chExt cx="1251635" cy="386163"/>
          </a:xfrm>
        </p:grpSpPr>
        <p:cxnSp>
          <p:nvCxnSpPr>
            <p:cNvPr id="942" name="Google Shape;942;g2e8753077db_8_0"/>
            <p:cNvCxnSpPr/>
            <p:nvPr/>
          </p:nvCxnSpPr>
          <p:spPr>
            <a:xfrm>
              <a:off x="3888555" y="504847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43" name="Google Shape;943;g2e8753077db_8_0"/>
            <p:cNvSpPr/>
            <p:nvPr/>
          </p:nvSpPr>
          <p:spPr>
            <a:xfrm>
              <a:off x="4488881" y="4862484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4" name="Google Shape;944;g2e8753077db_8_0"/>
            <p:cNvCxnSpPr/>
            <p:nvPr/>
          </p:nvCxnSpPr>
          <p:spPr>
            <a:xfrm>
              <a:off x="4189813" y="4975224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" name="Google Shape;945;g2e8753077db_8_0"/>
            <p:cNvCxnSpPr/>
            <p:nvPr/>
          </p:nvCxnSpPr>
          <p:spPr>
            <a:xfrm>
              <a:off x="4187624" y="5125435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" name="Google Shape;946;g2e8753077db_8_0"/>
            <p:cNvCxnSpPr/>
            <p:nvPr/>
          </p:nvCxnSpPr>
          <p:spPr>
            <a:xfrm>
              <a:off x="4841122" y="5055893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47" name="Google Shape;947;g2e8753077db_8_0"/>
            <p:cNvSpPr/>
            <p:nvPr/>
          </p:nvSpPr>
          <p:spPr>
            <a:xfrm>
              <a:off x="4795910" y="5020665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8" name="Google Shape;948;g2e8753077db_8_0"/>
            <p:cNvCxnSpPr/>
            <p:nvPr/>
          </p:nvCxnSpPr>
          <p:spPr>
            <a:xfrm rot="10800000">
              <a:off x="4187624" y="4975138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49" name="Google Shape;949;g2e8753077db_8_0"/>
          <p:cNvCxnSpPr/>
          <p:nvPr/>
        </p:nvCxnSpPr>
        <p:spPr>
          <a:xfrm flipH="1" rot="10800000">
            <a:off x="1186704" y="4267656"/>
            <a:ext cx="5217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0" name="Google Shape;950;g2e8753077db_8_0"/>
          <p:cNvGrpSpPr/>
          <p:nvPr/>
        </p:nvGrpSpPr>
        <p:grpSpPr>
          <a:xfrm>
            <a:off x="2609268" y="4453141"/>
            <a:ext cx="1428850" cy="393581"/>
            <a:chOff x="1330057" y="4599501"/>
            <a:chExt cx="1905133" cy="393581"/>
          </a:xfrm>
        </p:grpSpPr>
        <p:sp>
          <p:nvSpPr>
            <p:cNvPr id="951" name="Google Shape;951;g2e8753077db_8_0"/>
            <p:cNvSpPr/>
            <p:nvPr/>
          </p:nvSpPr>
          <p:spPr>
            <a:xfrm>
              <a:off x="1631314" y="4599501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2" name="Google Shape;952;g2e8753077db_8_0"/>
            <p:cNvCxnSpPr/>
            <p:nvPr/>
          </p:nvCxnSpPr>
          <p:spPr>
            <a:xfrm>
              <a:off x="1332246" y="4712241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3" name="Google Shape;953;g2e8753077db_8_0"/>
            <p:cNvCxnSpPr/>
            <p:nvPr/>
          </p:nvCxnSpPr>
          <p:spPr>
            <a:xfrm>
              <a:off x="1330057" y="4862452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" name="Google Shape;954;g2e8753077db_8_0"/>
            <p:cNvCxnSpPr/>
            <p:nvPr/>
          </p:nvCxnSpPr>
          <p:spPr>
            <a:xfrm>
              <a:off x="1983555" y="479291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55" name="Google Shape;955;g2e8753077db_8_0"/>
            <p:cNvSpPr/>
            <p:nvPr/>
          </p:nvSpPr>
          <p:spPr>
            <a:xfrm>
              <a:off x="1938343" y="4757682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g2e8753077db_8_0"/>
            <p:cNvSpPr/>
            <p:nvPr/>
          </p:nvSpPr>
          <p:spPr>
            <a:xfrm>
              <a:off x="2583881" y="4606919"/>
              <a:ext cx="303832" cy="386163"/>
            </a:xfrm>
            <a:prstGeom prst="flowChartDelay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7" name="Google Shape;957;g2e8753077db_8_0"/>
            <p:cNvCxnSpPr/>
            <p:nvPr/>
          </p:nvCxnSpPr>
          <p:spPr>
            <a:xfrm>
              <a:off x="2284813" y="471965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" name="Google Shape;958;g2e8753077db_8_0"/>
            <p:cNvCxnSpPr/>
            <p:nvPr/>
          </p:nvCxnSpPr>
          <p:spPr>
            <a:xfrm>
              <a:off x="2282624" y="4869870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9" name="Google Shape;959;g2e8753077db_8_0"/>
            <p:cNvCxnSpPr/>
            <p:nvPr/>
          </p:nvCxnSpPr>
          <p:spPr>
            <a:xfrm>
              <a:off x="2936122" y="4800328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60" name="Google Shape;960;g2e8753077db_8_0"/>
            <p:cNvSpPr/>
            <p:nvPr/>
          </p:nvSpPr>
          <p:spPr>
            <a:xfrm>
              <a:off x="2890910" y="4765100"/>
              <a:ext cx="47209" cy="6980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1" name="Google Shape;961;g2e8753077db_8_0"/>
            <p:cNvCxnSpPr/>
            <p:nvPr/>
          </p:nvCxnSpPr>
          <p:spPr>
            <a:xfrm rot="10800000">
              <a:off x="2282624" y="4719573"/>
              <a:ext cx="0" cy="150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62" name="Google Shape;962;g2e8753077db_8_0"/>
          <p:cNvCxnSpPr/>
          <p:nvPr/>
        </p:nvCxnSpPr>
        <p:spPr>
          <a:xfrm>
            <a:off x="804965" y="4716092"/>
            <a:ext cx="18219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3" name="Google Shape;963;g2e8753077db_8_0"/>
          <p:cNvCxnSpPr/>
          <p:nvPr/>
        </p:nvCxnSpPr>
        <p:spPr>
          <a:xfrm>
            <a:off x="2609268" y="4275502"/>
            <a:ext cx="0" cy="2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4" name="Google Shape;964;g2e8753077db_8_0"/>
          <p:cNvSpPr txBox="1"/>
          <p:nvPr/>
        </p:nvSpPr>
        <p:spPr>
          <a:xfrm>
            <a:off x="3779152" y="4302377"/>
            <a:ext cx="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965" name="Google Shape;965;g2e8753077db_8_0"/>
          <p:cNvGrpSpPr/>
          <p:nvPr/>
        </p:nvGrpSpPr>
        <p:grpSpPr>
          <a:xfrm>
            <a:off x="7379729" y="2614282"/>
            <a:ext cx="1651222" cy="922414"/>
            <a:chOff x="756991" y="4780337"/>
            <a:chExt cx="2201629" cy="922414"/>
          </a:xfrm>
        </p:grpSpPr>
        <p:grpSp>
          <p:nvGrpSpPr>
            <p:cNvPr id="966" name="Google Shape;966;g2e8753077db_8_0"/>
            <p:cNvGrpSpPr/>
            <p:nvPr/>
          </p:nvGrpSpPr>
          <p:grpSpPr>
            <a:xfrm>
              <a:off x="756991" y="4780337"/>
              <a:ext cx="1251635" cy="386163"/>
              <a:chOff x="3888555" y="4862484"/>
              <a:chExt cx="1251635" cy="386163"/>
            </a:xfrm>
          </p:grpSpPr>
          <p:cxnSp>
            <p:nvCxnSpPr>
              <p:cNvPr id="967" name="Google Shape;967;g2e8753077db_8_0"/>
              <p:cNvCxnSpPr/>
              <p:nvPr/>
            </p:nvCxnSpPr>
            <p:spPr>
              <a:xfrm>
                <a:off x="3888555" y="504847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68" name="Google Shape;968;g2e8753077db_8_0"/>
              <p:cNvSpPr/>
              <p:nvPr/>
            </p:nvSpPr>
            <p:spPr>
              <a:xfrm>
                <a:off x="4488881" y="4862484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69" name="Google Shape;969;g2e8753077db_8_0"/>
              <p:cNvCxnSpPr/>
              <p:nvPr/>
            </p:nvCxnSpPr>
            <p:spPr>
              <a:xfrm>
                <a:off x="4189813" y="4975224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0" name="Google Shape;970;g2e8753077db_8_0"/>
              <p:cNvCxnSpPr/>
              <p:nvPr/>
            </p:nvCxnSpPr>
            <p:spPr>
              <a:xfrm>
                <a:off x="4187624" y="512543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g2e8753077db_8_0"/>
              <p:cNvCxnSpPr/>
              <p:nvPr/>
            </p:nvCxnSpPr>
            <p:spPr>
              <a:xfrm>
                <a:off x="4841122" y="505589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72" name="Google Shape;972;g2e8753077db_8_0"/>
              <p:cNvSpPr/>
              <p:nvPr/>
            </p:nvSpPr>
            <p:spPr>
              <a:xfrm>
                <a:off x="4795910" y="5020665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73" name="Google Shape;973;g2e8753077db_8_0"/>
              <p:cNvCxnSpPr/>
              <p:nvPr/>
            </p:nvCxnSpPr>
            <p:spPr>
              <a:xfrm rot="10800000">
                <a:off x="4187624" y="4975138"/>
                <a:ext cx="0" cy="1502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74" name="Google Shape;974;g2e8753077db_8_0"/>
            <p:cNvGrpSpPr/>
            <p:nvPr/>
          </p:nvGrpSpPr>
          <p:grpSpPr>
            <a:xfrm>
              <a:off x="756991" y="5316588"/>
              <a:ext cx="1251635" cy="386163"/>
              <a:chOff x="3888555" y="4862484"/>
              <a:chExt cx="1251635" cy="386163"/>
            </a:xfrm>
          </p:grpSpPr>
          <p:cxnSp>
            <p:nvCxnSpPr>
              <p:cNvPr id="975" name="Google Shape;975;g2e8753077db_8_0"/>
              <p:cNvCxnSpPr/>
              <p:nvPr/>
            </p:nvCxnSpPr>
            <p:spPr>
              <a:xfrm>
                <a:off x="3888555" y="504847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76" name="Google Shape;976;g2e8753077db_8_0"/>
              <p:cNvSpPr/>
              <p:nvPr/>
            </p:nvSpPr>
            <p:spPr>
              <a:xfrm>
                <a:off x="4488881" y="4862484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77" name="Google Shape;977;g2e8753077db_8_0"/>
              <p:cNvCxnSpPr/>
              <p:nvPr/>
            </p:nvCxnSpPr>
            <p:spPr>
              <a:xfrm>
                <a:off x="4189813" y="4975224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g2e8753077db_8_0"/>
              <p:cNvCxnSpPr/>
              <p:nvPr/>
            </p:nvCxnSpPr>
            <p:spPr>
              <a:xfrm>
                <a:off x="4187624" y="5125435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9" name="Google Shape;979;g2e8753077db_8_0"/>
              <p:cNvCxnSpPr/>
              <p:nvPr/>
            </p:nvCxnSpPr>
            <p:spPr>
              <a:xfrm>
                <a:off x="4841122" y="505589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0" name="Google Shape;980;g2e8753077db_8_0"/>
              <p:cNvSpPr/>
              <p:nvPr/>
            </p:nvSpPr>
            <p:spPr>
              <a:xfrm>
                <a:off x="4795910" y="5020665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1" name="Google Shape;981;g2e8753077db_8_0"/>
              <p:cNvCxnSpPr/>
              <p:nvPr/>
            </p:nvCxnSpPr>
            <p:spPr>
              <a:xfrm rot="10800000">
                <a:off x="4187624" y="4975138"/>
                <a:ext cx="0" cy="1502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82" name="Google Shape;982;g2e8753077db_8_0"/>
            <p:cNvGrpSpPr/>
            <p:nvPr/>
          </p:nvGrpSpPr>
          <p:grpSpPr>
            <a:xfrm>
              <a:off x="2006054" y="5051126"/>
              <a:ext cx="952566" cy="386163"/>
              <a:chOff x="2061934" y="5070992"/>
              <a:chExt cx="952566" cy="386163"/>
            </a:xfrm>
          </p:grpSpPr>
          <p:sp>
            <p:nvSpPr>
              <p:cNvPr id="983" name="Google Shape;983;g2e8753077db_8_0"/>
              <p:cNvSpPr/>
              <p:nvPr/>
            </p:nvSpPr>
            <p:spPr>
              <a:xfrm>
                <a:off x="2363191" y="5070992"/>
                <a:ext cx="303832" cy="386163"/>
              </a:xfrm>
              <a:prstGeom prst="flowChartDelay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4" name="Google Shape;984;g2e8753077db_8_0"/>
              <p:cNvCxnSpPr/>
              <p:nvPr/>
            </p:nvCxnSpPr>
            <p:spPr>
              <a:xfrm>
                <a:off x="2064123" y="5183732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5" name="Google Shape;985;g2e8753077db_8_0"/>
              <p:cNvCxnSpPr/>
              <p:nvPr/>
            </p:nvCxnSpPr>
            <p:spPr>
              <a:xfrm>
                <a:off x="2061934" y="5333943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6" name="Google Shape;986;g2e8753077db_8_0"/>
              <p:cNvCxnSpPr/>
              <p:nvPr/>
            </p:nvCxnSpPr>
            <p:spPr>
              <a:xfrm>
                <a:off x="2715432" y="5264401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7" name="Google Shape;987;g2e8753077db_8_0"/>
              <p:cNvSpPr/>
              <p:nvPr/>
            </p:nvSpPr>
            <p:spPr>
              <a:xfrm>
                <a:off x="2670220" y="5229173"/>
                <a:ext cx="47209" cy="6980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88" name="Google Shape;988;g2e8753077db_8_0"/>
            <p:cNvCxnSpPr/>
            <p:nvPr/>
          </p:nvCxnSpPr>
          <p:spPr>
            <a:xfrm rot="10800000">
              <a:off x="2008594" y="4971408"/>
              <a:ext cx="0" cy="19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9" name="Google Shape;989;g2e8753077db_8_0"/>
            <p:cNvCxnSpPr/>
            <p:nvPr/>
          </p:nvCxnSpPr>
          <p:spPr>
            <a:xfrm rot="10800000">
              <a:off x="2006054" y="5314077"/>
              <a:ext cx="0" cy="198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90" name="Google Shape;990;g2e8753077db_8_0"/>
          <p:cNvCxnSpPr/>
          <p:nvPr/>
        </p:nvCxnSpPr>
        <p:spPr>
          <a:xfrm flipH="1" rot="10800000">
            <a:off x="4023686" y="4650040"/>
            <a:ext cx="7980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1" name="Google Shape;991;g2e8753077db_8_0"/>
          <p:cNvCxnSpPr/>
          <p:nvPr/>
        </p:nvCxnSpPr>
        <p:spPr>
          <a:xfrm>
            <a:off x="4788065" y="3820728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2" name="Google Shape;992;g2e8753077db_8_0"/>
          <p:cNvSpPr txBox="1"/>
          <p:nvPr/>
        </p:nvSpPr>
        <p:spPr>
          <a:xfrm>
            <a:off x="6202100" y="3951600"/>
            <a:ext cx="1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A(B+CD) +BC’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g2e8753077db_8_0"/>
          <p:cNvSpPr txBox="1"/>
          <p:nvPr/>
        </p:nvSpPr>
        <p:spPr>
          <a:xfrm>
            <a:off x="382025" y="669259"/>
            <a:ext cx="755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NAND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represent F=A(B+CD)+BC’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e8753077db_8_0"/>
          <p:cNvSpPr txBox="1"/>
          <p:nvPr/>
        </p:nvSpPr>
        <p:spPr>
          <a:xfrm>
            <a:off x="6971175" y="888538"/>
            <a:ext cx="24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g2e8753077db_8_0"/>
          <p:cNvSpPr txBox="1"/>
          <p:nvPr/>
        </p:nvSpPr>
        <p:spPr>
          <a:xfrm>
            <a:off x="8171625" y="927513"/>
            <a:ext cx="521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2e8753077db_8_0"/>
          <p:cNvSpPr txBox="1"/>
          <p:nvPr/>
        </p:nvSpPr>
        <p:spPr>
          <a:xfrm>
            <a:off x="6944000" y="1569538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2e8753077db_8_0"/>
          <p:cNvSpPr txBox="1"/>
          <p:nvPr/>
        </p:nvSpPr>
        <p:spPr>
          <a:xfrm>
            <a:off x="6944000" y="1806850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2e8753077db_8_0"/>
          <p:cNvSpPr txBox="1"/>
          <p:nvPr/>
        </p:nvSpPr>
        <p:spPr>
          <a:xfrm>
            <a:off x="8457500" y="1558938"/>
            <a:ext cx="48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g2e8753077db_8_0"/>
          <p:cNvSpPr txBox="1"/>
          <p:nvPr/>
        </p:nvSpPr>
        <p:spPr>
          <a:xfrm>
            <a:off x="7070175" y="30503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g2e8753077db_8_0"/>
          <p:cNvSpPr txBox="1"/>
          <p:nvPr/>
        </p:nvSpPr>
        <p:spPr>
          <a:xfrm>
            <a:off x="7036600" y="25744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g2e8753077db_8_0"/>
          <p:cNvSpPr txBox="1"/>
          <p:nvPr/>
        </p:nvSpPr>
        <p:spPr>
          <a:xfrm>
            <a:off x="8457500" y="2485338"/>
            <a:ext cx="6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9"/>
          <p:cNvSpPr txBox="1"/>
          <p:nvPr/>
        </p:nvSpPr>
        <p:spPr>
          <a:xfrm>
            <a:off x="431374" y="1805613"/>
            <a:ext cx="798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an expression is given, represent it using AND,OR and NOT gates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Draw each gate with equivalent NOR representation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 any 2 cascading inverters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Remove inverters from single input connection and replace input with its complement.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9"/>
          <p:cNvSpPr txBox="1"/>
          <p:nvPr/>
        </p:nvSpPr>
        <p:spPr>
          <a:xfrm>
            <a:off x="659637" y="1004260"/>
            <a:ext cx="669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Use NOR to represent F=A(B+CD)+BC’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9"/>
          <p:cNvSpPr txBox="1"/>
          <p:nvPr/>
        </p:nvSpPr>
        <p:spPr>
          <a:xfrm>
            <a:off x="79713" y="5031062"/>
            <a:ext cx="868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1800" u="sng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Tutorial: </a:t>
            </a:r>
            <a:endParaRPr b="0" i="0" sz="1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rPr b="0" i="0" lang="en-US" sz="1800" u="sng" cap="none" strike="noStrike">
                <a:solidFill>
                  <a:srgbClr val="BBEAEA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https://www.youtube.com/watch?v=eAuOqgT5lqM&amp;list=PLTlXQu_162Qg8-oRqv_iGYHSz2XrfUc51&amp;index=8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3" name="Google Shape;1013;g2e8753077db_11_0"/>
          <p:cNvCxnSpPr/>
          <p:nvPr/>
        </p:nvCxnSpPr>
        <p:spPr>
          <a:xfrm>
            <a:off x="628565" y="2526194"/>
            <a:ext cx="7800" cy="308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4" name="Google Shape;1014;g2e8753077db_11_0"/>
          <p:cNvCxnSpPr/>
          <p:nvPr/>
        </p:nvCxnSpPr>
        <p:spPr>
          <a:xfrm>
            <a:off x="1066230" y="2526194"/>
            <a:ext cx="23100" cy="308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5" name="Google Shape;1015;g2e8753077db_11_0"/>
          <p:cNvCxnSpPr/>
          <p:nvPr/>
        </p:nvCxnSpPr>
        <p:spPr>
          <a:xfrm>
            <a:off x="1503894" y="2526194"/>
            <a:ext cx="11700" cy="308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6" name="Google Shape;1016;g2e8753077db_11_0"/>
          <p:cNvCxnSpPr/>
          <p:nvPr/>
        </p:nvCxnSpPr>
        <p:spPr>
          <a:xfrm>
            <a:off x="1941559" y="2526194"/>
            <a:ext cx="23700" cy="308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7" name="Google Shape;1017;g2e8753077db_11_0"/>
          <p:cNvSpPr txBox="1"/>
          <p:nvPr/>
        </p:nvSpPr>
        <p:spPr>
          <a:xfrm>
            <a:off x="483775" y="21172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018" name="Google Shape;1018;g2e8753077db_11_0"/>
          <p:cNvSpPr txBox="1"/>
          <p:nvPr/>
        </p:nvSpPr>
        <p:spPr>
          <a:xfrm>
            <a:off x="918823" y="21172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019" name="Google Shape;1019;g2e8753077db_11_0"/>
          <p:cNvSpPr txBox="1"/>
          <p:nvPr/>
        </p:nvSpPr>
        <p:spPr>
          <a:xfrm>
            <a:off x="1353872" y="21172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020" name="Google Shape;1020;g2e8753077db_11_0"/>
          <p:cNvSpPr txBox="1"/>
          <p:nvPr/>
        </p:nvSpPr>
        <p:spPr>
          <a:xfrm>
            <a:off x="1788920" y="21172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1021" name="Google Shape;1021;g2e8753077db_11_0"/>
          <p:cNvGrpSpPr/>
          <p:nvPr/>
        </p:nvGrpSpPr>
        <p:grpSpPr>
          <a:xfrm>
            <a:off x="7385230" y="1300065"/>
            <a:ext cx="771979" cy="367959"/>
            <a:chOff x="9846973" y="1604865"/>
            <a:chExt cx="1029306" cy="367959"/>
          </a:xfrm>
        </p:grpSpPr>
        <p:cxnSp>
          <p:nvCxnSpPr>
            <p:cNvPr id="1022" name="Google Shape;1022;g2e8753077db_11_0"/>
            <p:cNvCxnSpPr/>
            <p:nvPr/>
          </p:nvCxnSpPr>
          <p:spPr>
            <a:xfrm>
              <a:off x="9846973" y="178433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3" name="Google Shape;1023;g2e8753077db_11_0"/>
            <p:cNvSpPr/>
            <p:nvPr/>
          </p:nvSpPr>
          <p:spPr>
            <a:xfrm>
              <a:off x="10589930" y="1752149"/>
              <a:ext cx="45719" cy="62102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4" name="Google Shape;1024;g2e8753077db_11_0"/>
            <p:cNvCxnSpPr/>
            <p:nvPr/>
          </p:nvCxnSpPr>
          <p:spPr>
            <a:xfrm rot="10800000">
              <a:off x="10150081" y="1690402"/>
              <a:ext cx="0" cy="1889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025" name="Google Shape;1025;g2e8753077db_11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26" name="Google Shape;1026;g2e8753077db_11_0"/>
            <p:cNvCxnSpPr/>
            <p:nvPr/>
          </p:nvCxnSpPr>
          <p:spPr>
            <a:xfrm>
              <a:off x="10637690" y="1775805"/>
              <a:ext cx="2385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7" name="Google Shape;1027;g2e8753077db_11_0"/>
            <p:cNvCxnSpPr/>
            <p:nvPr/>
          </p:nvCxnSpPr>
          <p:spPr>
            <a:xfrm>
              <a:off x="10152524" y="1690402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8" name="Google Shape;1028;g2e8753077db_11_0"/>
            <p:cNvCxnSpPr/>
            <p:nvPr/>
          </p:nvCxnSpPr>
          <p:spPr>
            <a:xfrm>
              <a:off x="10150080" y="1879378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29" name="Google Shape;1029;g2e8753077db_11_0"/>
          <p:cNvGrpSpPr/>
          <p:nvPr/>
        </p:nvGrpSpPr>
        <p:grpSpPr>
          <a:xfrm>
            <a:off x="7385230" y="1997114"/>
            <a:ext cx="1141927" cy="375415"/>
            <a:chOff x="9846973" y="2301914"/>
            <a:chExt cx="1522569" cy="375415"/>
          </a:xfrm>
        </p:grpSpPr>
        <p:grpSp>
          <p:nvGrpSpPr>
            <p:cNvPr id="1030" name="Google Shape;1030;g2e8753077db_11_0"/>
            <p:cNvGrpSpPr/>
            <p:nvPr/>
          </p:nvGrpSpPr>
          <p:grpSpPr>
            <a:xfrm>
              <a:off x="9846973" y="2309370"/>
              <a:ext cx="726199" cy="367959"/>
              <a:chOff x="10150080" y="1604865"/>
              <a:chExt cx="726199" cy="367959"/>
            </a:xfrm>
          </p:grpSpPr>
          <p:sp>
            <p:nvSpPr>
              <p:cNvPr id="1031" name="Google Shape;1031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032" name="Google Shape;1032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33" name="Google Shape;1033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4" name="Google Shape;1034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5" name="Google Shape;1035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36" name="Google Shape;1036;g2e8753077db_11_0"/>
            <p:cNvGrpSpPr/>
            <p:nvPr/>
          </p:nvGrpSpPr>
          <p:grpSpPr>
            <a:xfrm>
              <a:off x="10340236" y="2301914"/>
              <a:ext cx="1029306" cy="367959"/>
              <a:chOff x="9846973" y="1604865"/>
              <a:chExt cx="1029306" cy="367959"/>
            </a:xfrm>
          </p:grpSpPr>
          <p:cxnSp>
            <p:nvCxnSpPr>
              <p:cNvPr id="1037" name="Google Shape;1037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38" name="Google Shape;1038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9" name="Google Shape;1039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040" name="Google Shape;1040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41" name="Google Shape;1041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2" name="Google Shape;1042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3" name="Google Shape;1043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044" name="Google Shape;1044;g2e8753077db_11_0"/>
          <p:cNvGrpSpPr/>
          <p:nvPr/>
        </p:nvGrpSpPr>
        <p:grpSpPr>
          <a:xfrm>
            <a:off x="2150239" y="2524506"/>
            <a:ext cx="1450398" cy="939915"/>
            <a:chOff x="9871726" y="2987797"/>
            <a:chExt cx="1755505" cy="848758"/>
          </a:xfrm>
        </p:grpSpPr>
        <p:grpSp>
          <p:nvGrpSpPr>
            <p:cNvPr id="1045" name="Google Shape;1045;g2e8753077db_11_0"/>
            <p:cNvGrpSpPr/>
            <p:nvPr/>
          </p:nvGrpSpPr>
          <p:grpSpPr>
            <a:xfrm>
              <a:off x="9874015" y="2987797"/>
              <a:ext cx="1029306" cy="367959"/>
              <a:chOff x="9846973" y="1604865"/>
              <a:chExt cx="1029306" cy="367959"/>
            </a:xfrm>
          </p:grpSpPr>
          <p:cxnSp>
            <p:nvCxnSpPr>
              <p:cNvPr id="1046" name="Google Shape;1046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7" name="Google Shape;1047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8" name="Google Shape;1048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049" name="Google Shape;1049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50" name="Google Shape;1050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1" name="Google Shape;1051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2" name="Google Shape;1052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53" name="Google Shape;1053;g2e8753077db_11_0"/>
            <p:cNvGrpSpPr/>
            <p:nvPr/>
          </p:nvGrpSpPr>
          <p:grpSpPr>
            <a:xfrm>
              <a:off x="9871726" y="3468596"/>
              <a:ext cx="1029306" cy="367959"/>
              <a:chOff x="9846973" y="1604865"/>
              <a:chExt cx="1029306" cy="367959"/>
            </a:xfrm>
          </p:grpSpPr>
          <p:cxnSp>
            <p:nvCxnSpPr>
              <p:cNvPr id="1054" name="Google Shape;1054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5" name="Google Shape;1055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6" name="Google Shape;1056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057" name="Google Shape;1057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58" name="Google Shape;1058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9" name="Google Shape;1059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0" name="Google Shape;1060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61" name="Google Shape;1061;g2e8753077db_11_0"/>
            <p:cNvGrpSpPr/>
            <p:nvPr/>
          </p:nvGrpSpPr>
          <p:grpSpPr>
            <a:xfrm>
              <a:off x="10901032" y="3215157"/>
              <a:ext cx="726199" cy="367959"/>
              <a:chOff x="10150080" y="1604865"/>
              <a:chExt cx="726199" cy="367959"/>
            </a:xfrm>
          </p:grpSpPr>
          <p:sp>
            <p:nvSpPr>
              <p:cNvPr id="1062" name="Google Shape;1062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063" name="Google Shape;1063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64" name="Google Shape;1064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5" name="Google Shape;1065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6" name="Google Shape;1066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67" name="Google Shape;1067;g2e8753077db_11_0"/>
            <p:cNvCxnSpPr/>
            <p:nvPr/>
          </p:nvCxnSpPr>
          <p:spPr>
            <a:xfrm rot="10800000">
              <a:off x="10901032" y="3489670"/>
              <a:ext cx="0" cy="1498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g2e8753077db_11_0"/>
            <p:cNvCxnSpPr/>
            <p:nvPr/>
          </p:nvCxnSpPr>
          <p:spPr>
            <a:xfrm rot="10800000">
              <a:off x="10901032" y="3163223"/>
              <a:ext cx="0" cy="1374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69" name="Google Shape;1069;g2e8753077db_11_0"/>
          <p:cNvGrpSpPr/>
          <p:nvPr/>
        </p:nvGrpSpPr>
        <p:grpSpPr>
          <a:xfrm>
            <a:off x="4853356" y="3548855"/>
            <a:ext cx="1450398" cy="939915"/>
            <a:chOff x="9871726" y="2987797"/>
            <a:chExt cx="1755505" cy="848758"/>
          </a:xfrm>
        </p:grpSpPr>
        <p:grpSp>
          <p:nvGrpSpPr>
            <p:cNvPr id="1070" name="Google Shape;1070;g2e8753077db_11_0"/>
            <p:cNvGrpSpPr/>
            <p:nvPr/>
          </p:nvGrpSpPr>
          <p:grpSpPr>
            <a:xfrm>
              <a:off x="9874015" y="2987797"/>
              <a:ext cx="1029306" cy="367959"/>
              <a:chOff x="9846973" y="1604865"/>
              <a:chExt cx="1029306" cy="367959"/>
            </a:xfrm>
          </p:grpSpPr>
          <p:cxnSp>
            <p:nvCxnSpPr>
              <p:cNvPr id="1071" name="Google Shape;1071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72" name="Google Shape;1072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73" name="Google Shape;1073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074" name="Google Shape;1074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75" name="Google Shape;1075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6" name="Google Shape;1076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7" name="Google Shape;1077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78" name="Google Shape;1078;g2e8753077db_11_0"/>
            <p:cNvGrpSpPr/>
            <p:nvPr/>
          </p:nvGrpSpPr>
          <p:grpSpPr>
            <a:xfrm>
              <a:off x="9871726" y="3468596"/>
              <a:ext cx="1029306" cy="367959"/>
              <a:chOff x="9846973" y="1604865"/>
              <a:chExt cx="1029306" cy="367959"/>
            </a:xfrm>
          </p:grpSpPr>
          <p:cxnSp>
            <p:nvCxnSpPr>
              <p:cNvPr id="1079" name="Google Shape;1079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80" name="Google Shape;1080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81" name="Google Shape;1081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082" name="Google Shape;1082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83" name="Google Shape;1083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4" name="Google Shape;1084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5" name="Google Shape;1085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86" name="Google Shape;1086;g2e8753077db_11_0"/>
            <p:cNvGrpSpPr/>
            <p:nvPr/>
          </p:nvGrpSpPr>
          <p:grpSpPr>
            <a:xfrm>
              <a:off x="10901032" y="3215157"/>
              <a:ext cx="726199" cy="367959"/>
              <a:chOff x="10150080" y="1604865"/>
              <a:chExt cx="726199" cy="367959"/>
            </a:xfrm>
          </p:grpSpPr>
          <p:sp>
            <p:nvSpPr>
              <p:cNvPr id="1087" name="Google Shape;1087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088" name="Google Shape;1088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89" name="Google Shape;1089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0" name="Google Shape;1090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1" name="Google Shape;1091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92" name="Google Shape;1092;g2e8753077db_11_0"/>
            <p:cNvCxnSpPr/>
            <p:nvPr/>
          </p:nvCxnSpPr>
          <p:spPr>
            <a:xfrm rot="10800000">
              <a:off x="10901032" y="3489670"/>
              <a:ext cx="0" cy="1498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3" name="Google Shape;1093;g2e8753077db_11_0"/>
            <p:cNvCxnSpPr/>
            <p:nvPr/>
          </p:nvCxnSpPr>
          <p:spPr>
            <a:xfrm rot="10800000">
              <a:off x="10901032" y="3163223"/>
              <a:ext cx="0" cy="1374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94" name="Google Shape;1094;g2e8753077db_11_0"/>
          <p:cNvCxnSpPr/>
          <p:nvPr/>
        </p:nvCxnSpPr>
        <p:spPr>
          <a:xfrm>
            <a:off x="1503894" y="2724314"/>
            <a:ext cx="71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5" name="Google Shape;1095;g2e8753077db_11_0"/>
          <p:cNvCxnSpPr/>
          <p:nvPr/>
        </p:nvCxnSpPr>
        <p:spPr>
          <a:xfrm>
            <a:off x="1937763" y="3253846"/>
            <a:ext cx="43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6" name="Google Shape;1096;g2e8753077db_11_0"/>
          <p:cNvSpPr txBox="1"/>
          <p:nvPr/>
        </p:nvSpPr>
        <p:spPr>
          <a:xfrm>
            <a:off x="3339662" y="2567890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097" name="Google Shape;1097;g2e8753077db_11_0"/>
          <p:cNvGrpSpPr/>
          <p:nvPr/>
        </p:nvGrpSpPr>
        <p:grpSpPr>
          <a:xfrm>
            <a:off x="3597387" y="3225235"/>
            <a:ext cx="1257947" cy="415735"/>
            <a:chOff x="9846973" y="2301914"/>
            <a:chExt cx="1522569" cy="375415"/>
          </a:xfrm>
        </p:grpSpPr>
        <p:grpSp>
          <p:nvGrpSpPr>
            <p:cNvPr id="1098" name="Google Shape;1098;g2e8753077db_11_0"/>
            <p:cNvGrpSpPr/>
            <p:nvPr/>
          </p:nvGrpSpPr>
          <p:grpSpPr>
            <a:xfrm>
              <a:off x="9846973" y="2309370"/>
              <a:ext cx="726199" cy="367959"/>
              <a:chOff x="10150080" y="1604865"/>
              <a:chExt cx="726199" cy="367959"/>
            </a:xfrm>
          </p:grpSpPr>
          <p:sp>
            <p:nvSpPr>
              <p:cNvPr id="1099" name="Google Shape;1099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00" name="Google Shape;1100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01" name="Google Shape;1101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2" name="Google Shape;1102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3" name="Google Shape;1103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04" name="Google Shape;1104;g2e8753077db_11_0"/>
            <p:cNvGrpSpPr/>
            <p:nvPr/>
          </p:nvGrpSpPr>
          <p:grpSpPr>
            <a:xfrm>
              <a:off x="10340236" y="2301914"/>
              <a:ext cx="1029306" cy="367959"/>
              <a:chOff x="9846973" y="1604865"/>
              <a:chExt cx="1029306" cy="367959"/>
            </a:xfrm>
          </p:grpSpPr>
          <p:cxnSp>
            <p:nvCxnSpPr>
              <p:cNvPr id="1105" name="Google Shape;1105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6" name="Google Shape;1106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7" name="Google Shape;1107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08" name="Google Shape;1108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09" name="Google Shape;1109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0" name="Google Shape;1110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112" name="Google Shape;1112;g2e8753077db_11_0"/>
          <p:cNvCxnSpPr/>
          <p:nvPr/>
        </p:nvCxnSpPr>
        <p:spPr>
          <a:xfrm flipH="1" rot="10800000">
            <a:off x="1077802" y="3538319"/>
            <a:ext cx="2521800" cy="1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" name="Google Shape;1113;g2e8753077db_11_0"/>
          <p:cNvCxnSpPr/>
          <p:nvPr/>
        </p:nvCxnSpPr>
        <p:spPr>
          <a:xfrm>
            <a:off x="3599968" y="2965542"/>
            <a:ext cx="0" cy="36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4" name="Google Shape;1114;g2e8753077db_11_0"/>
          <p:cNvSpPr txBox="1"/>
          <p:nvPr/>
        </p:nvSpPr>
        <p:spPr>
          <a:xfrm>
            <a:off x="4567853" y="3032688"/>
            <a:ext cx="8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115" name="Google Shape;1115;g2e8753077db_11_0"/>
          <p:cNvGrpSpPr/>
          <p:nvPr/>
        </p:nvGrpSpPr>
        <p:grpSpPr>
          <a:xfrm>
            <a:off x="2981900" y="4386552"/>
            <a:ext cx="1450398" cy="939915"/>
            <a:chOff x="9871726" y="2987797"/>
            <a:chExt cx="1755505" cy="848758"/>
          </a:xfrm>
        </p:grpSpPr>
        <p:grpSp>
          <p:nvGrpSpPr>
            <p:cNvPr id="1116" name="Google Shape;1116;g2e8753077db_11_0"/>
            <p:cNvGrpSpPr/>
            <p:nvPr/>
          </p:nvGrpSpPr>
          <p:grpSpPr>
            <a:xfrm>
              <a:off x="9874015" y="2987797"/>
              <a:ext cx="1029306" cy="367959"/>
              <a:chOff x="9846973" y="1604865"/>
              <a:chExt cx="1029306" cy="367959"/>
            </a:xfrm>
          </p:grpSpPr>
          <p:cxnSp>
            <p:nvCxnSpPr>
              <p:cNvPr id="1117" name="Google Shape;1117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8" name="Google Shape;1118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9" name="Google Shape;1119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20" name="Google Shape;1120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21" name="Google Shape;1121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2" name="Google Shape;1122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3" name="Google Shape;1123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24" name="Google Shape;1124;g2e8753077db_11_0"/>
            <p:cNvGrpSpPr/>
            <p:nvPr/>
          </p:nvGrpSpPr>
          <p:grpSpPr>
            <a:xfrm>
              <a:off x="9871726" y="3468596"/>
              <a:ext cx="1029306" cy="367959"/>
              <a:chOff x="9846973" y="1604865"/>
              <a:chExt cx="1029306" cy="367959"/>
            </a:xfrm>
          </p:grpSpPr>
          <p:cxnSp>
            <p:nvCxnSpPr>
              <p:cNvPr id="1125" name="Google Shape;1125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26" name="Google Shape;1126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7" name="Google Shape;1127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28" name="Google Shape;1128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29" name="Google Shape;1129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0" name="Google Shape;1130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1" name="Google Shape;1131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32" name="Google Shape;1132;g2e8753077db_11_0"/>
            <p:cNvGrpSpPr/>
            <p:nvPr/>
          </p:nvGrpSpPr>
          <p:grpSpPr>
            <a:xfrm>
              <a:off x="10901032" y="3215157"/>
              <a:ext cx="726199" cy="367959"/>
              <a:chOff x="10150080" y="1604865"/>
              <a:chExt cx="726199" cy="367959"/>
            </a:xfrm>
          </p:grpSpPr>
          <p:sp>
            <p:nvSpPr>
              <p:cNvPr id="1133" name="Google Shape;1133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34" name="Google Shape;1134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5" name="Google Shape;1135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6" name="Google Shape;1136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7" name="Google Shape;1137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38" name="Google Shape;1138;g2e8753077db_11_0"/>
            <p:cNvCxnSpPr/>
            <p:nvPr/>
          </p:nvCxnSpPr>
          <p:spPr>
            <a:xfrm rot="10800000">
              <a:off x="10901032" y="3489670"/>
              <a:ext cx="0" cy="1498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9" name="Google Shape;1139;g2e8753077db_11_0"/>
            <p:cNvCxnSpPr/>
            <p:nvPr/>
          </p:nvCxnSpPr>
          <p:spPr>
            <a:xfrm rot="10800000">
              <a:off x="10901032" y="3163223"/>
              <a:ext cx="0" cy="1374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40" name="Google Shape;1140;g2e8753077db_11_0"/>
          <p:cNvCxnSpPr/>
          <p:nvPr/>
        </p:nvCxnSpPr>
        <p:spPr>
          <a:xfrm>
            <a:off x="4852788" y="3414504"/>
            <a:ext cx="0" cy="33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1" name="Google Shape;1141;g2e8753077db_11_0"/>
          <p:cNvCxnSpPr/>
          <p:nvPr/>
        </p:nvCxnSpPr>
        <p:spPr>
          <a:xfrm flipH="1" rot="10800000">
            <a:off x="636119" y="4279873"/>
            <a:ext cx="42648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2" name="Google Shape;1142;g2e8753077db_11_0"/>
          <p:cNvSpPr txBox="1"/>
          <p:nvPr/>
        </p:nvSpPr>
        <p:spPr>
          <a:xfrm>
            <a:off x="6038285" y="3580735"/>
            <a:ext cx="11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143" name="Google Shape;1143;g2e8753077db_11_0"/>
          <p:cNvGrpSpPr/>
          <p:nvPr/>
        </p:nvGrpSpPr>
        <p:grpSpPr>
          <a:xfrm>
            <a:off x="2153384" y="4397947"/>
            <a:ext cx="850413" cy="407478"/>
            <a:chOff x="9846973" y="1604865"/>
            <a:chExt cx="1029306" cy="367959"/>
          </a:xfrm>
        </p:grpSpPr>
        <p:cxnSp>
          <p:nvCxnSpPr>
            <p:cNvPr id="1144" name="Google Shape;1144;g2e8753077db_11_0"/>
            <p:cNvCxnSpPr/>
            <p:nvPr/>
          </p:nvCxnSpPr>
          <p:spPr>
            <a:xfrm>
              <a:off x="9846973" y="1784339"/>
              <a:ext cx="2990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45" name="Google Shape;1145;g2e8753077db_11_0"/>
            <p:cNvSpPr/>
            <p:nvPr/>
          </p:nvSpPr>
          <p:spPr>
            <a:xfrm>
              <a:off x="10589930" y="1752149"/>
              <a:ext cx="45719" cy="62102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6" name="Google Shape;1146;g2e8753077db_11_0"/>
            <p:cNvCxnSpPr/>
            <p:nvPr/>
          </p:nvCxnSpPr>
          <p:spPr>
            <a:xfrm rot="10800000">
              <a:off x="10150081" y="1690402"/>
              <a:ext cx="0" cy="1889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147" name="Google Shape;1147;g2e8753077db_11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48" name="Google Shape;1148;g2e8753077db_11_0"/>
            <p:cNvCxnSpPr/>
            <p:nvPr/>
          </p:nvCxnSpPr>
          <p:spPr>
            <a:xfrm>
              <a:off x="10637690" y="1775805"/>
              <a:ext cx="2385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9" name="Google Shape;1149;g2e8753077db_11_0"/>
            <p:cNvCxnSpPr/>
            <p:nvPr/>
          </p:nvCxnSpPr>
          <p:spPr>
            <a:xfrm>
              <a:off x="10152524" y="1690402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0" name="Google Shape;1150;g2e8753077db_11_0"/>
            <p:cNvCxnSpPr/>
            <p:nvPr/>
          </p:nvCxnSpPr>
          <p:spPr>
            <a:xfrm>
              <a:off x="10150080" y="1879378"/>
              <a:ext cx="2385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51" name="Google Shape;1151;g2e8753077db_11_0"/>
          <p:cNvCxnSpPr/>
          <p:nvPr/>
        </p:nvCxnSpPr>
        <p:spPr>
          <a:xfrm>
            <a:off x="1507042" y="4594358"/>
            <a:ext cx="6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2" name="Google Shape;1152;g2e8753077db_11_0"/>
          <p:cNvSpPr txBox="1"/>
          <p:nvPr/>
        </p:nvSpPr>
        <p:spPr>
          <a:xfrm>
            <a:off x="2755625" y="4244350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1153" name="Google Shape;1153;g2e8753077db_11_0"/>
          <p:cNvGrpSpPr/>
          <p:nvPr/>
        </p:nvGrpSpPr>
        <p:grpSpPr>
          <a:xfrm>
            <a:off x="7385230" y="2739089"/>
            <a:ext cx="1316629" cy="848758"/>
            <a:chOff x="9871726" y="2987797"/>
            <a:chExt cx="1755505" cy="848758"/>
          </a:xfrm>
        </p:grpSpPr>
        <p:grpSp>
          <p:nvGrpSpPr>
            <p:cNvPr id="1154" name="Google Shape;1154;g2e8753077db_11_0"/>
            <p:cNvGrpSpPr/>
            <p:nvPr/>
          </p:nvGrpSpPr>
          <p:grpSpPr>
            <a:xfrm>
              <a:off x="9874015" y="2987797"/>
              <a:ext cx="1029306" cy="367959"/>
              <a:chOff x="9846973" y="1604865"/>
              <a:chExt cx="1029306" cy="367959"/>
            </a:xfrm>
          </p:grpSpPr>
          <p:cxnSp>
            <p:nvCxnSpPr>
              <p:cNvPr id="1155" name="Google Shape;1155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56" name="Google Shape;1156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57" name="Google Shape;1157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58" name="Google Shape;1158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59" name="Google Shape;1159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0" name="Google Shape;1160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1" name="Google Shape;1161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62" name="Google Shape;1162;g2e8753077db_11_0"/>
            <p:cNvGrpSpPr/>
            <p:nvPr/>
          </p:nvGrpSpPr>
          <p:grpSpPr>
            <a:xfrm>
              <a:off x="9871726" y="3468596"/>
              <a:ext cx="1029306" cy="367959"/>
              <a:chOff x="9846973" y="1604865"/>
              <a:chExt cx="1029306" cy="367959"/>
            </a:xfrm>
          </p:grpSpPr>
          <p:cxnSp>
            <p:nvCxnSpPr>
              <p:cNvPr id="1163" name="Google Shape;1163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64" name="Google Shape;1164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65" name="Google Shape;1165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66" name="Google Shape;1166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67" name="Google Shape;1167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8" name="Google Shape;1168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9" name="Google Shape;1169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70" name="Google Shape;1170;g2e8753077db_11_0"/>
            <p:cNvGrpSpPr/>
            <p:nvPr/>
          </p:nvGrpSpPr>
          <p:grpSpPr>
            <a:xfrm>
              <a:off x="10901032" y="3215157"/>
              <a:ext cx="726199" cy="367959"/>
              <a:chOff x="10150080" y="1604865"/>
              <a:chExt cx="726199" cy="367959"/>
            </a:xfrm>
          </p:grpSpPr>
          <p:sp>
            <p:nvSpPr>
              <p:cNvPr id="1171" name="Google Shape;1171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72" name="Google Shape;1172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73" name="Google Shape;1173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4" name="Google Shape;1174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5" name="Google Shape;1175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76" name="Google Shape;1176;g2e8753077db_11_0"/>
            <p:cNvCxnSpPr/>
            <p:nvPr/>
          </p:nvCxnSpPr>
          <p:spPr>
            <a:xfrm rot="10800000">
              <a:off x="10901032" y="3489670"/>
              <a:ext cx="0" cy="1498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7" name="Google Shape;1177;g2e8753077db_11_0"/>
            <p:cNvCxnSpPr/>
            <p:nvPr/>
          </p:nvCxnSpPr>
          <p:spPr>
            <a:xfrm rot="10800000">
              <a:off x="10901032" y="3163223"/>
              <a:ext cx="0" cy="1374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78" name="Google Shape;1178;g2e8753077db_11_0"/>
          <p:cNvCxnSpPr/>
          <p:nvPr/>
        </p:nvCxnSpPr>
        <p:spPr>
          <a:xfrm>
            <a:off x="1089374" y="5117694"/>
            <a:ext cx="193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9" name="Google Shape;1179;g2e8753077db_11_0"/>
          <p:cNvSpPr txBox="1"/>
          <p:nvPr/>
        </p:nvSpPr>
        <p:spPr>
          <a:xfrm>
            <a:off x="4156229" y="4448847"/>
            <a:ext cx="41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180" name="Google Shape;1180;g2e8753077db_11_0"/>
          <p:cNvGrpSpPr/>
          <p:nvPr/>
        </p:nvGrpSpPr>
        <p:grpSpPr>
          <a:xfrm>
            <a:off x="5108319" y="4760432"/>
            <a:ext cx="1257947" cy="415735"/>
            <a:chOff x="9846973" y="2301914"/>
            <a:chExt cx="1522569" cy="375415"/>
          </a:xfrm>
        </p:grpSpPr>
        <p:grpSp>
          <p:nvGrpSpPr>
            <p:cNvPr id="1181" name="Google Shape;1181;g2e8753077db_11_0"/>
            <p:cNvGrpSpPr/>
            <p:nvPr/>
          </p:nvGrpSpPr>
          <p:grpSpPr>
            <a:xfrm>
              <a:off x="9846973" y="2309370"/>
              <a:ext cx="726199" cy="367959"/>
              <a:chOff x="10150080" y="1604865"/>
              <a:chExt cx="726199" cy="367959"/>
            </a:xfrm>
          </p:grpSpPr>
          <p:sp>
            <p:nvSpPr>
              <p:cNvPr id="1182" name="Google Shape;1182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83" name="Google Shape;1183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84" name="Google Shape;1184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5" name="Google Shape;1185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6" name="Google Shape;1186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87" name="Google Shape;1187;g2e8753077db_11_0"/>
            <p:cNvGrpSpPr/>
            <p:nvPr/>
          </p:nvGrpSpPr>
          <p:grpSpPr>
            <a:xfrm>
              <a:off x="10340236" y="2301914"/>
              <a:ext cx="1029306" cy="367959"/>
              <a:chOff x="9846973" y="1604865"/>
              <a:chExt cx="1029306" cy="367959"/>
            </a:xfrm>
          </p:grpSpPr>
          <p:cxnSp>
            <p:nvCxnSpPr>
              <p:cNvPr id="1188" name="Google Shape;1188;g2e8753077db_11_0"/>
              <p:cNvCxnSpPr/>
              <p:nvPr/>
            </p:nvCxnSpPr>
            <p:spPr>
              <a:xfrm>
                <a:off x="9846973" y="1784339"/>
                <a:ext cx="29906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89" name="Google Shape;1189;g2e8753077db_11_0"/>
              <p:cNvSpPr/>
              <p:nvPr/>
            </p:nvSpPr>
            <p:spPr>
              <a:xfrm>
                <a:off x="10589930" y="1752149"/>
                <a:ext cx="45719" cy="62102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0" name="Google Shape;1190;g2e8753077db_11_0"/>
              <p:cNvCxnSpPr/>
              <p:nvPr/>
            </p:nvCxnSpPr>
            <p:spPr>
              <a:xfrm rot="10800000">
                <a:off x="10150081" y="1690402"/>
                <a:ext cx="0" cy="1889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91" name="Google Shape;1191;g2e8753077db_11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2" name="Google Shape;1192;g2e8753077db_11_0"/>
              <p:cNvCxnSpPr/>
              <p:nvPr/>
            </p:nvCxnSpPr>
            <p:spPr>
              <a:xfrm>
                <a:off x="10637690" y="1775805"/>
                <a:ext cx="2385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3" name="Google Shape;1193;g2e8753077db_11_0"/>
              <p:cNvCxnSpPr/>
              <p:nvPr/>
            </p:nvCxnSpPr>
            <p:spPr>
              <a:xfrm>
                <a:off x="10152524" y="1690402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4" name="Google Shape;1194;g2e8753077db_11_0"/>
              <p:cNvCxnSpPr/>
              <p:nvPr/>
            </p:nvCxnSpPr>
            <p:spPr>
              <a:xfrm>
                <a:off x="10150080" y="1879378"/>
                <a:ext cx="2385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195" name="Google Shape;1195;g2e8753077db_11_0"/>
          <p:cNvCxnSpPr/>
          <p:nvPr/>
        </p:nvCxnSpPr>
        <p:spPr>
          <a:xfrm>
            <a:off x="4707600" y="5072612"/>
            <a:ext cx="43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6" name="Google Shape;1196;g2e8753077db_11_0"/>
          <p:cNvCxnSpPr/>
          <p:nvPr/>
        </p:nvCxnSpPr>
        <p:spPr>
          <a:xfrm>
            <a:off x="4431629" y="4827588"/>
            <a:ext cx="27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7" name="Google Shape;1197;g2e8753077db_11_0"/>
          <p:cNvCxnSpPr/>
          <p:nvPr/>
        </p:nvCxnSpPr>
        <p:spPr>
          <a:xfrm>
            <a:off x="4707600" y="4827588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8" name="Google Shape;1198;g2e8753077db_11_0"/>
          <p:cNvCxnSpPr/>
          <p:nvPr/>
        </p:nvCxnSpPr>
        <p:spPr>
          <a:xfrm flipH="1" rot="10800000">
            <a:off x="5101959" y="4629591"/>
            <a:ext cx="1204800" cy="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9" name="Google Shape;1199;g2e8753077db_11_0"/>
          <p:cNvCxnSpPr/>
          <p:nvPr/>
        </p:nvCxnSpPr>
        <p:spPr>
          <a:xfrm>
            <a:off x="6305103" y="3986170"/>
            <a:ext cx="0" cy="6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0" name="Google Shape;1200;g2e8753077db_11_0"/>
          <p:cNvCxnSpPr/>
          <p:nvPr/>
        </p:nvCxnSpPr>
        <p:spPr>
          <a:xfrm>
            <a:off x="5107315" y="4638291"/>
            <a:ext cx="0" cy="22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1" name="Google Shape;1201;g2e8753077db_11_0"/>
          <p:cNvSpPr txBox="1"/>
          <p:nvPr/>
        </p:nvSpPr>
        <p:spPr>
          <a:xfrm>
            <a:off x="6168511" y="4580789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sp>
        <p:nvSpPr>
          <p:cNvPr id="1202" name="Google Shape;1202;g2e8753077db_11_0"/>
          <p:cNvSpPr txBox="1"/>
          <p:nvPr/>
        </p:nvSpPr>
        <p:spPr>
          <a:xfrm>
            <a:off x="7170906" y="1300065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03" name="Google Shape;1203;g2e8753077db_11_0"/>
          <p:cNvSpPr txBox="1"/>
          <p:nvPr/>
        </p:nvSpPr>
        <p:spPr>
          <a:xfrm>
            <a:off x="7186403" y="1892222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04" name="Google Shape;1204;g2e8753077db_11_0"/>
          <p:cNvSpPr txBox="1"/>
          <p:nvPr/>
        </p:nvSpPr>
        <p:spPr>
          <a:xfrm>
            <a:off x="7161901" y="2729849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05" name="Google Shape;1205;g2e8753077db_11_0"/>
          <p:cNvSpPr txBox="1"/>
          <p:nvPr/>
        </p:nvSpPr>
        <p:spPr>
          <a:xfrm>
            <a:off x="7159250" y="324460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206" name="Google Shape;1206;g2e8753077db_11_0"/>
          <p:cNvSpPr txBox="1"/>
          <p:nvPr/>
        </p:nvSpPr>
        <p:spPr>
          <a:xfrm>
            <a:off x="7179942" y="214439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207" name="Google Shape;1207;g2e8753077db_11_0"/>
          <p:cNvSpPr txBox="1"/>
          <p:nvPr/>
        </p:nvSpPr>
        <p:spPr>
          <a:xfrm>
            <a:off x="8124239" y="1271199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1208" name="Google Shape;1208;g2e8753077db_11_0"/>
          <p:cNvSpPr txBox="1"/>
          <p:nvPr/>
        </p:nvSpPr>
        <p:spPr>
          <a:xfrm>
            <a:off x="8505863" y="1980533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1209" name="Google Shape;1209;g2e8753077db_11_0"/>
          <p:cNvSpPr txBox="1"/>
          <p:nvPr/>
        </p:nvSpPr>
        <p:spPr>
          <a:xfrm>
            <a:off x="8668889" y="294847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  <p:sp>
        <p:nvSpPr>
          <p:cNvPr id="1210" name="Google Shape;1210;g2e8753077db_11_0"/>
          <p:cNvSpPr txBox="1"/>
          <p:nvPr/>
        </p:nvSpPr>
        <p:spPr>
          <a:xfrm>
            <a:off x="483787" y="776885"/>
            <a:ext cx="669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NOR to represent F=A(B+CD)+BC’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khadija rasul</dc:creator>
</cp:coreProperties>
</file>