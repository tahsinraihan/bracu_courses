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Lst>
  <p:sldSz cy="6858000" cx="12192000"/>
  <p:notesSz cx="6858000" cy="9144000"/>
  <p:embeddedFontLst>
    <p:embeddedFont>
      <p:font typeface="Corbel"/>
      <p:regular r:id="rId58"/>
      <p:bold r:id="rId59"/>
      <p:italic r:id="rId60"/>
      <p:boldItalic r:id="rId61"/>
    </p:embeddedFont>
    <p:embeddedFont>
      <p:font typeface="Tahoma"/>
      <p:regular r:id="rId62"/>
      <p:bold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64" roundtripDataSignature="AMtx7mjJ5BWTXuAqyaPqXgT3Pa60Cp3m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Tahoma-regular.fntdata"/><Relationship Id="rId61" Type="http://schemas.openxmlformats.org/officeDocument/2006/relationships/font" Target="fonts/Corbel-boldItalic.fntdata"/><Relationship Id="rId20" Type="http://schemas.openxmlformats.org/officeDocument/2006/relationships/slide" Target="slides/slide16.xml"/><Relationship Id="rId64" Type="http://customschemas.google.com/relationships/presentationmetadata" Target="metadata"/><Relationship Id="rId63" Type="http://schemas.openxmlformats.org/officeDocument/2006/relationships/font" Target="fonts/Tahoma-bold.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font" Target="fonts/Corbel-italic.fntdata"/><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font" Target="fonts/Corbel-bold.fntdata"/><Relationship Id="rId14" Type="http://schemas.openxmlformats.org/officeDocument/2006/relationships/slide" Target="slides/slide10.xml"/><Relationship Id="rId58" Type="http://schemas.openxmlformats.org/officeDocument/2006/relationships/font" Target="fonts/Corbel-regular.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e7130de1d3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e7130de1d3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72" name="Google Shape;472;p35:notes"/>
          <p:cNvSpPr txBox="1"/>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00"/>
                </a:solidFill>
                <a:latin typeface="Calibri"/>
                <a:ea typeface="Calibri"/>
                <a:cs typeface="Calibri"/>
                <a:sym typeface="Calibri"/>
              </a:rPr>
              <a:t>‹#›</a:t>
            </a:fld>
            <a:endParaRPr sz="1200">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3" name="Google Shape;543;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b815c2ce27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gb815c2ce27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grpSp>
        <p:nvGrpSpPr>
          <p:cNvPr id="24" name="Google Shape;24;p56"/>
          <p:cNvGrpSpPr/>
          <p:nvPr/>
        </p:nvGrpSpPr>
        <p:grpSpPr>
          <a:xfrm>
            <a:off x="270933" y="1"/>
            <a:ext cx="5037667" cy="6858001"/>
            <a:chOff x="203200" y="0"/>
            <a:chExt cx="3778250" cy="6858001"/>
          </a:xfrm>
        </p:grpSpPr>
        <p:sp>
          <p:nvSpPr>
            <p:cNvPr id="25" name="Google Shape;25;p56"/>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26" name="Google Shape;26;p56"/>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27" name="Google Shape;27;p56"/>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28" name="Google Shape;28;p56"/>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sp>
        <p:sp>
          <p:nvSpPr>
            <p:cNvPr id="29" name="Google Shape;29;p56"/>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sp>
        <p:sp>
          <p:nvSpPr>
            <p:cNvPr id="30" name="Google Shape;30;p56"/>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31" name="Google Shape;31;p56"/>
          <p:cNvSpPr txBox="1"/>
          <p:nvPr>
            <p:ph type="ctrTitle"/>
          </p:nvPr>
        </p:nvSpPr>
        <p:spPr>
          <a:xfrm>
            <a:off x="2319565" y="914401"/>
            <a:ext cx="9262836" cy="3488266"/>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5400"/>
              <a:buFont typeface="Corbel"/>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6"/>
          <p:cNvSpPr txBox="1"/>
          <p:nvPr>
            <p:ph idx="1" type="subTitle"/>
          </p:nvPr>
        </p:nvSpPr>
        <p:spPr>
          <a:xfrm>
            <a:off x="3898985" y="4402667"/>
            <a:ext cx="7683417" cy="1364531"/>
          </a:xfrm>
          <a:prstGeom prst="rect">
            <a:avLst/>
          </a:prstGeom>
          <a:noFill/>
          <a:ln>
            <a:noFill/>
          </a:ln>
        </p:spPr>
        <p:txBody>
          <a:bodyPr anchorCtr="0" anchor="t" bIns="45700" lIns="91425" spcFirstLastPara="1" rIns="91425" wrap="square" tIns="45700">
            <a:normAutofit/>
          </a:bodyPr>
          <a:lstStyle>
            <a:lvl1pPr lvl="0" algn="r">
              <a:spcBef>
                <a:spcPts val="360"/>
              </a:spcBef>
              <a:spcAft>
                <a:spcPts val="0"/>
              </a:spcAft>
              <a:buSzPts val="2610"/>
              <a:buNone/>
              <a:defRPr sz="1800">
                <a:solidFill>
                  <a:schemeClr val="dk1"/>
                </a:solidFill>
              </a:defRPr>
            </a:lvl1pPr>
            <a:lvl2pPr lvl="1" algn="ctr">
              <a:spcBef>
                <a:spcPts val="600"/>
              </a:spcBef>
              <a:spcAft>
                <a:spcPts val="0"/>
              </a:spcAft>
              <a:buSzPts val="2900"/>
              <a:buNone/>
              <a:defRPr>
                <a:solidFill>
                  <a:srgbClr val="888888"/>
                </a:solidFill>
              </a:defRPr>
            </a:lvl2pPr>
            <a:lvl3pPr lvl="2" algn="ctr">
              <a:spcBef>
                <a:spcPts val="600"/>
              </a:spcBef>
              <a:spcAft>
                <a:spcPts val="0"/>
              </a:spcAft>
              <a:buSzPts val="2610"/>
              <a:buNone/>
              <a:defRPr>
                <a:solidFill>
                  <a:srgbClr val="888888"/>
                </a:solidFill>
              </a:defRPr>
            </a:lvl3pPr>
            <a:lvl4pPr lvl="3" algn="ctr">
              <a:spcBef>
                <a:spcPts val="600"/>
              </a:spcBef>
              <a:spcAft>
                <a:spcPts val="0"/>
              </a:spcAft>
              <a:buSzPts val="2320"/>
              <a:buNone/>
              <a:defRPr>
                <a:solidFill>
                  <a:srgbClr val="888888"/>
                </a:solidFill>
              </a:defRPr>
            </a:lvl4pPr>
            <a:lvl5pPr lvl="4" algn="ctr">
              <a:spcBef>
                <a:spcPts val="600"/>
              </a:spcBef>
              <a:spcAft>
                <a:spcPts val="0"/>
              </a:spcAft>
              <a:buSzPts val="2030"/>
              <a:buNone/>
              <a:defRPr>
                <a:solidFill>
                  <a:srgbClr val="888888"/>
                </a:solidFill>
              </a:defRPr>
            </a:lvl5pPr>
            <a:lvl6pPr lvl="5" algn="ctr">
              <a:spcBef>
                <a:spcPts val="600"/>
              </a:spcBef>
              <a:spcAft>
                <a:spcPts val="0"/>
              </a:spcAft>
              <a:buSzPts val="2030"/>
              <a:buNone/>
              <a:defRPr>
                <a:solidFill>
                  <a:srgbClr val="888888"/>
                </a:solidFill>
              </a:defRPr>
            </a:lvl6pPr>
            <a:lvl7pPr lvl="6" algn="ctr">
              <a:spcBef>
                <a:spcPts val="600"/>
              </a:spcBef>
              <a:spcAft>
                <a:spcPts val="0"/>
              </a:spcAft>
              <a:buSzPts val="2030"/>
              <a:buNone/>
              <a:defRPr>
                <a:solidFill>
                  <a:srgbClr val="888888"/>
                </a:solidFill>
              </a:defRPr>
            </a:lvl7pPr>
            <a:lvl8pPr lvl="7" algn="ctr">
              <a:spcBef>
                <a:spcPts val="600"/>
              </a:spcBef>
              <a:spcAft>
                <a:spcPts val="0"/>
              </a:spcAft>
              <a:buSzPts val="2030"/>
              <a:buNone/>
              <a:defRPr>
                <a:solidFill>
                  <a:srgbClr val="888888"/>
                </a:solidFill>
              </a:defRPr>
            </a:lvl8pPr>
            <a:lvl9pPr lvl="8" algn="ctr">
              <a:spcBef>
                <a:spcPts val="600"/>
              </a:spcBef>
              <a:spcAft>
                <a:spcPts val="600"/>
              </a:spcAft>
              <a:buSzPts val="2030"/>
              <a:buNone/>
              <a:defRPr>
                <a:solidFill>
                  <a:srgbClr val="888888"/>
                </a:solidFill>
              </a:defRPr>
            </a:lvl9pPr>
          </a:lstStyle>
          <a:p/>
        </p:txBody>
      </p:sp>
      <p:sp>
        <p:nvSpPr>
          <p:cNvPr id="33" name="Google Shape;33;p56"/>
          <p:cNvSpPr txBox="1"/>
          <p:nvPr>
            <p:ph idx="10" type="dt"/>
          </p:nvPr>
        </p:nvSpPr>
        <p:spPr>
          <a:xfrm>
            <a:off x="9767698" y="6117337"/>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6"/>
          <p:cNvSpPr txBox="1"/>
          <p:nvPr>
            <p:ph idx="11" type="ftr"/>
          </p:nvPr>
        </p:nvSpPr>
        <p:spPr>
          <a:xfrm>
            <a:off x="4831644" y="6117337"/>
            <a:ext cx="48125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6"/>
          <p:cNvSpPr txBox="1"/>
          <p:nvPr>
            <p:ph idx="12" type="sldNum"/>
          </p:nvPr>
        </p:nvSpPr>
        <p:spPr>
          <a:xfrm>
            <a:off x="11033760" y="6117337"/>
            <a:ext cx="54864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6" name="Google Shape;36;p56"/>
          <p:cNvSpPr/>
          <p:nvPr/>
        </p:nvSpPr>
        <p:spPr>
          <a:xfrm>
            <a:off x="270933" y="3771900"/>
            <a:ext cx="48260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37" name="Google Shape;37;p56"/>
          <p:cNvSpPr/>
          <p:nvPr/>
        </p:nvSpPr>
        <p:spPr>
          <a:xfrm>
            <a:off x="747185" y="3867150"/>
            <a:ext cx="82551" cy="80963"/>
          </a:xfrm>
          <a:custGeom>
            <a:rect b="b" l="l" r="r" t="t"/>
            <a:pathLst>
              <a:path extrusionOk="0" h="51" w="39">
                <a:moveTo>
                  <a:pt x="0" y="0"/>
                </a:moveTo>
                <a:lnTo>
                  <a:pt x="39" y="51"/>
                </a:lnTo>
                <a:lnTo>
                  <a:pt x="3" y="0"/>
                </a:lnTo>
                <a:lnTo>
                  <a:pt x="0" y="0"/>
                </a:lnTo>
                <a:close/>
              </a:path>
            </a:pathLst>
          </a:custGeom>
          <a:solidFill>
            <a:srgbClr val="29ABE2"/>
          </a:solidFill>
          <a:ln>
            <a:noFill/>
          </a:ln>
        </p:spPr>
      </p:sp>
      <p:pic>
        <p:nvPicPr>
          <p:cNvPr id="38" name="Google Shape;38;p56"/>
          <p:cNvPicPr preferRelativeResize="0"/>
          <p:nvPr/>
        </p:nvPicPr>
        <p:blipFill rotWithShape="1">
          <a:blip r:embed="rId2">
            <a:alphaModFix/>
          </a:blip>
          <a:srcRect b="0" l="0" r="0" t="0"/>
          <a:stretch/>
        </p:blipFill>
        <p:spPr>
          <a:xfrm>
            <a:off x="10339345" y="76201"/>
            <a:ext cx="1727200" cy="118852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57"/>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7"/>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42" name="Google Shape;42;p57"/>
          <p:cNvSpPr txBox="1"/>
          <p:nvPr>
            <p:ph idx="10" type="dt"/>
          </p:nvPr>
        </p:nvSpPr>
        <p:spPr>
          <a:xfrm>
            <a:off x="9868660" y="6492876"/>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7"/>
          <p:cNvSpPr txBox="1"/>
          <p:nvPr>
            <p:ph idx="11" type="ftr"/>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latin typeface="Corbel"/>
                <a:ea typeface="Corbel"/>
                <a:cs typeface="Corbel"/>
                <a:sym typeface="Corbe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7"/>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58"/>
          <p:cNvSpPr txBox="1"/>
          <p:nvPr>
            <p:ph type="title"/>
          </p:nvPr>
        </p:nvSpPr>
        <p:spPr>
          <a:xfrm>
            <a:off x="2649328" y="2666999"/>
            <a:ext cx="8933073" cy="2360071"/>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4000"/>
              <a:buFont typeface="Corbel"/>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8"/>
          <p:cNvSpPr txBox="1"/>
          <p:nvPr>
            <p:ph idx="1" type="body"/>
          </p:nvPr>
        </p:nvSpPr>
        <p:spPr>
          <a:xfrm>
            <a:off x="2649331" y="5027070"/>
            <a:ext cx="8933069" cy="860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48" name="Google Shape;48;p58"/>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8"/>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8"/>
          <p:cNvSpPr txBox="1"/>
          <p:nvPr>
            <p:ph idx="12" type="sldNum"/>
          </p:nvPr>
        </p:nvSpPr>
        <p:spPr>
          <a:xfrm>
            <a:off x="11051410"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59"/>
          <p:cNvSpPr txBox="1"/>
          <p:nvPr>
            <p:ph type="title"/>
          </p:nvPr>
        </p:nvSpPr>
        <p:spPr>
          <a:xfrm>
            <a:off x="1285497" y="158376"/>
            <a:ext cx="9053689" cy="1371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9"/>
          <p:cNvSpPr txBox="1"/>
          <p:nvPr>
            <p:ph idx="1" type="body"/>
          </p:nvPr>
        </p:nvSpPr>
        <p:spPr>
          <a:xfrm>
            <a:off x="1309511" y="1676400"/>
            <a:ext cx="4986528" cy="4359274"/>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54" name="Google Shape;54;p59"/>
          <p:cNvSpPr txBox="1"/>
          <p:nvPr>
            <p:ph idx="2" type="body"/>
          </p:nvPr>
        </p:nvSpPr>
        <p:spPr>
          <a:xfrm>
            <a:off x="6595872" y="1676400"/>
            <a:ext cx="4986528" cy="4337424"/>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55" name="Google Shape;55;p5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60"/>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0"/>
          <p:cNvSpPr txBox="1"/>
          <p:nvPr>
            <p:ph idx="1" type="body"/>
          </p:nvPr>
        </p:nvSpPr>
        <p:spPr>
          <a:xfrm>
            <a:off x="1772642" y="2658533"/>
            <a:ext cx="4608388"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4060"/>
              <a:buNone/>
              <a:defRPr b="0" sz="2800">
                <a:solidFill>
                  <a:srgbClr val="366092"/>
                </a:solidFill>
              </a:defRPr>
            </a:lvl1pPr>
            <a:lvl2pPr indent="-228600" lvl="1" marL="914400" algn="l">
              <a:spcBef>
                <a:spcPts val="600"/>
              </a:spcBef>
              <a:spcAft>
                <a:spcPts val="0"/>
              </a:spcAft>
              <a:buSzPts val="2900"/>
              <a:buNone/>
              <a:defRPr b="1" sz="2000"/>
            </a:lvl2pPr>
            <a:lvl3pPr indent="-228600" lvl="2" marL="1371600" algn="l">
              <a:spcBef>
                <a:spcPts val="600"/>
              </a:spcBef>
              <a:spcAft>
                <a:spcPts val="0"/>
              </a:spcAft>
              <a:buSzPts val="2610"/>
              <a:buNone/>
              <a:defRPr b="1" sz="1800"/>
            </a:lvl3pPr>
            <a:lvl4pPr indent="-228600" lvl="3" marL="1828800" algn="l">
              <a:spcBef>
                <a:spcPts val="600"/>
              </a:spcBef>
              <a:spcAft>
                <a:spcPts val="0"/>
              </a:spcAft>
              <a:buSzPts val="2320"/>
              <a:buNone/>
              <a:defRPr b="1" sz="1600"/>
            </a:lvl4pPr>
            <a:lvl5pPr indent="-228600" lvl="4" marL="2286000" algn="l">
              <a:spcBef>
                <a:spcPts val="600"/>
              </a:spcBef>
              <a:spcAft>
                <a:spcPts val="0"/>
              </a:spcAft>
              <a:buSzPts val="2320"/>
              <a:buNone/>
              <a:defRPr b="1" sz="1600"/>
            </a:lvl5pPr>
            <a:lvl6pPr indent="-228600" lvl="5" marL="2743200" algn="l">
              <a:spcBef>
                <a:spcPts val="600"/>
              </a:spcBef>
              <a:spcAft>
                <a:spcPts val="0"/>
              </a:spcAft>
              <a:buSzPts val="2320"/>
              <a:buNone/>
              <a:defRPr b="1" sz="1600"/>
            </a:lvl6pPr>
            <a:lvl7pPr indent="-228600" lvl="6" marL="3200400" algn="l">
              <a:spcBef>
                <a:spcPts val="600"/>
              </a:spcBef>
              <a:spcAft>
                <a:spcPts val="0"/>
              </a:spcAft>
              <a:buSzPts val="2320"/>
              <a:buNone/>
              <a:defRPr b="1" sz="1600"/>
            </a:lvl7pPr>
            <a:lvl8pPr indent="-228600" lvl="7" marL="3657600" algn="l">
              <a:spcBef>
                <a:spcPts val="600"/>
              </a:spcBef>
              <a:spcAft>
                <a:spcPts val="0"/>
              </a:spcAft>
              <a:buSzPts val="2320"/>
              <a:buNone/>
              <a:defRPr b="1" sz="1600"/>
            </a:lvl8pPr>
            <a:lvl9pPr indent="-228600" lvl="8" marL="4114800" algn="l">
              <a:spcBef>
                <a:spcPts val="600"/>
              </a:spcBef>
              <a:spcAft>
                <a:spcPts val="600"/>
              </a:spcAft>
              <a:buSzPts val="2320"/>
              <a:buNone/>
              <a:defRPr b="1" sz="1600"/>
            </a:lvl9pPr>
          </a:lstStyle>
          <a:p/>
        </p:txBody>
      </p:sp>
      <p:sp>
        <p:nvSpPr>
          <p:cNvPr id="61" name="Google Shape;61;p60"/>
          <p:cNvSpPr txBox="1"/>
          <p:nvPr>
            <p:ph idx="2" type="body"/>
          </p:nvPr>
        </p:nvSpPr>
        <p:spPr>
          <a:xfrm>
            <a:off x="1484697"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62" name="Google Shape;62;p60"/>
          <p:cNvSpPr txBox="1"/>
          <p:nvPr>
            <p:ph idx="3" type="body"/>
          </p:nvPr>
        </p:nvSpPr>
        <p:spPr>
          <a:xfrm>
            <a:off x="6882280" y="2667000"/>
            <a:ext cx="4623741"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4060"/>
              <a:buNone/>
              <a:defRPr b="0" sz="2800">
                <a:solidFill>
                  <a:srgbClr val="366092"/>
                </a:solidFill>
              </a:defRPr>
            </a:lvl1pPr>
            <a:lvl2pPr indent="-228600" lvl="1" marL="914400" algn="l">
              <a:spcBef>
                <a:spcPts val="600"/>
              </a:spcBef>
              <a:spcAft>
                <a:spcPts val="0"/>
              </a:spcAft>
              <a:buSzPts val="2900"/>
              <a:buNone/>
              <a:defRPr b="1" sz="2000"/>
            </a:lvl2pPr>
            <a:lvl3pPr indent="-228600" lvl="2" marL="1371600" algn="l">
              <a:spcBef>
                <a:spcPts val="600"/>
              </a:spcBef>
              <a:spcAft>
                <a:spcPts val="0"/>
              </a:spcAft>
              <a:buSzPts val="2610"/>
              <a:buNone/>
              <a:defRPr b="1" sz="1800"/>
            </a:lvl3pPr>
            <a:lvl4pPr indent="-228600" lvl="3" marL="1828800" algn="l">
              <a:spcBef>
                <a:spcPts val="600"/>
              </a:spcBef>
              <a:spcAft>
                <a:spcPts val="0"/>
              </a:spcAft>
              <a:buSzPts val="2320"/>
              <a:buNone/>
              <a:defRPr b="1" sz="1600"/>
            </a:lvl4pPr>
            <a:lvl5pPr indent="-228600" lvl="4" marL="2286000" algn="l">
              <a:spcBef>
                <a:spcPts val="600"/>
              </a:spcBef>
              <a:spcAft>
                <a:spcPts val="0"/>
              </a:spcAft>
              <a:buSzPts val="2320"/>
              <a:buNone/>
              <a:defRPr b="1" sz="1600"/>
            </a:lvl5pPr>
            <a:lvl6pPr indent="-228600" lvl="5" marL="2743200" algn="l">
              <a:spcBef>
                <a:spcPts val="600"/>
              </a:spcBef>
              <a:spcAft>
                <a:spcPts val="0"/>
              </a:spcAft>
              <a:buSzPts val="2320"/>
              <a:buNone/>
              <a:defRPr b="1" sz="1600"/>
            </a:lvl6pPr>
            <a:lvl7pPr indent="-228600" lvl="6" marL="3200400" algn="l">
              <a:spcBef>
                <a:spcPts val="600"/>
              </a:spcBef>
              <a:spcAft>
                <a:spcPts val="0"/>
              </a:spcAft>
              <a:buSzPts val="2320"/>
              <a:buNone/>
              <a:defRPr b="1" sz="1600"/>
            </a:lvl7pPr>
            <a:lvl8pPr indent="-228600" lvl="7" marL="3657600" algn="l">
              <a:spcBef>
                <a:spcPts val="600"/>
              </a:spcBef>
              <a:spcAft>
                <a:spcPts val="0"/>
              </a:spcAft>
              <a:buSzPts val="2320"/>
              <a:buNone/>
              <a:defRPr b="1" sz="1600"/>
            </a:lvl8pPr>
            <a:lvl9pPr indent="-228600" lvl="8" marL="4114800" algn="l">
              <a:spcBef>
                <a:spcPts val="600"/>
              </a:spcBef>
              <a:spcAft>
                <a:spcPts val="600"/>
              </a:spcAft>
              <a:buSzPts val="2320"/>
              <a:buNone/>
              <a:defRPr b="1" sz="1600"/>
            </a:lvl9pPr>
          </a:lstStyle>
          <a:p/>
        </p:txBody>
      </p:sp>
      <p:sp>
        <p:nvSpPr>
          <p:cNvPr id="63" name="Google Shape;63;p60"/>
          <p:cNvSpPr txBox="1"/>
          <p:nvPr>
            <p:ph idx="4" type="body"/>
          </p:nvPr>
        </p:nvSpPr>
        <p:spPr>
          <a:xfrm>
            <a:off x="6609688"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64" name="Google Shape;64;p60"/>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60"/>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0"/>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61"/>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1"/>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1"/>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1"/>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6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2"/>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63"/>
          <p:cNvSpPr txBox="1"/>
          <p:nvPr>
            <p:ph type="title"/>
          </p:nvPr>
        </p:nvSpPr>
        <p:spPr>
          <a:xfrm>
            <a:off x="1484699" y="1600200"/>
            <a:ext cx="3550045"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rbe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3"/>
          <p:cNvSpPr txBox="1"/>
          <p:nvPr>
            <p:ph idx="1" type="body"/>
          </p:nvPr>
        </p:nvSpPr>
        <p:spPr>
          <a:xfrm>
            <a:off x="5263404" y="685801"/>
            <a:ext cx="6242616" cy="5105401"/>
          </a:xfrm>
          <a:prstGeom prst="rect">
            <a:avLst/>
          </a:prstGeom>
          <a:noFill/>
          <a:ln>
            <a:noFill/>
          </a:ln>
        </p:spPr>
        <p:txBody>
          <a:bodyPr anchorCtr="0" anchor="ctr" bIns="45700" lIns="91425" spcFirstLastPara="1" rIns="91425" wrap="square" tIns="45700">
            <a:normAutofit/>
          </a:bodyPr>
          <a:lstStyle>
            <a:lvl1pPr indent="-412750" lvl="0" marL="457200" algn="l">
              <a:spcBef>
                <a:spcPts val="400"/>
              </a:spcBef>
              <a:spcAft>
                <a:spcPts val="0"/>
              </a:spcAft>
              <a:buSzPts val="2900"/>
              <a:buChar char="•"/>
              <a:defRPr sz="2000"/>
            </a:lvl1pPr>
            <a:lvl2pPr indent="-394335" lvl="1" marL="914400" algn="l">
              <a:spcBef>
                <a:spcPts val="600"/>
              </a:spcBef>
              <a:spcAft>
                <a:spcPts val="0"/>
              </a:spcAft>
              <a:buSzPts val="2610"/>
              <a:buChar char="•"/>
              <a:defRPr sz="1800"/>
            </a:lvl2pPr>
            <a:lvl3pPr indent="-375919" lvl="2" marL="1371600" algn="l">
              <a:spcBef>
                <a:spcPts val="600"/>
              </a:spcBef>
              <a:spcAft>
                <a:spcPts val="0"/>
              </a:spcAft>
              <a:buSzPts val="2320"/>
              <a:buChar char="•"/>
              <a:defRPr sz="1600"/>
            </a:lvl3pPr>
            <a:lvl4pPr indent="-357505" lvl="3" marL="1828800" algn="l">
              <a:spcBef>
                <a:spcPts val="600"/>
              </a:spcBef>
              <a:spcAft>
                <a:spcPts val="0"/>
              </a:spcAft>
              <a:buSzPts val="2030"/>
              <a:buChar char="•"/>
              <a:defRPr sz="1400"/>
            </a:lvl4pPr>
            <a:lvl5pPr indent="-357504" lvl="4" marL="2286000" algn="l">
              <a:spcBef>
                <a:spcPts val="600"/>
              </a:spcBef>
              <a:spcAft>
                <a:spcPts val="0"/>
              </a:spcAft>
              <a:buSzPts val="2030"/>
              <a:buChar char="•"/>
              <a:defRPr sz="1400"/>
            </a:lvl5pPr>
            <a:lvl6pPr indent="-357504" lvl="5" marL="2743200" algn="l">
              <a:spcBef>
                <a:spcPts val="600"/>
              </a:spcBef>
              <a:spcAft>
                <a:spcPts val="0"/>
              </a:spcAft>
              <a:buSzPts val="2030"/>
              <a:buChar char="•"/>
              <a:defRPr sz="1400"/>
            </a:lvl6pPr>
            <a:lvl7pPr indent="-357504" lvl="6" marL="3200400" algn="l">
              <a:spcBef>
                <a:spcPts val="600"/>
              </a:spcBef>
              <a:spcAft>
                <a:spcPts val="0"/>
              </a:spcAft>
              <a:buSzPts val="2030"/>
              <a:buChar char="•"/>
              <a:defRPr sz="1400"/>
            </a:lvl7pPr>
            <a:lvl8pPr indent="-357504" lvl="7" marL="3657600" algn="l">
              <a:spcBef>
                <a:spcPts val="600"/>
              </a:spcBef>
              <a:spcAft>
                <a:spcPts val="0"/>
              </a:spcAft>
              <a:buSzPts val="2030"/>
              <a:buChar char="•"/>
              <a:defRPr sz="1400"/>
            </a:lvl8pPr>
            <a:lvl9pPr indent="-357504" lvl="8" marL="4114800" algn="l">
              <a:spcBef>
                <a:spcPts val="600"/>
              </a:spcBef>
              <a:spcAft>
                <a:spcPts val="600"/>
              </a:spcAft>
              <a:buSzPts val="2030"/>
              <a:buChar char="•"/>
              <a:defRPr sz="1400"/>
            </a:lvl9pPr>
          </a:lstStyle>
          <a:p/>
        </p:txBody>
      </p:sp>
      <p:sp>
        <p:nvSpPr>
          <p:cNvPr id="79" name="Google Shape;79;p63"/>
          <p:cNvSpPr txBox="1"/>
          <p:nvPr>
            <p:ph idx="2" type="body"/>
          </p:nvPr>
        </p:nvSpPr>
        <p:spPr>
          <a:xfrm>
            <a:off x="1484699" y="2971800"/>
            <a:ext cx="3550045" cy="1828800"/>
          </a:xfrm>
          <a:prstGeom prst="rect">
            <a:avLst/>
          </a:prstGeom>
          <a:noFill/>
          <a:ln>
            <a:noFill/>
          </a:ln>
        </p:spPr>
        <p:txBody>
          <a:bodyPr anchorCtr="0" anchor="ctr" bIns="45700" lIns="91425" spcFirstLastPara="1" rIns="91425" wrap="square" tIns="45700">
            <a:normAutofit/>
          </a:bodyPr>
          <a:lstStyle>
            <a:lvl1pPr indent="-228600" lvl="0" marL="457200" algn="ctr">
              <a:spcBef>
                <a:spcPts val="320"/>
              </a:spcBef>
              <a:spcAft>
                <a:spcPts val="0"/>
              </a:spcAft>
              <a:buSzPts val="2320"/>
              <a:buNone/>
              <a:defRPr sz="16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80" name="Google Shape;80;p63"/>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63"/>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3"/>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64"/>
          <p:cNvSpPr txBox="1"/>
          <p:nvPr>
            <p:ph type="title"/>
          </p:nvPr>
        </p:nvSpPr>
        <p:spPr>
          <a:xfrm>
            <a:off x="1483110" y="1752599"/>
            <a:ext cx="5427572"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800"/>
              <a:buFont typeface="Corbel"/>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64"/>
          <p:cNvSpPr/>
          <p:nvPr>
            <p:ph idx="2" type="pic"/>
          </p:nvPr>
        </p:nvSpPr>
        <p:spPr>
          <a:xfrm>
            <a:off x="7596661" y="914400"/>
            <a:ext cx="3281828" cy="4572000"/>
          </a:xfrm>
          <a:prstGeom prst="roundRect">
            <a:avLst>
              <a:gd fmla="val 4280" name="adj"/>
            </a:avLst>
          </a:prstGeom>
          <a:noFill/>
          <a:ln cap="flat" cmpd="sng" w="38100">
            <a:solidFill>
              <a:schemeClr val="lt2"/>
            </a:solidFill>
            <a:prstDash val="solid"/>
            <a:round/>
            <a:headEnd len="sm" w="sm" type="none"/>
            <a:tailEnd len="sm" w="sm" type="none"/>
          </a:ln>
        </p:spPr>
        <p:txBody>
          <a:bodyPr anchorCtr="0" anchor="t" bIns="45700" lIns="91425" spcFirstLastPara="1" rIns="91425" wrap="square" tIns="45700">
            <a:normAutofit/>
          </a:bodyPr>
          <a:lstStyle>
            <a:lvl1pPr lvl="0" marR="0" rtl="0" algn="ctr">
              <a:spcBef>
                <a:spcPts val="32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1pPr>
            <a:lvl2pPr lvl="1"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2pPr>
            <a:lvl3pPr lvl="2"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3pPr>
            <a:lvl4pPr lvl="3"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4pPr>
            <a:lvl5pPr lvl="4"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5pPr>
            <a:lvl6pPr lvl="5"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6pPr>
            <a:lvl7pPr lvl="6"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7pPr>
            <a:lvl8pPr lvl="7"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8pPr>
            <a:lvl9pPr lvl="8" marR="0" rtl="0" algn="l">
              <a:spcBef>
                <a:spcPts val="600"/>
              </a:spcBef>
              <a:spcAft>
                <a:spcPts val="600"/>
              </a:spcAft>
              <a:buClr>
                <a:srgbClr val="366092"/>
              </a:buClr>
              <a:buSzPts val="2320"/>
              <a:buFont typeface="Arial"/>
              <a:buNone/>
              <a:defRPr b="0" i="0" sz="1600" u="none" cap="none" strike="noStrike">
                <a:solidFill>
                  <a:schemeClr val="dk1"/>
                </a:solidFill>
                <a:latin typeface="Corbel"/>
                <a:ea typeface="Corbel"/>
                <a:cs typeface="Corbel"/>
                <a:sym typeface="Corbel"/>
              </a:defRPr>
            </a:lvl9pPr>
          </a:lstStyle>
          <a:p/>
        </p:txBody>
      </p:sp>
      <p:sp>
        <p:nvSpPr>
          <p:cNvPr id="86" name="Google Shape;86;p64"/>
          <p:cNvSpPr txBox="1"/>
          <p:nvPr>
            <p:ph idx="1" type="body"/>
          </p:nvPr>
        </p:nvSpPr>
        <p:spPr>
          <a:xfrm>
            <a:off x="1483110" y="3124199"/>
            <a:ext cx="5427572" cy="1828800"/>
          </a:xfrm>
          <a:prstGeom prst="rect">
            <a:avLst/>
          </a:prstGeom>
          <a:noFill/>
          <a:ln>
            <a:noFill/>
          </a:ln>
        </p:spPr>
        <p:txBody>
          <a:bodyPr anchorCtr="0" anchor="ctr" bIns="45700" lIns="91425" spcFirstLastPara="1" rIns="91425" wrap="square" tIns="45700">
            <a:normAutofit/>
          </a:bodyPr>
          <a:lstStyle>
            <a:lvl1pPr indent="-228600" lvl="0" marL="457200" algn="ctr">
              <a:spcBef>
                <a:spcPts val="360"/>
              </a:spcBef>
              <a:spcAft>
                <a:spcPts val="0"/>
              </a:spcAft>
              <a:buSzPts val="2610"/>
              <a:buNone/>
              <a:defRPr sz="18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87" name="Google Shape;87;p64"/>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64"/>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64"/>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0" name="Shape 90"/>
        <p:cNvGrpSpPr/>
        <p:nvPr/>
      </p:nvGrpSpPr>
      <p:grpSpPr>
        <a:xfrm>
          <a:off x="0" y="0"/>
          <a:ext cx="0" cy="0"/>
          <a:chOff x="0" y="0"/>
          <a:chExt cx="0" cy="0"/>
        </a:xfrm>
      </p:grpSpPr>
      <p:sp>
        <p:nvSpPr>
          <p:cNvPr id="91" name="Google Shape;91;p65"/>
          <p:cNvSpPr txBox="1"/>
          <p:nvPr>
            <p:ph type="title"/>
          </p:nvPr>
        </p:nvSpPr>
        <p:spPr>
          <a:xfrm>
            <a:off x="1484698" y="4732865"/>
            <a:ext cx="10021321"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rbe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65"/>
          <p:cNvSpPr/>
          <p:nvPr>
            <p:ph idx="2" type="pic"/>
          </p:nvPr>
        </p:nvSpPr>
        <p:spPr>
          <a:xfrm>
            <a:off x="2386634" y="932112"/>
            <a:ext cx="8228087" cy="3164976"/>
          </a:xfrm>
          <a:prstGeom prst="roundRect">
            <a:avLst>
              <a:gd fmla="val 4380" name="adj"/>
            </a:avLst>
          </a:prstGeom>
          <a:noFill/>
          <a:ln cap="flat" cmpd="sng" w="38100">
            <a:solidFill>
              <a:schemeClr val="lt2"/>
            </a:solidFill>
            <a:prstDash val="solid"/>
            <a:round/>
            <a:headEnd len="sm" w="sm" type="none"/>
            <a:tailEnd len="sm" w="sm" type="none"/>
          </a:ln>
        </p:spPr>
        <p:txBody>
          <a:bodyPr anchorCtr="0" anchor="t" bIns="45700" lIns="91425" spcFirstLastPara="1" rIns="91425" wrap="square" tIns="45700">
            <a:normAutofit/>
          </a:bodyPr>
          <a:lstStyle>
            <a:lvl1pPr lvl="0" marR="0" rtl="0" algn="ctr">
              <a:spcBef>
                <a:spcPts val="32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1pPr>
            <a:lvl2pPr lvl="1"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2pPr>
            <a:lvl3pPr lvl="2"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3pPr>
            <a:lvl4pPr lvl="3"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4pPr>
            <a:lvl5pPr lvl="4"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5pPr>
            <a:lvl6pPr lvl="5"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6pPr>
            <a:lvl7pPr lvl="6"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7pPr>
            <a:lvl8pPr lvl="7" marR="0" rtl="0" algn="l">
              <a:spcBef>
                <a:spcPts val="600"/>
              </a:spcBef>
              <a:spcAft>
                <a:spcPts val="0"/>
              </a:spcAft>
              <a:buClr>
                <a:srgbClr val="366092"/>
              </a:buClr>
              <a:buSzPts val="2320"/>
              <a:buFont typeface="Arial"/>
              <a:buNone/>
              <a:defRPr b="0" i="0" sz="1600" u="none" cap="none" strike="noStrike">
                <a:solidFill>
                  <a:schemeClr val="dk1"/>
                </a:solidFill>
                <a:latin typeface="Corbel"/>
                <a:ea typeface="Corbel"/>
                <a:cs typeface="Corbel"/>
                <a:sym typeface="Corbel"/>
              </a:defRPr>
            </a:lvl8pPr>
            <a:lvl9pPr lvl="8" marR="0" rtl="0" algn="l">
              <a:spcBef>
                <a:spcPts val="600"/>
              </a:spcBef>
              <a:spcAft>
                <a:spcPts val="600"/>
              </a:spcAft>
              <a:buClr>
                <a:srgbClr val="366092"/>
              </a:buClr>
              <a:buSzPts val="2320"/>
              <a:buFont typeface="Arial"/>
              <a:buNone/>
              <a:defRPr b="0" i="0" sz="1600" u="none" cap="none" strike="noStrike">
                <a:solidFill>
                  <a:schemeClr val="dk1"/>
                </a:solidFill>
                <a:latin typeface="Corbel"/>
                <a:ea typeface="Corbel"/>
                <a:cs typeface="Corbel"/>
                <a:sym typeface="Corbel"/>
              </a:defRPr>
            </a:lvl9pPr>
          </a:lstStyle>
          <a:p/>
        </p:txBody>
      </p:sp>
      <p:sp>
        <p:nvSpPr>
          <p:cNvPr id="93" name="Google Shape;93;p65"/>
          <p:cNvSpPr txBox="1"/>
          <p:nvPr>
            <p:ph idx="1" type="body"/>
          </p:nvPr>
        </p:nvSpPr>
        <p:spPr>
          <a:xfrm>
            <a:off x="1484698" y="5299603"/>
            <a:ext cx="10021321" cy="493712"/>
          </a:xfrm>
          <a:prstGeom prst="rect">
            <a:avLst/>
          </a:prstGeom>
          <a:noFill/>
          <a:ln>
            <a:noFill/>
          </a:ln>
        </p:spPr>
        <p:txBody>
          <a:bodyPr anchorCtr="0" anchor="ctr" bIns="45700" lIns="91425" spcFirstLastPara="1" rIns="91425" wrap="square" tIns="45700">
            <a:normAutofit/>
          </a:bodyPr>
          <a:lstStyle>
            <a:lvl1pPr indent="-228600" lvl="0" marL="457200" algn="ctr">
              <a:spcBef>
                <a:spcPts val="280"/>
              </a:spcBef>
              <a:spcAft>
                <a:spcPts val="0"/>
              </a:spcAft>
              <a:buSzPts val="2030"/>
              <a:buNone/>
              <a:defRPr sz="14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94" name="Google Shape;94;p6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6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6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7" name="Shape 97"/>
        <p:cNvGrpSpPr/>
        <p:nvPr/>
      </p:nvGrpSpPr>
      <p:grpSpPr>
        <a:xfrm>
          <a:off x="0" y="0"/>
          <a:ext cx="0" cy="0"/>
          <a:chOff x="0" y="0"/>
          <a:chExt cx="0" cy="0"/>
        </a:xfrm>
      </p:grpSpPr>
      <p:sp>
        <p:nvSpPr>
          <p:cNvPr id="98" name="Google Shape;98;p66"/>
          <p:cNvSpPr txBox="1"/>
          <p:nvPr>
            <p:ph type="title"/>
          </p:nvPr>
        </p:nvSpPr>
        <p:spPr>
          <a:xfrm>
            <a:off x="1484700" y="685800"/>
            <a:ext cx="10021321" cy="3048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66"/>
          <p:cNvSpPr txBox="1"/>
          <p:nvPr>
            <p:ph idx="1" type="body"/>
          </p:nvPr>
        </p:nvSpPr>
        <p:spPr>
          <a:xfrm>
            <a:off x="1484699" y="4343400"/>
            <a:ext cx="10021323" cy="14478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00" name="Google Shape;100;p66"/>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66"/>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66"/>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3" name="Shape 103"/>
        <p:cNvGrpSpPr/>
        <p:nvPr/>
      </p:nvGrpSpPr>
      <p:grpSpPr>
        <a:xfrm>
          <a:off x="0" y="0"/>
          <a:ext cx="0" cy="0"/>
          <a:chOff x="0" y="0"/>
          <a:chExt cx="0" cy="0"/>
        </a:xfrm>
      </p:grpSpPr>
      <p:sp>
        <p:nvSpPr>
          <p:cNvPr id="104" name="Google Shape;104;p67"/>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05" name="Google Shape;105;p67"/>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06" name="Google Shape;106;p67"/>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67"/>
          <p:cNvSpPr txBox="1"/>
          <p:nvPr>
            <p:ph idx="1" type="body"/>
          </p:nvPr>
        </p:nvSpPr>
        <p:spPr>
          <a:xfrm>
            <a:off x="2130980" y="3428999"/>
            <a:ext cx="8841504" cy="381000"/>
          </a:xfrm>
          <a:prstGeom prst="rect">
            <a:avLst/>
          </a:prstGeom>
          <a:noFill/>
          <a:ln>
            <a:noFill/>
          </a:ln>
        </p:spPr>
        <p:txBody>
          <a:bodyPr anchorCtr="0" anchor="ctr" bIns="45700" lIns="91425" spcFirstLastPara="1" rIns="91425" wrap="square" tIns="45700">
            <a:normAutofit/>
          </a:bodyPr>
          <a:lstStyle>
            <a:lvl1pPr indent="-228600" lvl="0" marL="457200" algn="l">
              <a:spcBef>
                <a:spcPts val="360"/>
              </a:spcBef>
              <a:spcAft>
                <a:spcPts val="0"/>
              </a:spcAft>
              <a:buSzPts val="2610"/>
              <a:buFont typeface="Corbel"/>
              <a:buNone/>
              <a:defRPr sz="1800"/>
            </a:lvl1pPr>
            <a:lvl2pPr indent="-228600" lvl="1" marL="914400" algn="l">
              <a:spcBef>
                <a:spcPts val="600"/>
              </a:spcBef>
              <a:spcAft>
                <a:spcPts val="0"/>
              </a:spcAft>
              <a:buSzPts val="2900"/>
              <a:buFont typeface="Corbel"/>
              <a:buNone/>
              <a:defRPr/>
            </a:lvl2pPr>
            <a:lvl3pPr indent="-228600" lvl="2" marL="1371600" algn="l">
              <a:spcBef>
                <a:spcPts val="600"/>
              </a:spcBef>
              <a:spcAft>
                <a:spcPts val="0"/>
              </a:spcAft>
              <a:buSzPts val="2610"/>
              <a:buFont typeface="Corbel"/>
              <a:buNone/>
              <a:defRPr/>
            </a:lvl3pPr>
            <a:lvl4pPr indent="-228600" lvl="3" marL="1828800" algn="l">
              <a:spcBef>
                <a:spcPts val="600"/>
              </a:spcBef>
              <a:spcAft>
                <a:spcPts val="0"/>
              </a:spcAft>
              <a:buSzPts val="2320"/>
              <a:buFont typeface="Corbel"/>
              <a:buNone/>
              <a:defRPr/>
            </a:lvl4pPr>
            <a:lvl5pPr indent="-228600" lvl="4" marL="2286000" algn="l">
              <a:spcBef>
                <a:spcPts val="600"/>
              </a:spcBef>
              <a:spcAft>
                <a:spcPts val="0"/>
              </a:spcAft>
              <a:buSzPts val="2030"/>
              <a:buFont typeface="Corbel"/>
              <a:buNone/>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08" name="Google Shape;108;p67"/>
          <p:cNvSpPr txBox="1"/>
          <p:nvPr>
            <p:ph idx="2" type="body"/>
          </p:nvPr>
        </p:nvSpPr>
        <p:spPr>
          <a:xfrm>
            <a:off x="1484698" y="4343400"/>
            <a:ext cx="10021321" cy="14478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09" name="Google Shape;109;p67"/>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67"/>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67"/>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2" name="Shape 112"/>
        <p:cNvGrpSpPr/>
        <p:nvPr/>
      </p:nvGrpSpPr>
      <p:grpSpPr>
        <a:xfrm>
          <a:off x="0" y="0"/>
          <a:ext cx="0" cy="0"/>
          <a:chOff x="0" y="0"/>
          <a:chExt cx="0" cy="0"/>
        </a:xfrm>
      </p:grpSpPr>
      <p:sp>
        <p:nvSpPr>
          <p:cNvPr id="113" name="Google Shape;113;p68"/>
          <p:cNvSpPr txBox="1"/>
          <p:nvPr>
            <p:ph type="title"/>
          </p:nvPr>
        </p:nvSpPr>
        <p:spPr>
          <a:xfrm>
            <a:off x="1484701" y="3308581"/>
            <a:ext cx="10021319" cy="14688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3200"/>
              <a:buFont typeface="Corbel"/>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68"/>
          <p:cNvSpPr txBox="1"/>
          <p:nvPr>
            <p:ph idx="1" type="body"/>
          </p:nvPr>
        </p:nvSpPr>
        <p:spPr>
          <a:xfrm>
            <a:off x="1484699" y="4777381"/>
            <a:ext cx="10021320" cy="860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15" name="Google Shape;115;p68"/>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68"/>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68"/>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8" name="Shape 118"/>
        <p:cNvGrpSpPr/>
        <p:nvPr/>
      </p:nvGrpSpPr>
      <p:grpSpPr>
        <a:xfrm>
          <a:off x="0" y="0"/>
          <a:ext cx="0" cy="0"/>
          <a:chOff x="0" y="0"/>
          <a:chExt cx="0" cy="0"/>
        </a:xfrm>
      </p:grpSpPr>
      <p:sp>
        <p:nvSpPr>
          <p:cNvPr id="119" name="Google Shape;119;p69"/>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20" name="Google Shape;120;p69"/>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21" name="Google Shape;121;p69"/>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69"/>
          <p:cNvSpPr txBox="1"/>
          <p:nvPr>
            <p:ph idx="1" type="body"/>
          </p:nvPr>
        </p:nvSpPr>
        <p:spPr>
          <a:xfrm>
            <a:off x="1484700" y="3886200"/>
            <a:ext cx="10021320" cy="889000"/>
          </a:xfrm>
          <a:prstGeom prst="rect">
            <a:avLst/>
          </a:prstGeom>
          <a:noFill/>
          <a:ln>
            <a:noFill/>
          </a:ln>
        </p:spPr>
        <p:txBody>
          <a:bodyPr anchorCtr="0" anchor="b" bIns="45700" lIns="91425" spcFirstLastPara="1" rIns="91425" wrap="square" tIns="45700">
            <a:normAutofit/>
          </a:bodyPr>
          <a:lstStyle>
            <a:lvl1pPr indent="-228600" lvl="0" marL="457200" algn="r">
              <a:spcBef>
                <a:spcPts val="480"/>
              </a:spcBef>
              <a:spcAft>
                <a:spcPts val="0"/>
              </a:spcAft>
              <a:buSzPts val="3480"/>
              <a:buNone/>
              <a:defRPr b="0" sz="2400" cap="none">
                <a:solidFill>
                  <a:schemeClr val="dk1"/>
                </a:solidFill>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23" name="Google Shape;123;p69"/>
          <p:cNvSpPr txBox="1"/>
          <p:nvPr>
            <p:ph idx="2" type="body"/>
          </p:nvPr>
        </p:nvSpPr>
        <p:spPr>
          <a:xfrm>
            <a:off x="1484699" y="4775200"/>
            <a:ext cx="10021320" cy="1016000"/>
          </a:xfrm>
          <a:prstGeom prst="rect">
            <a:avLst/>
          </a:prstGeom>
          <a:noFill/>
          <a:ln>
            <a:noFill/>
          </a:ln>
        </p:spPr>
        <p:txBody>
          <a:bodyPr anchorCtr="0" anchor="t" bIns="45700" lIns="91425" spcFirstLastPara="1" rIns="91425" wrap="square" tIns="45700">
            <a:normAutofit/>
          </a:bodyPr>
          <a:lstStyle>
            <a:lvl1pPr indent="-228600" lvl="0" marL="457200" algn="r">
              <a:spcBef>
                <a:spcPts val="360"/>
              </a:spcBef>
              <a:spcAft>
                <a:spcPts val="0"/>
              </a:spcAft>
              <a:buSzPts val="2610"/>
              <a:buNone/>
              <a:defRPr sz="18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24" name="Google Shape;124;p6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6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6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7" name="Shape 127"/>
        <p:cNvGrpSpPr/>
        <p:nvPr/>
      </p:nvGrpSpPr>
      <p:grpSpPr>
        <a:xfrm>
          <a:off x="0" y="0"/>
          <a:ext cx="0" cy="0"/>
          <a:chOff x="0" y="0"/>
          <a:chExt cx="0" cy="0"/>
        </a:xfrm>
      </p:grpSpPr>
      <p:sp>
        <p:nvSpPr>
          <p:cNvPr id="128" name="Google Shape;128;p70"/>
          <p:cNvSpPr txBox="1"/>
          <p:nvPr>
            <p:ph type="title"/>
          </p:nvPr>
        </p:nvSpPr>
        <p:spPr>
          <a:xfrm>
            <a:off x="1484701" y="685802"/>
            <a:ext cx="10021321" cy="27273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70"/>
          <p:cNvSpPr txBox="1"/>
          <p:nvPr>
            <p:ph idx="1" type="body"/>
          </p:nvPr>
        </p:nvSpPr>
        <p:spPr>
          <a:xfrm>
            <a:off x="1484699" y="3505200"/>
            <a:ext cx="10021323" cy="838200"/>
          </a:xfrm>
          <a:prstGeom prst="rect">
            <a:avLst/>
          </a:prstGeom>
          <a:noFill/>
          <a:ln>
            <a:noFill/>
          </a:ln>
        </p:spPr>
        <p:txBody>
          <a:bodyPr anchorCtr="0" anchor="b" bIns="45700" lIns="91425" spcFirstLastPara="1" rIns="91425" wrap="square" tIns="45700">
            <a:normAutofit/>
          </a:bodyPr>
          <a:lstStyle>
            <a:lvl1pPr indent="-228600" lvl="0" marL="457200" algn="l">
              <a:spcBef>
                <a:spcPts val="560"/>
              </a:spcBef>
              <a:spcAft>
                <a:spcPts val="0"/>
              </a:spcAft>
              <a:buSzPts val="4060"/>
              <a:buNone/>
              <a:defRPr b="0" sz="2800" cap="none">
                <a:solidFill>
                  <a:schemeClr val="dk1"/>
                </a:solidFill>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30" name="Google Shape;130;p70"/>
          <p:cNvSpPr txBox="1"/>
          <p:nvPr>
            <p:ph idx="2" type="body"/>
          </p:nvPr>
        </p:nvSpPr>
        <p:spPr>
          <a:xfrm>
            <a:off x="1484699" y="4343400"/>
            <a:ext cx="10021323" cy="14478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610"/>
              <a:buNone/>
              <a:defRPr sz="18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31" name="Google Shape;131;p70"/>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70"/>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70"/>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4" name="Shape 134"/>
        <p:cNvGrpSpPr/>
        <p:nvPr/>
      </p:nvGrpSpPr>
      <p:grpSpPr>
        <a:xfrm>
          <a:off x="0" y="0"/>
          <a:ext cx="0" cy="0"/>
          <a:chOff x="0" y="0"/>
          <a:chExt cx="0" cy="0"/>
        </a:xfrm>
      </p:grpSpPr>
      <p:sp>
        <p:nvSpPr>
          <p:cNvPr id="135" name="Google Shape;135;p71"/>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71"/>
          <p:cNvSpPr txBox="1"/>
          <p:nvPr>
            <p:ph idx="1" type="body"/>
          </p:nvPr>
        </p:nvSpPr>
        <p:spPr>
          <a:xfrm rot="5400000">
            <a:off x="4133763" y="-1009737"/>
            <a:ext cx="4624387" cy="10272888"/>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37" name="Google Shape;137;p71"/>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71"/>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71"/>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p72"/>
          <p:cNvSpPr txBox="1"/>
          <p:nvPr>
            <p:ph type="title"/>
          </p:nvPr>
        </p:nvSpPr>
        <p:spPr>
          <a:xfrm rot="5400000">
            <a:off x="8067906" y="2353084"/>
            <a:ext cx="5105400" cy="1770831"/>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72"/>
          <p:cNvSpPr txBox="1"/>
          <p:nvPr>
            <p:ph idx="1" type="body"/>
          </p:nvPr>
        </p:nvSpPr>
        <p:spPr>
          <a:xfrm rot="5400000">
            <a:off x="2942914" y="-772416"/>
            <a:ext cx="5105400" cy="8021831"/>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43" name="Google Shape;143;p7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7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72"/>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55"/>
          <p:cNvGrpSpPr/>
          <p:nvPr/>
        </p:nvGrpSpPr>
        <p:grpSpPr>
          <a:xfrm>
            <a:off x="1" y="1"/>
            <a:ext cx="2842684" cy="6858001"/>
            <a:chOff x="0" y="0"/>
            <a:chExt cx="2132013" cy="6858001"/>
          </a:xfrm>
        </p:grpSpPr>
        <p:sp>
          <p:nvSpPr>
            <p:cNvPr id="11" name="Google Shape;11;p55"/>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2" name="Google Shape;12;p55"/>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3" name="Google Shape;13;p55"/>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 name="Google Shape;14;p55"/>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sp>
        <p:sp>
          <p:nvSpPr>
            <p:cNvPr id="15" name="Google Shape;15;p55"/>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sp>
        <p:sp>
          <p:nvSpPr>
            <p:cNvPr id="16" name="Google Shape;16;p55"/>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7" name="Google Shape;17;p55"/>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55"/>
          <p:cNvSpPr txBox="1"/>
          <p:nvPr>
            <p:ph idx="1" type="body"/>
          </p:nvPr>
        </p:nvSpPr>
        <p:spPr>
          <a:xfrm>
            <a:off x="1309512" y="1814513"/>
            <a:ext cx="10272888" cy="4624387"/>
          </a:xfrm>
          <a:prstGeom prst="rect">
            <a:avLst/>
          </a:prstGeom>
          <a:noFill/>
          <a:ln>
            <a:noFill/>
          </a:ln>
        </p:spPr>
        <p:txBody>
          <a:bodyPr anchorCtr="0" anchor="ctr" bIns="45700" lIns="91425" spcFirstLastPara="1" rIns="91425" wrap="square" tIns="45700">
            <a:normAutofit/>
          </a:bodyPr>
          <a:lstStyle>
            <a:lvl1pPr indent="-449580" lvl="0" marL="457200" marR="0" rtl="0" algn="l">
              <a:spcBef>
                <a:spcPts val="480"/>
              </a:spcBef>
              <a:spcAft>
                <a:spcPts val="0"/>
              </a:spcAft>
              <a:buClr>
                <a:srgbClr val="36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spcBef>
                <a:spcPts val="600"/>
              </a:spcBef>
              <a:spcAft>
                <a:spcPts val="0"/>
              </a:spcAft>
              <a:buClr>
                <a:srgbClr val="36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spcBef>
                <a:spcPts val="600"/>
              </a:spcBef>
              <a:spcAft>
                <a:spcPts val="0"/>
              </a:spcAft>
              <a:buClr>
                <a:srgbClr val="366092"/>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spcBef>
                <a:spcPts val="600"/>
              </a:spcBef>
              <a:spcAft>
                <a:spcPts val="0"/>
              </a:spcAft>
              <a:buClr>
                <a:srgbClr val="366092"/>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5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0" name="Google Shape;20;p5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1" name="Google Shape;21;p5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Corbel"/>
                <a:ea typeface="Corbel"/>
                <a:cs typeface="Corbel"/>
                <a:sym typeface="Corbel"/>
              </a:defRPr>
            </a:lvl1pPr>
            <a:lvl2pPr indent="0" lvl="1" marL="0" marR="0" rtl="0" algn="r">
              <a:spcBef>
                <a:spcPts val="0"/>
              </a:spcBef>
              <a:buNone/>
              <a:defRPr b="0" i="0" sz="1000" u="none" cap="none" strike="noStrike">
                <a:solidFill>
                  <a:schemeClr val="dk1"/>
                </a:solidFill>
                <a:latin typeface="Corbel"/>
                <a:ea typeface="Corbel"/>
                <a:cs typeface="Corbel"/>
                <a:sym typeface="Corbel"/>
              </a:defRPr>
            </a:lvl2pPr>
            <a:lvl3pPr indent="0" lvl="2" marL="0" marR="0" rtl="0" algn="r">
              <a:spcBef>
                <a:spcPts val="0"/>
              </a:spcBef>
              <a:buNone/>
              <a:defRPr b="0" i="0" sz="1000" u="none" cap="none" strike="noStrike">
                <a:solidFill>
                  <a:schemeClr val="dk1"/>
                </a:solidFill>
                <a:latin typeface="Corbel"/>
                <a:ea typeface="Corbel"/>
                <a:cs typeface="Corbel"/>
                <a:sym typeface="Corbel"/>
              </a:defRPr>
            </a:lvl3pPr>
            <a:lvl4pPr indent="0" lvl="3" marL="0" marR="0" rtl="0" algn="r">
              <a:spcBef>
                <a:spcPts val="0"/>
              </a:spcBef>
              <a:buNone/>
              <a:defRPr b="0" i="0" sz="1000" u="none" cap="none" strike="noStrike">
                <a:solidFill>
                  <a:schemeClr val="dk1"/>
                </a:solidFill>
                <a:latin typeface="Corbel"/>
                <a:ea typeface="Corbel"/>
                <a:cs typeface="Corbel"/>
                <a:sym typeface="Corbel"/>
              </a:defRPr>
            </a:lvl4pPr>
            <a:lvl5pPr indent="0" lvl="4" marL="0" marR="0" rtl="0" algn="r">
              <a:spcBef>
                <a:spcPts val="0"/>
              </a:spcBef>
              <a:buNone/>
              <a:defRPr b="0" i="0" sz="1000" u="none" cap="none" strike="noStrike">
                <a:solidFill>
                  <a:schemeClr val="dk1"/>
                </a:solidFill>
                <a:latin typeface="Corbel"/>
                <a:ea typeface="Corbel"/>
                <a:cs typeface="Corbel"/>
                <a:sym typeface="Corbel"/>
              </a:defRPr>
            </a:lvl5pPr>
            <a:lvl6pPr indent="0" lvl="5" marL="0" marR="0" rtl="0" algn="r">
              <a:spcBef>
                <a:spcPts val="0"/>
              </a:spcBef>
              <a:buNone/>
              <a:defRPr b="0" i="0" sz="1000" u="none" cap="none" strike="noStrike">
                <a:solidFill>
                  <a:schemeClr val="dk1"/>
                </a:solidFill>
                <a:latin typeface="Corbel"/>
                <a:ea typeface="Corbel"/>
                <a:cs typeface="Corbel"/>
                <a:sym typeface="Corbel"/>
              </a:defRPr>
            </a:lvl6pPr>
            <a:lvl7pPr indent="0" lvl="6" marL="0" marR="0" rtl="0" algn="r">
              <a:spcBef>
                <a:spcPts val="0"/>
              </a:spcBef>
              <a:buNone/>
              <a:defRPr b="0" i="0" sz="1000" u="none" cap="none" strike="noStrike">
                <a:solidFill>
                  <a:schemeClr val="dk1"/>
                </a:solidFill>
                <a:latin typeface="Corbel"/>
                <a:ea typeface="Corbel"/>
                <a:cs typeface="Corbel"/>
                <a:sym typeface="Corbel"/>
              </a:defRPr>
            </a:lvl7pPr>
            <a:lvl8pPr indent="0" lvl="7" marL="0" marR="0" rtl="0" algn="r">
              <a:spcBef>
                <a:spcPts val="0"/>
              </a:spcBef>
              <a:buNone/>
              <a:defRPr b="0" i="0" sz="1000" u="none" cap="none" strike="noStrike">
                <a:solidFill>
                  <a:schemeClr val="dk1"/>
                </a:solidFill>
                <a:latin typeface="Corbel"/>
                <a:ea typeface="Corbel"/>
                <a:cs typeface="Corbel"/>
                <a:sym typeface="Corbel"/>
              </a:defRPr>
            </a:lvl8pPr>
            <a:lvl9pPr indent="0" lvl="8" marL="0" marR="0" rtl="0" algn="r">
              <a:spcBef>
                <a:spcPts val="0"/>
              </a:spcBef>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pic>
        <p:nvPicPr>
          <p:cNvPr id="22" name="Google Shape;22;p55"/>
          <p:cNvPicPr preferRelativeResize="0"/>
          <p:nvPr/>
        </p:nvPicPr>
        <p:blipFill rotWithShape="1">
          <a:blip r:embed="rId1">
            <a:alphaModFix/>
          </a:blip>
          <a:srcRect b="0" l="0" r="0" t="0"/>
          <a:stretch/>
        </p:blipFill>
        <p:spPr>
          <a:xfrm>
            <a:off x="10363200" y="160919"/>
            <a:ext cx="1727200" cy="118852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4.png"/><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7.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8.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7.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9.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
          <p:cNvSpPr txBox="1"/>
          <p:nvPr>
            <p:ph type="ctrTitle"/>
          </p:nvPr>
        </p:nvSpPr>
        <p:spPr>
          <a:xfrm>
            <a:off x="4545367" y="914401"/>
            <a:ext cx="7037034" cy="3488266"/>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rgbClr val="000000"/>
              </a:buClr>
              <a:buSzPts val="5400"/>
              <a:buFont typeface="Corbel"/>
              <a:buNone/>
            </a:pPr>
            <a:r>
              <a:rPr b="0" i="0" lang="en-US" sz="5400" u="none" cap="none" strike="noStrike">
                <a:solidFill>
                  <a:srgbClr val="000000"/>
                </a:solidFill>
                <a:latin typeface="Corbel"/>
                <a:ea typeface="Corbel"/>
                <a:cs typeface="Corbel"/>
                <a:sym typeface="Corbel"/>
              </a:rPr>
              <a:t>UML Diagrams</a:t>
            </a:r>
            <a:br>
              <a:rPr b="0" i="0" lang="en-US" sz="5400" u="none" cap="none" strike="noStrike">
                <a:solidFill>
                  <a:srgbClr val="000000"/>
                </a:solidFill>
                <a:latin typeface="Corbel"/>
                <a:ea typeface="Corbel"/>
                <a:cs typeface="Corbel"/>
                <a:sym typeface="Corbel"/>
              </a:rPr>
            </a:br>
            <a:r>
              <a:rPr b="0" i="0" lang="en-US" sz="1200" u="none" cap="none" strike="noStrike">
                <a:solidFill>
                  <a:srgbClr val="000000"/>
                </a:solidFill>
                <a:latin typeface="Corbel"/>
                <a:ea typeface="Corbel"/>
                <a:cs typeface="Corbel"/>
                <a:sym typeface="Corbel"/>
              </a:rPr>
              <a:t>Ref: Whitten et all, </a:t>
            </a:r>
            <a:r>
              <a:rPr b="0" i="1" lang="en-US" sz="1200" u="none" cap="none" strike="noStrike">
                <a:solidFill>
                  <a:srgbClr val="000000"/>
                </a:solidFill>
                <a:latin typeface="Corbel"/>
                <a:ea typeface="Corbel"/>
                <a:cs typeface="Corbel"/>
                <a:sym typeface="Corbel"/>
              </a:rPr>
              <a:t>Systems Analysis and Design Methods 7e</a:t>
            </a:r>
            <a:r>
              <a:rPr b="0" i="0" lang="en-US" sz="1200" u="none" cap="none" strike="noStrike">
                <a:solidFill>
                  <a:srgbClr val="000000"/>
                </a:solidFill>
                <a:latin typeface="Corbel"/>
                <a:ea typeface="Corbel"/>
                <a:cs typeface="Corbel"/>
                <a:sym typeface="Corbel"/>
              </a:rPr>
              <a:t>. McGraw-Hill Higher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
          <p:cNvSpPr txBox="1"/>
          <p:nvPr>
            <p:ph type="title"/>
          </p:nvPr>
        </p:nvSpPr>
        <p:spPr>
          <a:xfrm>
            <a:off x="2506664" y="457200"/>
            <a:ext cx="6561137"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Key Ideas</a:t>
            </a:r>
            <a:endParaRPr/>
          </a:p>
        </p:txBody>
      </p:sp>
      <p:sp>
        <p:nvSpPr>
          <p:cNvPr descr="Rectangle: Click to edit Master text styles&#10;Second level&#10;Third level&#10;Fourth level&#10;Fifth level" id="156" name="Google Shape;156;p2"/>
          <p:cNvSpPr txBox="1"/>
          <p:nvPr>
            <p:ph idx="1" type="body"/>
          </p:nvPr>
        </p:nvSpPr>
        <p:spPr>
          <a:xfrm>
            <a:off x="1792739" y="1866530"/>
            <a:ext cx="8008937" cy="2199443"/>
          </a:xfrm>
          <a:prstGeom prst="rect">
            <a:avLst/>
          </a:prstGeom>
          <a:noFill/>
          <a:ln>
            <a:noFill/>
          </a:ln>
        </p:spPr>
        <p:txBody>
          <a:bodyPr anchorCtr="0" anchor="t" bIns="45700" lIns="91425" spcFirstLastPara="1" rIns="91425" wrap="square" tIns="45700">
            <a:normAutofit/>
          </a:bodyPr>
          <a:lstStyle/>
          <a:p>
            <a:pPr indent="-285750" lvl="1" marL="742950" rtl="0" algn="just">
              <a:spcBef>
                <a:spcPts val="0"/>
              </a:spcBef>
              <a:spcAft>
                <a:spcPts val="0"/>
              </a:spcAft>
              <a:buSzPts val="2610"/>
              <a:buChar char="•"/>
            </a:pPr>
            <a:r>
              <a:rPr lang="en-US" sz="1800"/>
              <a:t>Introduction to UML diagrams</a:t>
            </a:r>
            <a:endParaRPr/>
          </a:p>
          <a:p>
            <a:pPr indent="-285750" lvl="1" marL="742950" rtl="0" algn="just">
              <a:spcBef>
                <a:spcPts val="960"/>
              </a:spcBef>
              <a:spcAft>
                <a:spcPts val="0"/>
              </a:spcAft>
              <a:buSzPts val="2610"/>
              <a:buChar char="•"/>
            </a:pPr>
            <a:r>
              <a:rPr lang="en-US" sz="1800"/>
              <a:t>Use case diagram</a:t>
            </a:r>
            <a:endParaRPr/>
          </a:p>
          <a:p>
            <a:pPr indent="-285750" lvl="1" marL="742950" rtl="0" algn="just">
              <a:spcBef>
                <a:spcPts val="960"/>
              </a:spcBef>
              <a:spcAft>
                <a:spcPts val="0"/>
              </a:spcAft>
              <a:buSzPts val="2610"/>
              <a:buChar char="•"/>
            </a:pPr>
            <a:r>
              <a:rPr lang="en-US" sz="1800"/>
              <a:t>Sequence diagram</a:t>
            </a:r>
            <a:endParaRPr/>
          </a:p>
          <a:p>
            <a:pPr indent="-285750" lvl="1" marL="742950" rtl="0" algn="just">
              <a:spcBef>
                <a:spcPts val="960"/>
              </a:spcBef>
              <a:spcAft>
                <a:spcPts val="0"/>
              </a:spcAft>
              <a:buSzPts val="2610"/>
              <a:buChar char="•"/>
            </a:pPr>
            <a:r>
              <a:rPr lang="en-US" sz="1800"/>
              <a:t>Class diagram </a:t>
            </a:r>
            <a:endParaRPr/>
          </a:p>
          <a:p>
            <a:pPr indent="-285750" lvl="1" marL="742950" rtl="0" algn="just">
              <a:spcBef>
                <a:spcPts val="960"/>
              </a:spcBef>
              <a:spcAft>
                <a:spcPts val="0"/>
              </a:spcAft>
              <a:buSzPts val="2610"/>
              <a:buChar char="•"/>
            </a:pPr>
            <a:r>
              <a:rPr lang="en-US" sz="1800"/>
              <a:t>&amp; Activity diagram</a:t>
            </a:r>
            <a:endParaRPr/>
          </a:p>
          <a:p>
            <a:pPr indent="0" lvl="1" marL="457200" rtl="0" algn="just">
              <a:spcBef>
                <a:spcPts val="960"/>
              </a:spcBef>
              <a:spcAft>
                <a:spcPts val="0"/>
              </a:spcAft>
              <a:buSzPts val="2610"/>
              <a:buNone/>
            </a:pPr>
            <a:r>
              <a:t/>
            </a:r>
            <a:endParaRPr sz="1800"/>
          </a:p>
          <a:p>
            <a:pPr indent="-120015" lvl="1" marL="742950" rtl="0" algn="just">
              <a:spcBef>
                <a:spcPts val="960"/>
              </a:spcBef>
              <a:spcAft>
                <a:spcPts val="0"/>
              </a:spcAft>
              <a:buSzPts val="2610"/>
              <a:buNone/>
            </a:pPr>
            <a:r>
              <a:t/>
            </a:r>
            <a:endParaRPr sz="1800"/>
          </a:p>
        </p:txBody>
      </p:sp>
      <p:sp>
        <p:nvSpPr>
          <p:cNvPr id="157" name="Google Shape;157;p2"/>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000"/>
              <a:buFont typeface="Arial"/>
              <a:buNone/>
            </a:pPr>
            <a:r>
              <a:rPr b="0" i="0" lang="en-US" sz="1000" u="none" cap="none" strike="noStrike">
                <a:solidFill>
                  <a:schemeClr val="dk1"/>
                </a:solidFill>
                <a:latin typeface="Tahoma"/>
                <a:ea typeface="Tahoma"/>
                <a:cs typeface="Tahoma"/>
                <a:sym typeface="Tahoma"/>
              </a:rPr>
              <a:t>Slide </a:t>
            </a:r>
            <a:fld id="{00000000-1234-1234-1234-123412341234}" type="slidenum">
              <a:rPr b="0" i="0" lang="en-US" sz="1000" u="none" cap="none" strike="noStrike">
                <a:solidFill>
                  <a:schemeClr val="dk1"/>
                </a:solidFill>
                <a:latin typeface="Tahoma"/>
                <a:ea typeface="Tahoma"/>
                <a:cs typeface="Tahoma"/>
                <a:sym typeface="Tahoma"/>
              </a:rPr>
              <a:t>‹#›</a:t>
            </a:fld>
            <a:endParaRPr b="0" i="0" sz="1000" u="none" cap="none" strike="noStrike">
              <a:solidFill>
                <a:schemeClr val="dk1"/>
              </a:solidFill>
              <a:latin typeface="Tahoma"/>
              <a:ea typeface="Tahoma"/>
              <a:cs typeface="Tahoma"/>
              <a:sym typeface="Tahoma"/>
            </a:endParaRPr>
          </a:p>
          <a:p>
            <a:pPr indent="0" lvl="0" marL="0" marR="0" rtl="0" algn="l">
              <a:spcBef>
                <a:spcPts val="0"/>
              </a:spcBef>
              <a:spcAft>
                <a:spcPts val="0"/>
              </a:spcAft>
              <a:buClr>
                <a:schemeClr val="dk1"/>
              </a:buClr>
              <a:buSzPts val="1000"/>
              <a:buFont typeface="Arial"/>
              <a:buNone/>
            </a:pPr>
            <a:r>
              <a:t/>
            </a:r>
            <a:endParaRPr b="0" i="0" sz="1000" u="none" cap="none" strike="noStrike">
              <a:solidFill>
                <a:schemeClr val="dk1"/>
              </a:solidFill>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UML diagram</a:t>
            </a:r>
            <a:endParaRPr/>
          </a:p>
        </p:txBody>
      </p:sp>
      <p:sp>
        <p:nvSpPr>
          <p:cNvPr id="163" name="Google Shape;163;p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480"/>
              <a:buChar char="•"/>
            </a:pPr>
            <a:r>
              <a:rPr lang="en-US"/>
              <a:t>Stands for Unified Modeling Language </a:t>
            </a:r>
            <a:endParaRPr/>
          </a:p>
          <a:p>
            <a:pPr indent="-285750" lvl="1" marL="742950" rtl="0" algn="l">
              <a:spcBef>
                <a:spcPts val="1000"/>
              </a:spcBef>
              <a:spcAft>
                <a:spcPts val="0"/>
              </a:spcAft>
              <a:buSzPts val="2900"/>
              <a:buChar char="•"/>
            </a:pPr>
            <a:r>
              <a:rPr lang="en-US"/>
              <a:t>A </a:t>
            </a:r>
            <a:r>
              <a:rPr i="1" lang="en-US" u="sng"/>
              <a:t>language</a:t>
            </a:r>
            <a:r>
              <a:rPr lang="en-US"/>
              <a:t>  with notion which can be </a:t>
            </a:r>
            <a:r>
              <a:rPr i="1" lang="en-US" u="sng"/>
              <a:t>understand</a:t>
            </a:r>
            <a:r>
              <a:rPr lang="en-US"/>
              <a:t> by all the parties involved with software </a:t>
            </a:r>
            <a:endParaRPr/>
          </a:p>
          <a:p>
            <a:pPr indent="-285750" lvl="0" marL="285750" rtl="0" algn="l">
              <a:spcBef>
                <a:spcPts val="1080"/>
              </a:spcBef>
              <a:spcAft>
                <a:spcPts val="0"/>
              </a:spcAft>
              <a:buSzPts val="3480"/>
              <a:buChar char="•"/>
            </a:pPr>
            <a:r>
              <a:rPr lang="en-US"/>
              <a:t>Initiated by Rational Software in 1994-95</a:t>
            </a:r>
            <a:endParaRPr/>
          </a:p>
          <a:p>
            <a:pPr indent="-285750" lvl="0" marL="285750" rtl="0" algn="l">
              <a:spcBef>
                <a:spcPts val="1080"/>
              </a:spcBef>
              <a:spcAft>
                <a:spcPts val="0"/>
              </a:spcAft>
              <a:buSzPts val="3480"/>
              <a:buChar char="•"/>
            </a:pPr>
            <a:r>
              <a:rPr lang="en-US"/>
              <a:t>Popular tools –</a:t>
            </a:r>
            <a:endParaRPr/>
          </a:p>
          <a:p>
            <a:pPr indent="-285750" lvl="1" marL="742950" rtl="0" algn="l">
              <a:spcBef>
                <a:spcPts val="1000"/>
              </a:spcBef>
              <a:spcAft>
                <a:spcPts val="0"/>
              </a:spcAft>
              <a:buSzPts val="2900"/>
              <a:buChar char="•"/>
            </a:pPr>
            <a:r>
              <a:rPr lang="en-US"/>
              <a:t>Rational Rose</a:t>
            </a:r>
            <a:endParaRPr/>
          </a:p>
          <a:p>
            <a:pPr indent="-285750" lvl="1" marL="742950" rtl="0" algn="l">
              <a:spcBef>
                <a:spcPts val="1000"/>
              </a:spcBef>
              <a:spcAft>
                <a:spcPts val="0"/>
              </a:spcAft>
              <a:buSzPts val="2900"/>
              <a:buChar char="•"/>
            </a:pPr>
            <a:r>
              <a:rPr lang="en-US"/>
              <a:t>Microsoft Visio</a:t>
            </a:r>
            <a:endParaRPr/>
          </a:p>
          <a:p>
            <a:pPr indent="-285750" lvl="1" marL="742950" rtl="0" algn="l">
              <a:spcBef>
                <a:spcPts val="1000"/>
              </a:spcBef>
              <a:spcAft>
                <a:spcPts val="0"/>
              </a:spcAft>
              <a:buSzPts val="2900"/>
              <a:buChar char="•"/>
            </a:pPr>
            <a:r>
              <a:rPr lang="en-US"/>
              <a:t>Draw.io </a:t>
            </a:r>
            <a:endParaRPr/>
          </a:p>
          <a:p>
            <a:pPr indent="-64770" lvl="0" marL="285750" rtl="0" algn="l">
              <a:spcBef>
                <a:spcPts val="1080"/>
              </a:spcBef>
              <a:spcAft>
                <a:spcPts val="0"/>
              </a:spcAft>
              <a:buSzPts val="3480"/>
              <a:buNone/>
            </a:pPr>
            <a:r>
              <a:t/>
            </a:r>
            <a:endParaRPr/>
          </a:p>
          <a:p>
            <a:pPr indent="-64770" lvl="0" marL="285750" rtl="0" algn="l">
              <a:spcBef>
                <a:spcPts val="1080"/>
              </a:spcBef>
              <a:spcAft>
                <a:spcPts val="0"/>
              </a:spcAft>
              <a:buSzPts val="3480"/>
              <a:buNone/>
            </a:pPr>
            <a:r>
              <a:t/>
            </a:r>
            <a:endParaRPr/>
          </a:p>
          <a:p>
            <a:pPr indent="-64770" lvl="0" marL="285750" rtl="0" algn="l">
              <a:spcBef>
                <a:spcPts val="1080"/>
              </a:spcBef>
              <a:spcAft>
                <a:spcPts val="0"/>
              </a:spcAft>
              <a:buSzPts val="3480"/>
              <a:buNone/>
            </a:pPr>
            <a:r>
              <a:t/>
            </a:r>
            <a:endParaRPr/>
          </a:p>
        </p:txBody>
      </p:sp>
      <p:sp>
        <p:nvSpPr>
          <p:cNvPr id="164" name="Google Shape;164;p3"/>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Different Types of UML</a:t>
            </a:r>
            <a:endParaRPr/>
          </a:p>
        </p:txBody>
      </p:sp>
      <p:pic>
        <p:nvPicPr>
          <p:cNvPr descr="Hierarchy of UML 2.2 Diagrams, shown as a class diagram" id="170" name="Google Shape;170;p4"/>
          <p:cNvPicPr preferRelativeResize="0"/>
          <p:nvPr/>
        </p:nvPicPr>
        <p:blipFill rotWithShape="1">
          <a:blip r:embed="rId3">
            <a:alphaModFix/>
          </a:blip>
          <a:srcRect b="0" l="0" r="0" t="0"/>
          <a:stretch/>
        </p:blipFill>
        <p:spPr>
          <a:xfrm>
            <a:off x="1533645" y="1600201"/>
            <a:ext cx="8300622" cy="4363522"/>
          </a:xfrm>
          <a:prstGeom prst="rect">
            <a:avLst/>
          </a:prstGeom>
          <a:noFill/>
          <a:ln>
            <a:noFill/>
          </a:ln>
        </p:spPr>
      </p:pic>
      <p:sp>
        <p:nvSpPr>
          <p:cNvPr id="171" name="Google Shape;171;p4"/>
          <p:cNvSpPr/>
          <p:nvPr/>
        </p:nvSpPr>
        <p:spPr>
          <a:xfrm>
            <a:off x="1892424" y="3488999"/>
            <a:ext cx="110970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172" name="Google Shape;172;p4"/>
          <p:cNvSpPr/>
          <p:nvPr/>
        </p:nvSpPr>
        <p:spPr>
          <a:xfrm>
            <a:off x="4042299" y="5141725"/>
            <a:ext cx="110970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173" name="Google Shape;173;p4"/>
          <p:cNvSpPr/>
          <p:nvPr/>
        </p:nvSpPr>
        <p:spPr>
          <a:xfrm>
            <a:off x="3722704" y="4227327"/>
            <a:ext cx="110970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174" name="Google Shape;174;p4"/>
          <p:cNvSpPr/>
          <p:nvPr/>
        </p:nvSpPr>
        <p:spPr>
          <a:xfrm>
            <a:off x="5859262" y="3500841"/>
            <a:ext cx="99429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175" name="Google Shape;175;p4"/>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5"/>
          <p:cNvSpPr txBox="1"/>
          <p:nvPr>
            <p:ph type="ctrTitle"/>
          </p:nvPr>
        </p:nvSpPr>
        <p:spPr>
          <a:xfrm>
            <a:off x="3263900" y="2590800"/>
            <a:ext cx="6946900" cy="1201738"/>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chemeClr val="dk1"/>
              </a:buClr>
              <a:buSzPts val="3600"/>
              <a:buFont typeface="Corbel"/>
              <a:buNone/>
            </a:pPr>
            <a:r>
              <a:rPr lang="en-US" sz="3600"/>
              <a:t>Use case diagram</a:t>
            </a:r>
            <a:endParaRPr/>
          </a:p>
        </p:txBody>
      </p:sp>
      <p:sp>
        <p:nvSpPr>
          <p:cNvPr descr="Rectangle: Click to edit Master text styles&#10;Second level&#10;Third level&#10;Fourth level&#10;Fifth level" id="181" name="Google Shape;181;p5"/>
          <p:cNvSpPr txBox="1"/>
          <p:nvPr>
            <p:ph idx="1" type="subTitle"/>
          </p:nvPr>
        </p:nvSpPr>
        <p:spPr>
          <a:xfrm>
            <a:off x="4448176" y="4402138"/>
            <a:ext cx="5762625" cy="136525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2610"/>
              <a:buNone/>
            </a:pPr>
            <a:r>
              <a:rPr lang="en-US"/>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6"/>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What is Use Case ?</a:t>
            </a:r>
            <a:endParaRPr/>
          </a:p>
        </p:txBody>
      </p:sp>
      <p:sp>
        <p:nvSpPr>
          <p:cNvPr id="187" name="Google Shape;187;p6"/>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480"/>
              <a:buChar char="•"/>
            </a:pPr>
            <a:r>
              <a:rPr lang="en-US"/>
              <a:t>Use case diagrams considers mostly as a requirement analysis tools</a:t>
            </a:r>
            <a:endParaRPr/>
          </a:p>
          <a:p>
            <a:pPr indent="-285750" lvl="0" marL="285750" rtl="0" algn="l">
              <a:spcBef>
                <a:spcPts val="1080"/>
              </a:spcBef>
              <a:spcAft>
                <a:spcPts val="0"/>
              </a:spcAft>
              <a:buSzPts val="3480"/>
              <a:buChar char="•"/>
            </a:pPr>
            <a:r>
              <a:rPr lang="en-US"/>
              <a:t>It identifies the </a:t>
            </a:r>
            <a:r>
              <a:rPr i="1" lang="en-US" u="sng"/>
              <a:t>uses </a:t>
            </a:r>
            <a:r>
              <a:rPr lang="en-US"/>
              <a:t>of the system based on a </a:t>
            </a:r>
            <a:r>
              <a:rPr i="1" lang="en-US" u="sng"/>
              <a:t>case</a:t>
            </a:r>
            <a:endParaRPr/>
          </a:p>
          <a:p>
            <a:pPr indent="-285750" lvl="1" marL="742950" rtl="0" algn="l">
              <a:spcBef>
                <a:spcPts val="1000"/>
              </a:spcBef>
              <a:spcAft>
                <a:spcPts val="0"/>
              </a:spcAft>
              <a:buSzPts val="2900"/>
              <a:buChar char="•"/>
            </a:pPr>
            <a:r>
              <a:rPr lang="en-US"/>
              <a:t>Use indicates the actions</a:t>
            </a:r>
            <a:endParaRPr/>
          </a:p>
          <a:p>
            <a:pPr indent="-285750" lvl="1" marL="742950" rtl="0" algn="l">
              <a:spcBef>
                <a:spcPts val="1000"/>
              </a:spcBef>
              <a:spcAft>
                <a:spcPts val="0"/>
              </a:spcAft>
              <a:buSzPts val="2900"/>
              <a:buChar char="•"/>
            </a:pPr>
            <a:r>
              <a:rPr lang="en-US"/>
              <a:t>Case indicates the action linked with </a:t>
            </a:r>
            <a:r>
              <a:rPr i="1" lang="en-US" u="sng"/>
              <a:t>actor</a:t>
            </a:r>
            <a:r>
              <a:rPr lang="en-US"/>
              <a:t> (who performs the action)</a:t>
            </a:r>
            <a:endParaRPr/>
          </a:p>
          <a:p>
            <a:pPr indent="-285750" lvl="1" marL="742950" rtl="0" algn="l">
              <a:spcBef>
                <a:spcPts val="1000"/>
              </a:spcBef>
              <a:spcAft>
                <a:spcPts val="0"/>
              </a:spcAft>
              <a:buSzPts val="2900"/>
              <a:buChar char="•"/>
            </a:pPr>
            <a:r>
              <a:rPr lang="en-US"/>
              <a:t>All the action verbs mentioned in requirement specification is an use case in this diagram</a:t>
            </a:r>
            <a:endParaRPr/>
          </a:p>
          <a:p>
            <a:pPr indent="-285750" lvl="0" marL="285750" rtl="0" algn="l">
              <a:spcBef>
                <a:spcPts val="1080"/>
              </a:spcBef>
              <a:spcAft>
                <a:spcPts val="0"/>
              </a:spcAft>
              <a:buSzPts val="3480"/>
              <a:buChar char="•"/>
            </a:pPr>
            <a:r>
              <a:rPr lang="en-US"/>
              <a:t>To draw the use case diagram, one need to</a:t>
            </a:r>
            <a:endParaRPr/>
          </a:p>
          <a:p>
            <a:pPr indent="-285750" lvl="1" marL="742950" rtl="0" algn="l">
              <a:spcBef>
                <a:spcPts val="1000"/>
              </a:spcBef>
              <a:spcAft>
                <a:spcPts val="0"/>
              </a:spcAft>
              <a:buSzPts val="2900"/>
              <a:buChar char="•"/>
            </a:pPr>
            <a:r>
              <a:rPr lang="en-US"/>
              <a:t>Identify all the entity who will performs action</a:t>
            </a:r>
            <a:endParaRPr/>
          </a:p>
          <a:p>
            <a:pPr indent="-285750" lvl="1" marL="742950" rtl="0" algn="l">
              <a:spcBef>
                <a:spcPts val="1000"/>
              </a:spcBef>
              <a:spcAft>
                <a:spcPts val="0"/>
              </a:spcAft>
              <a:buSzPts val="2900"/>
              <a:buChar char="•"/>
            </a:pPr>
            <a:r>
              <a:rPr lang="en-US"/>
              <a:t>And all the actions needed to support by the system</a:t>
            </a:r>
            <a:endParaRPr/>
          </a:p>
          <a:p>
            <a:pPr indent="0" lvl="0" marL="0" rtl="0" algn="l">
              <a:spcBef>
                <a:spcPts val="1080"/>
              </a:spcBef>
              <a:spcAft>
                <a:spcPts val="0"/>
              </a:spcAft>
              <a:buSzPts val="3480"/>
              <a:buNone/>
            </a:pPr>
            <a:r>
              <a:t/>
            </a:r>
            <a:endParaRPr/>
          </a:p>
        </p:txBody>
      </p:sp>
      <p:sp>
        <p:nvSpPr>
          <p:cNvPr id="188" name="Google Shape;188;p6"/>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7"/>
          <p:cNvPicPr preferRelativeResize="0"/>
          <p:nvPr/>
        </p:nvPicPr>
        <p:blipFill rotWithShape="1">
          <a:blip r:embed="rId3">
            <a:alphaModFix/>
          </a:blip>
          <a:srcRect b="0" l="0" r="0" t="0"/>
          <a:stretch/>
        </p:blipFill>
        <p:spPr>
          <a:xfrm>
            <a:off x="6209241" y="2113889"/>
            <a:ext cx="4514850" cy="3857625"/>
          </a:xfrm>
          <a:prstGeom prst="rect">
            <a:avLst/>
          </a:prstGeom>
          <a:noFill/>
          <a:ln>
            <a:noFill/>
          </a:ln>
        </p:spPr>
      </p:pic>
      <p:sp>
        <p:nvSpPr>
          <p:cNvPr id="194" name="Google Shape;194;p7"/>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Components of Use Case diagram</a:t>
            </a:r>
            <a:endParaRPr/>
          </a:p>
        </p:txBody>
      </p:sp>
      <p:sp>
        <p:nvSpPr>
          <p:cNvPr id="195" name="Google Shape;195;p7"/>
          <p:cNvSpPr txBox="1"/>
          <p:nvPr/>
        </p:nvSpPr>
        <p:spPr>
          <a:xfrm>
            <a:off x="2583402" y="2059619"/>
            <a:ext cx="30095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96" name="Google Shape;196;p7"/>
          <p:cNvSpPr txBox="1"/>
          <p:nvPr>
            <p:ph idx="1" type="body"/>
          </p:nvPr>
        </p:nvSpPr>
        <p:spPr>
          <a:xfrm>
            <a:off x="1309513" y="1600200"/>
            <a:ext cx="7133152" cy="2234953"/>
          </a:xfrm>
          <a:prstGeom prst="rect">
            <a:avLst/>
          </a:prstGeom>
          <a:noFill/>
          <a:ln>
            <a:noFill/>
          </a:ln>
        </p:spPr>
        <p:txBody>
          <a:bodyPr anchorCtr="0" anchor="t" bIns="45700" lIns="91425" spcFirstLastPara="1" rIns="91425" wrap="square" tIns="45700">
            <a:normAutofit lnSpcReduction="10000"/>
          </a:bodyPr>
          <a:lstStyle/>
          <a:p>
            <a:pPr indent="-285750" lvl="0" marL="285750" rtl="0" algn="l">
              <a:spcBef>
                <a:spcPts val="0"/>
              </a:spcBef>
              <a:spcAft>
                <a:spcPts val="0"/>
              </a:spcAft>
              <a:buSzPts val="3480"/>
              <a:buChar char="•"/>
            </a:pPr>
            <a:r>
              <a:rPr lang="en-US"/>
              <a:t>Use case diagram is composed of </a:t>
            </a:r>
            <a:r>
              <a:rPr b="1" i="1" lang="en-US" u="sng"/>
              <a:t>four </a:t>
            </a:r>
            <a:r>
              <a:rPr lang="en-US"/>
              <a:t>components </a:t>
            </a:r>
            <a:endParaRPr/>
          </a:p>
          <a:p>
            <a:pPr indent="-285750" lvl="1" marL="742950" rtl="0" algn="l">
              <a:spcBef>
                <a:spcPts val="1000"/>
              </a:spcBef>
              <a:spcAft>
                <a:spcPts val="0"/>
              </a:spcAft>
              <a:buSzPts val="2900"/>
              <a:buChar char="•"/>
            </a:pPr>
            <a:r>
              <a:rPr lang="en-US"/>
              <a:t>Actor</a:t>
            </a:r>
            <a:endParaRPr/>
          </a:p>
          <a:p>
            <a:pPr indent="-285750" lvl="1" marL="742950" rtl="0" algn="l">
              <a:spcBef>
                <a:spcPts val="1000"/>
              </a:spcBef>
              <a:spcAft>
                <a:spcPts val="0"/>
              </a:spcAft>
              <a:buSzPts val="2900"/>
              <a:buChar char="•"/>
            </a:pPr>
            <a:r>
              <a:rPr lang="en-US"/>
              <a:t>Use case</a:t>
            </a:r>
            <a:endParaRPr/>
          </a:p>
          <a:p>
            <a:pPr indent="-285750" lvl="1" marL="742950" rtl="0" algn="l">
              <a:spcBef>
                <a:spcPts val="1000"/>
              </a:spcBef>
              <a:spcAft>
                <a:spcPts val="0"/>
              </a:spcAft>
              <a:buSzPts val="2900"/>
              <a:buChar char="•"/>
            </a:pPr>
            <a:r>
              <a:rPr lang="en-US"/>
              <a:t>System boundary</a:t>
            </a:r>
            <a:endParaRPr/>
          </a:p>
          <a:p>
            <a:pPr indent="-285750" lvl="1" marL="742950" rtl="0" algn="l">
              <a:spcBef>
                <a:spcPts val="1000"/>
              </a:spcBef>
              <a:spcAft>
                <a:spcPts val="0"/>
              </a:spcAft>
              <a:buSzPts val="2900"/>
              <a:buChar char="•"/>
            </a:pPr>
            <a:r>
              <a:rPr lang="en-US"/>
              <a:t>Relations</a:t>
            </a:r>
            <a:endParaRPr/>
          </a:p>
          <a:p>
            <a:pPr indent="0" lvl="0" marL="0" rtl="0" algn="l">
              <a:spcBef>
                <a:spcPts val="1080"/>
              </a:spcBef>
              <a:spcAft>
                <a:spcPts val="0"/>
              </a:spcAft>
              <a:buSzPts val="3480"/>
              <a:buNone/>
            </a:pPr>
            <a:r>
              <a:t/>
            </a:r>
            <a:endParaRPr/>
          </a:p>
        </p:txBody>
      </p:sp>
      <p:cxnSp>
        <p:nvCxnSpPr>
          <p:cNvPr id="197" name="Google Shape;197;p7"/>
          <p:cNvCxnSpPr/>
          <p:nvPr/>
        </p:nvCxnSpPr>
        <p:spPr>
          <a:xfrm>
            <a:off x="2707689" y="2244285"/>
            <a:ext cx="3950495" cy="1264841"/>
          </a:xfrm>
          <a:prstGeom prst="straightConnector1">
            <a:avLst/>
          </a:prstGeom>
          <a:noFill/>
          <a:ln cap="flat" cmpd="sng" w="38100">
            <a:solidFill>
              <a:srgbClr val="BD4B48"/>
            </a:solidFill>
            <a:prstDash val="solid"/>
            <a:round/>
            <a:headEnd len="sm" w="sm" type="none"/>
            <a:tailEnd len="med" w="med" type="triangle"/>
          </a:ln>
        </p:spPr>
      </p:cxnSp>
      <p:cxnSp>
        <p:nvCxnSpPr>
          <p:cNvPr id="198" name="Google Shape;198;p7"/>
          <p:cNvCxnSpPr/>
          <p:nvPr/>
        </p:nvCxnSpPr>
        <p:spPr>
          <a:xfrm>
            <a:off x="3098307" y="2717676"/>
            <a:ext cx="5344358" cy="531551"/>
          </a:xfrm>
          <a:prstGeom prst="straightConnector1">
            <a:avLst/>
          </a:prstGeom>
          <a:noFill/>
          <a:ln cap="flat" cmpd="sng" w="38100">
            <a:solidFill>
              <a:srgbClr val="BD4B48"/>
            </a:solidFill>
            <a:prstDash val="solid"/>
            <a:round/>
            <a:headEnd len="sm" w="sm" type="none"/>
            <a:tailEnd len="med" w="med" type="triangle"/>
          </a:ln>
        </p:spPr>
      </p:cxnSp>
      <p:cxnSp>
        <p:nvCxnSpPr>
          <p:cNvPr id="199" name="Google Shape;199;p7"/>
          <p:cNvCxnSpPr/>
          <p:nvPr/>
        </p:nvCxnSpPr>
        <p:spPr>
          <a:xfrm>
            <a:off x="3994951" y="3073035"/>
            <a:ext cx="4051967" cy="1617837"/>
          </a:xfrm>
          <a:prstGeom prst="straightConnector1">
            <a:avLst/>
          </a:prstGeom>
          <a:noFill/>
          <a:ln cap="flat" cmpd="sng" w="38100">
            <a:solidFill>
              <a:srgbClr val="BD4B48"/>
            </a:solidFill>
            <a:prstDash val="solid"/>
            <a:round/>
            <a:headEnd len="sm" w="sm" type="none"/>
            <a:tailEnd len="med" w="med" type="triangle"/>
          </a:ln>
        </p:spPr>
      </p:cxnSp>
      <p:cxnSp>
        <p:nvCxnSpPr>
          <p:cNvPr id="200" name="Google Shape;200;p7"/>
          <p:cNvCxnSpPr/>
          <p:nvPr/>
        </p:nvCxnSpPr>
        <p:spPr>
          <a:xfrm>
            <a:off x="3178206" y="3509126"/>
            <a:ext cx="4252403" cy="352202"/>
          </a:xfrm>
          <a:prstGeom prst="straightConnector1">
            <a:avLst/>
          </a:prstGeom>
          <a:noFill/>
          <a:ln cap="flat" cmpd="sng" w="38100">
            <a:solidFill>
              <a:srgbClr val="BD4B48"/>
            </a:solidFill>
            <a:prstDash val="solid"/>
            <a:round/>
            <a:headEnd len="sm" w="sm" type="none"/>
            <a:tailEnd len="med" w="med" type="triangle"/>
          </a:ln>
        </p:spPr>
      </p:cxnSp>
      <p:sp>
        <p:nvSpPr>
          <p:cNvPr id="201" name="Google Shape;201;p7"/>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8"/>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Actor</a:t>
            </a:r>
            <a:endParaRPr/>
          </a:p>
        </p:txBody>
      </p:sp>
      <p:sp>
        <p:nvSpPr>
          <p:cNvPr id="207" name="Google Shape;207;p8"/>
          <p:cNvSpPr txBox="1"/>
          <p:nvPr>
            <p:ph idx="1" type="body"/>
          </p:nvPr>
        </p:nvSpPr>
        <p:spPr>
          <a:xfrm>
            <a:off x="1309513" y="1600200"/>
            <a:ext cx="8218536" cy="4800599"/>
          </a:xfrm>
          <a:prstGeom prst="rect">
            <a:avLst/>
          </a:prstGeom>
          <a:noFill/>
          <a:ln>
            <a:noFill/>
          </a:ln>
        </p:spPr>
        <p:txBody>
          <a:bodyPr anchorCtr="0" anchor="t" bIns="45700" lIns="91425" spcFirstLastPara="1" rIns="91425" wrap="square" tIns="45700">
            <a:normAutofit fontScale="77500" lnSpcReduction="20000"/>
          </a:bodyPr>
          <a:lstStyle/>
          <a:p>
            <a:pPr indent="-236029" lvl="0" marL="285750" rtl="0" algn="l">
              <a:spcBef>
                <a:spcPts val="0"/>
              </a:spcBef>
              <a:spcAft>
                <a:spcPts val="0"/>
              </a:spcAft>
              <a:buSzPct val="145000"/>
              <a:buChar char="•"/>
            </a:pPr>
            <a:r>
              <a:rPr lang="en-US"/>
              <a:t>The entity which </a:t>
            </a:r>
            <a:r>
              <a:rPr i="1" lang="en-US" u="sng"/>
              <a:t>performs the actions </a:t>
            </a:r>
            <a:r>
              <a:rPr lang="en-US"/>
              <a:t>or roles in the system</a:t>
            </a:r>
            <a:endParaRPr/>
          </a:p>
          <a:p>
            <a:pPr indent="-236029" lvl="0" marL="285750" rtl="0" algn="l">
              <a:spcBef>
                <a:spcPts val="1080"/>
              </a:spcBef>
              <a:spcAft>
                <a:spcPts val="0"/>
              </a:spcAft>
              <a:buSzPct val="145000"/>
              <a:buChar char="•"/>
            </a:pPr>
            <a:r>
              <a:rPr lang="en-US"/>
              <a:t>Actor is responsible for </a:t>
            </a:r>
            <a:r>
              <a:rPr i="1" lang="en-US" u="sng"/>
              <a:t>giving input</a:t>
            </a:r>
            <a:r>
              <a:rPr lang="en-US"/>
              <a:t> to the system</a:t>
            </a:r>
            <a:endParaRPr/>
          </a:p>
          <a:p>
            <a:pPr indent="-236029" lvl="0" marL="285750" rtl="0" algn="l">
              <a:spcBef>
                <a:spcPts val="1080"/>
              </a:spcBef>
              <a:spcAft>
                <a:spcPts val="0"/>
              </a:spcAft>
              <a:buSzPct val="145000"/>
              <a:buChar char="•"/>
            </a:pPr>
            <a:r>
              <a:rPr lang="en-US"/>
              <a:t>Responsible to </a:t>
            </a:r>
            <a:r>
              <a:rPr i="1" lang="en-US" u="sng"/>
              <a:t>use processed output</a:t>
            </a:r>
            <a:r>
              <a:rPr i="1" lang="en-US"/>
              <a:t> </a:t>
            </a:r>
            <a:r>
              <a:rPr lang="en-US"/>
              <a:t>for performing particular action</a:t>
            </a:r>
            <a:endParaRPr/>
          </a:p>
          <a:p>
            <a:pPr indent="-236029" lvl="0" marL="285750" rtl="0" algn="l">
              <a:spcBef>
                <a:spcPts val="1080"/>
              </a:spcBef>
              <a:spcAft>
                <a:spcPts val="0"/>
              </a:spcAft>
              <a:buSzPct val="145000"/>
              <a:buChar char="•"/>
            </a:pPr>
            <a:r>
              <a:rPr lang="en-US"/>
              <a:t>Actor must be connected with at least one use case</a:t>
            </a:r>
            <a:endParaRPr/>
          </a:p>
          <a:p>
            <a:pPr indent="-236029" lvl="0" marL="285750" rtl="0" algn="l">
              <a:spcBef>
                <a:spcPts val="1080"/>
              </a:spcBef>
              <a:spcAft>
                <a:spcPts val="0"/>
              </a:spcAft>
              <a:buSzPct val="145000"/>
              <a:buChar char="•"/>
            </a:pPr>
            <a:r>
              <a:t/>
            </a:r>
            <a:endParaRPr/>
          </a:p>
          <a:p>
            <a:pPr indent="-244316" lvl="1" marL="742950" rtl="0" algn="l">
              <a:spcBef>
                <a:spcPts val="1000"/>
              </a:spcBef>
              <a:spcAft>
                <a:spcPts val="0"/>
              </a:spcAft>
              <a:buSzPct val="145000"/>
              <a:buChar char="•"/>
            </a:pPr>
            <a:r>
              <a:rPr lang="en-US"/>
              <a:t>Primary actor</a:t>
            </a:r>
            <a:endParaRPr/>
          </a:p>
          <a:p>
            <a:pPr indent="-244316" lvl="1" marL="742950" rtl="0" algn="l">
              <a:spcBef>
                <a:spcPts val="1000"/>
              </a:spcBef>
              <a:spcAft>
                <a:spcPts val="0"/>
              </a:spcAft>
              <a:buSzPct val="145000"/>
              <a:buChar char="•"/>
            </a:pPr>
            <a:r>
              <a:rPr lang="en-US"/>
              <a:t>Secondary actor</a:t>
            </a:r>
            <a:endParaRPr/>
          </a:p>
          <a:p>
            <a:pPr indent="-244316" lvl="1" marL="742950" rtl="0" algn="l">
              <a:spcBef>
                <a:spcPts val="1000"/>
              </a:spcBef>
              <a:spcAft>
                <a:spcPts val="0"/>
              </a:spcAft>
              <a:buSzPct val="145000"/>
              <a:buChar char="•"/>
            </a:pPr>
            <a:r>
              <a:rPr lang="en-US"/>
              <a:t>External hardware </a:t>
            </a:r>
            <a:endParaRPr/>
          </a:p>
          <a:p>
            <a:pPr indent="-244316" lvl="1" marL="742950" rtl="0" algn="l">
              <a:spcBef>
                <a:spcPts val="1000"/>
              </a:spcBef>
              <a:spcAft>
                <a:spcPts val="0"/>
              </a:spcAft>
              <a:buSzPct val="145000"/>
              <a:buChar char="•"/>
            </a:pPr>
            <a:r>
              <a:rPr lang="en-US"/>
              <a:t>Other System</a:t>
            </a:r>
            <a:endParaRPr/>
          </a:p>
          <a:p>
            <a:pPr indent="0" lvl="0" marL="0" rtl="0" algn="l">
              <a:spcBef>
                <a:spcPts val="1080"/>
              </a:spcBef>
              <a:spcAft>
                <a:spcPts val="0"/>
              </a:spcAft>
              <a:buSzPct val="145000"/>
              <a:buNone/>
            </a:pPr>
            <a:r>
              <a:t/>
            </a:r>
            <a:endParaRPr/>
          </a:p>
          <a:p>
            <a:pPr indent="-101600" lvl="1" marL="742950" rtl="0" algn="l">
              <a:spcBef>
                <a:spcPts val="1000"/>
              </a:spcBef>
              <a:spcAft>
                <a:spcPts val="0"/>
              </a:spcAft>
              <a:buSzPct val="145000"/>
              <a:buNone/>
            </a:pPr>
            <a:r>
              <a:t/>
            </a:r>
            <a:endParaRPr/>
          </a:p>
        </p:txBody>
      </p:sp>
      <p:pic>
        <p:nvPicPr>
          <p:cNvPr descr="Angle,Monochrome Photography,Symbol PNG Clipart - Royalty Free SVG ..." id="208" name="Google Shape;208;p8"/>
          <p:cNvPicPr preferRelativeResize="0"/>
          <p:nvPr/>
        </p:nvPicPr>
        <p:blipFill rotWithShape="1">
          <a:blip r:embed="rId3">
            <a:alphaModFix/>
          </a:blip>
          <a:srcRect b="0" l="0" r="0" t="0"/>
          <a:stretch/>
        </p:blipFill>
        <p:spPr>
          <a:xfrm flipH="1">
            <a:off x="10192402" y="2402686"/>
            <a:ext cx="1100437" cy="2052628"/>
          </a:xfrm>
          <a:prstGeom prst="rect">
            <a:avLst/>
          </a:prstGeom>
          <a:noFill/>
          <a:ln>
            <a:noFill/>
          </a:ln>
        </p:spPr>
      </p:pic>
      <p:sp>
        <p:nvSpPr>
          <p:cNvPr id="209" name="Google Shape;209;p8"/>
          <p:cNvSpPr txBox="1"/>
          <p:nvPr/>
        </p:nvSpPr>
        <p:spPr>
          <a:xfrm>
            <a:off x="9860006" y="4736592"/>
            <a:ext cx="176522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orbel"/>
                <a:ea typeface="Corbel"/>
                <a:cs typeface="Corbel"/>
                <a:sym typeface="Corbel"/>
              </a:rPr>
              <a:t>Figure: Actor in Usecase</a:t>
            </a:r>
            <a:endParaRPr/>
          </a:p>
        </p:txBody>
      </p:sp>
      <p:sp>
        <p:nvSpPr>
          <p:cNvPr id="210" name="Google Shape;210;p8"/>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9"/>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Types of Actor </a:t>
            </a:r>
            <a:endParaRPr/>
          </a:p>
        </p:txBody>
      </p:sp>
      <p:sp>
        <p:nvSpPr>
          <p:cNvPr id="216" name="Google Shape;216;p9"/>
          <p:cNvSpPr txBox="1"/>
          <p:nvPr>
            <p:ph idx="1" type="body"/>
          </p:nvPr>
        </p:nvSpPr>
        <p:spPr>
          <a:xfrm>
            <a:off x="1188720" y="1600200"/>
            <a:ext cx="11003280" cy="499262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480"/>
              <a:buNone/>
            </a:pPr>
            <a:r>
              <a:t/>
            </a:r>
            <a:endParaRPr b="1"/>
          </a:p>
          <a:p>
            <a:pPr indent="0" lvl="0" marL="0" rtl="0" algn="l">
              <a:spcBef>
                <a:spcPts val="1080"/>
              </a:spcBef>
              <a:spcAft>
                <a:spcPts val="0"/>
              </a:spcAft>
              <a:buSzPts val="3480"/>
              <a:buNone/>
            </a:pPr>
            <a:r>
              <a:rPr b="1" lang="en-US"/>
              <a:t>Primary actor</a:t>
            </a:r>
            <a:endParaRPr/>
          </a:p>
          <a:p>
            <a:pPr indent="-285750" lvl="1" marL="742950" rtl="0" algn="l">
              <a:spcBef>
                <a:spcPts val="1000"/>
              </a:spcBef>
              <a:spcAft>
                <a:spcPts val="0"/>
              </a:spcAft>
              <a:buSzPts val="2900"/>
              <a:buChar char="•"/>
            </a:pPr>
            <a:r>
              <a:rPr lang="en-US"/>
              <a:t>People who performs the </a:t>
            </a:r>
            <a:r>
              <a:rPr b="1" lang="en-US" u="sng"/>
              <a:t>main system functions</a:t>
            </a:r>
            <a:r>
              <a:rPr lang="en-US"/>
              <a:t>. </a:t>
            </a:r>
            <a:endParaRPr/>
          </a:p>
          <a:p>
            <a:pPr indent="-285750" lvl="1" marL="742950" rtl="0" algn="l">
              <a:spcBef>
                <a:spcPts val="1000"/>
              </a:spcBef>
              <a:spcAft>
                <a:spcPts val="0"/>
              </a:spcAft>
              <a:buSzPts val="2900"/>
              <a:buChar char="•"/>
            </a:pPr>
            <a:r>
              <a:rPr lang="en-US"/>
              <a:t>For example </a:t>
            </a:r>
            <a:r>
              <a:rPr b="1" lang="en-US"/>
              <a:t>rider</a:t>
            </a:r>
            <a:r>
              <a:rPr lang="en-US"/>
              <a:t> of a </a:t>
            </a:r>
            <a:r>
              <a:rPr lang="en-US" u="sng"/>
              <a:t>ride sharing system</a:t>
            </a:r>
            <a:r>
              <a:rPr lang="en-US"/>
              <a:t>. As s/he is requesting for ride, or paying the money using the system. </a:t>
            </a:r>
            <a:endParaRPr/>
          </a:p>
          <a:p>
            <a:pPr indent="0" lvl="1" marL="457200" rtl="0" algn="l">
              <a:spcBef>
                <a:spcPts val="1000"/>
              </a:spcBef>
              <a:spcAft>
                <a:spcPts val="0"/>
              </a:spcAft>
              <a:buSzPts val="2900"/>
              <a:buNone/>
            </a:pPr>
            <a:r>
              <a:rPr lang="en-US"/>
              <a:t> </a:t>
            </a:r>
            <a:endParaRPr/>
          </a:p>
          <a:p>
            <a:pPr indent="0" lvl="0" marL="0" rtl="0" algn="l">
              <a:spcBef>
                <a:spcPts val="1080"/>
              </a:spcBef>
              <a:spcAft>
                <a:spcPts val="0"/>
              </a:spcAft>
              <a:buSzPts val="3480"/>
              <a:buNone/>
            </a:pPr>
            <a:r>
              <a:rPr b="1" lang="en-US"/>
              <a:t>Secondary actor</a:t>
            </a:r>
            <a:endParaRPr/>
          </a:p>
          <a:p>
            <a:pPr indent="-285750" lvl="1" marL="742950" rtl="0" algn="l">
              <a:spcBef>
                <a:spcPts val="1000"/>
              </a:spcBef>
              <a:spcAft>
                <a:spcPts val="0"/>
              </a:spcAft>
              <a:buSzPts val="2900"/>
              <a:buChar char="•"/>
            </a:pPr>
            <a:r>
              <a:rPr lang="en-US"/>
              <a:t>People who performs the </a:t>
            </a:r>
            <a:r>
              <a:rPr b="1" lang="en-US" u="sng"/>
              <a:t>administrative functions</a:t>
            </a:r>
            <a:r>
              <a:rPr lang="en-US"/>
              <a:t>. </a:t>
            </a:r>
            <a:endParaRPr/>
          </a:p>
          <a:p>
            <a:pPr indent="-285750" lvl="1" marL="742950" rtl="0" algn="l">
              <a:spcBef>
                <a:spcPts val="1000"/>
              </a:spcBef>
              <a:spcAft>
                <a:spcPts val="0"/>
              </a:spcAft>
              <a:buSzPts val="2900"/>
              <a:buChar char="•"/>
            </a:pPr>
            <a:r>
              <a:rPr lang="en-US"/>
              <a:t>For the aforementioned system a </a:t>
            </a:r>
            <a:r>
              <a:rPr b="1" lang="en-US"/>
              <a:t>manager</a:t>
            </a:r>
            <a:r>
              <a:rPr lang="en-US"/>
              <a:t> who sets the discounts is an example of Secondary actor.  </a:t>
            </a:r>
            <a:endParaRPr/>
          </a:p>
        </p:txBody>
      </p:sp>
      <p:sp>
        <p:nvSpPr>
          <p:cNvPr id="217" name="Google Shape;217;p9"/>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0"/>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Types of Actor (cont.) </a:t>
            </a:r>
            <a:endParaRPr/>
          </a:p>
        </p:txBody>
      </p:sp>
      <p:sp>
        <p:nvSpPr>
          <p:cNvPr id="223" name="Google Shape;223;p10"/>
          <p:cNvSpPr txBox="1"/>
          <p:nvPr>
            <p:ph idx="1" type="body"/>
          </p:nvPr>
        </p:nvSpPr>
        <p:spPr>
          <a:xfrm>
            <a:off x="1188720" y="1600200"/>
            <a:ext cx="11003280" cy="499262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480"/>
              <a:buNone/>
            </a:pPr>
            <a:r>
              <a:t/>
            </a:r>
            <a:endParaRPr b="1"/>
          </a:p>
          <a:p>
            <a:pPr indent="0" lvl="0" marL="0" rtl="0" algn="l">
              <a:spcBef>
                <a:spcPts val="1080"/>
              </a:spcBef>
              <a:spcAft>
                <a:spcPts val="0"/>
              </a:spcAft>
              <a:buSzPts val="3480"/>
              <a:buNone/>
            </a:pPr>
            <a:r>
              <a:rPr b="1" lang="en-US"/>
              <a:t>External hardware </a:t>
            </a:r>
            <a:endParaRPr/>
          </a:p>
          <a:p>
            <a:pPr indent="-285750" lvl="1" marL="742950" rtl="0" algn="l">
              <a:spcBef>
                <a:spcPts val="1000"/>
              </a:spcBef>
              <a:spcAft>
                <a:spcPts val="0"/>
              </a:spcAft>
              <a:buSzPts val="2900"/>
              <a:buChar char="•"/>
            </a:pPr>
            <a:r>
              <a:rPr lang="en-US"/>
              <a:t>Any </a:t>
            </a:r>
            <a:r>
              <a:rPr b="1" lang="en-US" u="sng"/>
              <a:t>external hardware device</a:t>
            </a:r>
            <a:r>
              <a:rPr b="1" lang="en-US"/>
              <a:t> </a:t>
            </a:r>
            <a:r>
              <a:rPr lang="en-US"/>
              <a:t>which is a part of the application.</a:t>
            </a:r>
            <a:endParaRPr/>
          </a:p>
          <a:p>
            <a:pPr indent="-285750" lvl="1" marL="742950" rtl="0" algn="l">
              <a:spcBef>
                <a:spcPts val="1000"/>
              </a:spcBef>
              <a:spcAft>
                <a:spcPts val="0"/>
              </a:spcAft>
              <a:buSzPts val="2900"/>
              <a:buChar char="•"/>
            </a:pPr>
            <a:r>
              <a:rPr lang="en-US"/>
              <a:t>If the system using </a:t>
            </a:r>
            <a:r>
              <a:rPr b="1" lang="en-US"/>
              <a:t>amazon datastore </a:t>
            </a:r>
            <a:r>
              <a:rPr lang="en-US"/>
              <a:t>as their database. </a:t>
            </a:r>
            <a:endParaRPr/>
          </a:p>
          <a:p>
            <a:pPr indent="0" lvl="0" marL="0" rtl="0" algn="l">
              <a:spcBef>
                <a:spcPts val="1080"/>
              </a:spcBef>
              <a:spcAft>
                <a:spcPts val="0"/>
              </a:spcAft>
              <a:buSzPts val="3480"/>
              <a:buNone/>
            </a:pPr>
            <a:r>
              <a:t/>
            </a:r>
            <a:endParaRPr b="1"/>
          </a:p>
          <a:p>
            <a:pPr indent="0" lvl="0" marL="0" rtl="0" algn="l">
              <a:spcBef>
                <a:spcPts val="1080"/>
              </a:spcBef>
              <a:spcAft>
                <a:spcPts val="0"/>
              </a:spcAft>
              <a:buSzPts val="3480"/>
              <a:buNone/>
            </a:pPr>
            <a:r>
              <a:rPr b="1" lang="en-US"/>
              <a:t>Other System</a:t>
            </a:r>
            <a:endParaRPr/>
          </a:p>
          <a:p>
            <a:pPr indent="-285750" lvl="1" marL="742950" rtl="0" algn="l">
              <a:spcBef>
                <a:spcPts val="1000"/>
              </a:spcBef>
              <a:spcAft>
                <a:spcPts val="0"/>
              </a:spcAft>
              <a:buSzPts val="2900"/>
              <a:buChar char="•"/>
            </a:pPr>
            <a:r>
              <a:rPr lang="en-US"/>
              <a:t>Any </a:t>
            </a:r>
            <a:r>
              <a:rPr b="1" lang="en-US" u="sng"/>
              <a:t>external system</a:t>
            </a:r>
            <a:r>
              <a:rPr b="1" lang="en-US"/>
              <a:t> </a:t>
            </a:r>
            <a:r>
              <a:rPr lang="en-US"/>
              <a:t>which has interaction with the current system.</a:t>
            </a:r>
            <a:endParaRPr/>
          </a:p>
          <a:p>
            <a:pPr indent="-285750" lvl="1" marL="742950" rtl="0" algn="l">
              <a:spcBef>
                <a:spcPts val="1000"/>
              </a:spcBef>
              <a:spcAft>
                <a:spcPts val="0"/>
              </a:spcAft>
              <a:buSzPts val="2900"/>
              <a:buChar char="•"/>
            </a:pPr>
            <a:r>
              <a:rPr b="1" lang="en-US"/>
              <a:t>Payment gateway </a:t>
            </a:r>
            <a:r>
              <a:rPr lang="en-US"/>
              <a:t>is an example of such actor. </a:t>
            </a:r>
            <a:endParaRPr/>
          </a:p>
        </p:txBody>
      </p:sp>
      <p:sp>
        <p:nvSpPr>
          <p:cNvPr id="224" name="Google Shape;224;p10"/>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1"/>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Use Cases</a:t>
            </a:r>
            <a:endParaRPr/>
          </a:p>
        </p:txBody>
      </p:sp>
      <p:sp>
        <p:nvSpPr>
          <p:cNvPr id="230" name="Google Shape;230;p11"/>
          <p:cNvSpPr txBox="1"/>
          <p:nvPr>
            <p:ph idx="1" type="body"/>
          </p:nvPr>
        </p:nvSpPr>
        <p:spPr>
          <a:xfrm>
            <a:off x="1309512" y="1600200"/>
            <a:ext cx="8748889" cy="4800599"/>
          </a:xfrm>
          <a:prstGeom prst="rect">
            <a:avLst/>
          </a:prstGeom>
          <a:noFill/>
          <a:ln>
            <a:noFill/>
          </a:ln>
        </p:spPr>
        <p:txBody>
          <a:bodyPr anchorCtr="0" anchor="t" bIns="45700" lIns="91425" spcFirstLastPara="1" rIns="91425" wrap="square" tIns="45700">
            <a:normAutofit fontScale="92500"/>
          </a:bodyPr>
          <a:lstStyle/>
          <a:p>
            <a:pPr indent="-285750" lvl="0" marL="285750" rtl="0" algn="l">
              <a:lnSpc>
                <a:spcPct val="150000"/>
              </a:lnSpc>
              <a:spcBef>
                <a:spcPts val="0"/>
              </a:spcBef>
              <a:spcAft>
                <a:spcPts val="0"/>
              </a:spcAft>
              <a:buSzPct val="145000"/>
              <a:buChar char="•"/>
            </a:pPr>
            <a:r>
              <a:rPr lang="en-US"/>
              <a:t>Indicates the </a:t>
            </a:r>
            <a:r>
              <a:rPr i="1" lang="en-US" u="sng"/>
              <a:t>system functions</a:t>
            </a:r>
            <a:r>
              <a:rPr i="1" lang="en-US"/>
              <a:t> </a:t>
            </a:r>
            <a:r>
              <a:rPr lang="en-US"/>
              <a:t>performed by an actor</a:t>
            </a:r>
            <a:endParaRPr/>
          </a:p>
          <a:p>
            <a:pPr indent="-285750" lvl="0" marL="285750" rtl="0" algn="l">
              <a:lnSpc>
                <a:spcPct val="150000"/>
              </a:lnSpc>
              <a:spcBef>
                <a:spcPts val="1044"/>
              </a:spcBef>
              <a:spcAft>
                <a:spcPts val="0"/>
              </a:spcAft>
              <a:buSzPct val="145000"/>
              <a:buChar char="•"/>
            </a:pPr>
            <a:r>
              <a:rPr lang="en-US"/>
              <a:t>It can also describes the </a:t>
            </a:r>
            <a:r>
              <a:rPr i="1" lang="en-US" u="sng"/>
              <a:t>sequence of actions</a:t>
            </a:r>
            <a:r>
              <a:rPr lang="en-US"/>
              <a:t> in a system</a:t>
            </a:r>
            <a:endParaRPr/>
          </a:p>
          <a:p>
            <a:pPr indent="-285750" lvl="0" marL="285750" rtl="0" algn="l">
              <a:lnSpc>
                <a:spcPct val="150000"/>
              </a:lnSpc>
              <a:spcBef>
                <a:spcPts val="1044"/>
              </a:spcBef>
              <a:spcAft>
                <a:spcPts val="0"/>
              </a:spcAft>
              <a:buSzPct val="145000"/>
              <a:buChar char="•"/>
            </a:pPr>
            <a:r>
              <a:rPr lang="en-US"/>
              <a:t>Every Use case must have a </a:t>
            </a:r>
            <a:r>
              <a:rPr i="1" lang="en-US" u="sng"/>
              <a:t>unique name</a:t>
            </a:r>
            <a:endParaRPr/>
          </a:p>
          <a:p>
            <a:pPr indent="-285750" lvl="0" marL="285750" rtl="0" algn="l">
              <a:lnSpc>
                <a:spcPct val="150000"/>
              </a:lnSpc>
              <a:spcBef>
                <a:spcPts val="1044"/>
              </a:spcBef>
              <a:spcAft>
                <a:spcPts val="0"/>
              </a:spcAft>
              <a:buSzPct val="145000"/>
              <a:buChar char="•"/>
            </a:pPr>
            <a:r>
              <a:rPr lang="en-US"/>
              <a:t>Use case must be started with </a:t>
            </a:r>
            <a:r>
              <a:rPr i="1" lang="en-US" u="sng"/>
              <a:t>principal verb</a:t>
            </a:r>
            <a:endParaRPr/>
          </a:p>
          <a:p>
            <a:pPr indent="-285750" lvl="0" marL="285750" rtl="0" algn="l">
              <a:lnSpc>
                <a:spcPct val="150000"/>
              </a:lnSpc>
              <a:spcBef>
                <a:spcPts val="1044"/>
              </a:spcBef>
              <a:spcAft>
                <a:spcPts val="0"/>
              </a:spcAft>
              <a:buSzPct val="145000"/>
              <a:buChar char="•"/>
            </a:pPr>
            <a:r>
              <a:rPr lang="en-US"/>
              <a:t>Use cases in the diagram must be </a:t>
            </a:r>
            <a:r>
              <a:rPr i="1" lang="en-US" u="sng"/>
              <a:t>enclosed</a:t>
            </a:r>
            <a:r>
              <a:rPr lang="en-US"/>
              <a:t> by the system boundary</a:t>
            </a:r>
            <a:endParaRPr/>
          </a:p>
          <a:p>
            <a:pPr indent="-285750" lvl="0" marL="285750" rtl="0" algn="l">
              <a:lnSpc>
                <a:spcPct val="150000"/>
              </a:lnSpc>
              <a:spcBef>
                <a:spcPts val="1044"/>
              </a:spcBef>
              <a:spcAft>
                <a:spcPts val="0"/>
              </a:spcAft>
              <a:buSzPct val="145000"/>
              <a:buChar char="•"/>
            </a:pPr>
            <a:r>
              <a:rPr lang="en-US"/>
              <a:t>Every Use case should be </a:t>
            </a:r>
            <a:r>
              <a:rPr i="1" lang="en-US" u="sng"/>
              <a:t>connected</a:t>
            </a:r>
            <a:r>
              <a:rPr lang="en-US"/>
              <a:t> with either </a:t>
            </a:r>
            <a:r>
              <a:rPr i="1" lang="en-US" u="sng"/>
              <a:t>actor</a:t>
            </a:r>
            <a:r>
              <a:rPr lang="en-US"/>
              <a:t> or another </a:t>
            </a:r>
            <a:r>
              <a:rPr i="1" lang="en-US" u="sng"/>
              <a:t>use case</a:t>
            </a:r>
            <a:endParaRPr/>
          </a:p>
          <a:p>
            <a:pPr indent="-285750" lvl="0" marL="285750" rtl="0" algn="l">
              <a:lnSpc>
                <a:spcPct val="150000"/>
              </a:lnSpc>
              <a:spcBef>
                <a:spcPts val="1044"/>
              </a:spcBef>
              <a:spcAft>
                <a:spcPts val="0"/>
              </a:spcAft>
              <a:buSzPct val="145000"/>
              <a:buChar char="•"/>
            </a:pPr>
            <a:r>
              <a:rPr lang="en-US"/>
              <a:t>Must be </a:t>
            </a:r>
            <a:r>
              <a:rPr i="1" lang="en-US" u="sng"/>
              <a:t>represented</a:t>
            </a:r>
            <a:r>
              <a:rPr lang="en-US"/>
              <a:t> by an </a:t>
            </a:r>
            <a:r>
              <a:rPr i="1" lang="en-US" u="sng"/>
              <a:t>ellipse</a:t>
            </a:r>
            <a:endParaRPr/>
          </a:p>
        </p:txBody>
      </p:sp>
      <p:sp>
        <p:nvSpPr>
          <p:cNvPr id="231" name="Google Shape;231;p11"/>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2" name="Google Shape;232;p11"/>
          <p:cNvSpPr/>
          <p:nvPr/>
        </p:nvSpPr>
        <p:spPr>
          <a:xfrm>
            <a:off x="10058400" y="3236976"/>
            <a:ext cx="1892807" cy="1142999"/>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orbel"/>
                <a:ea typeface="Corbel"/>
                <a:cs typeface="Corbel"/>
                <a:sym typeface="Corbel"/>
              </a:rPr>
              <a:t>Book a ride</a:t>
            </a:r>
            <a:endParaRPr/>
          </a:p>
        </p:txBody>
      </p:sp>
      <p:sp>
        <p:nvSpPr>
          <p:cNvPr id="233" name="Google Shape;233;p11"/>
          <p:cNvSpPr txBox="1"/>
          <p:nvPr/>
        </p:nvSpPr>
        <p:spPr>
          <a:xfrm>
            <a:off x="10289774" y="4736592"/>
            <a:ext cx="146226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orbel"/>
                <a:ea typeface="Corbel"/>
                <a:cs typeface="Corbel"/>
                <a:sym typeface="Corbel"/>
              </a:rPr>
              <a:t>Figure: An Use case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2"/>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System Boundary</a:t>
            </a:r>
            <a:endParaRPr/>
          </a:p>
        </p:txBody>
      </p:sp>
      <p:sp>
        <p:nvSpPr>
          <p:cNvPr id="239" name="Google Shape;239;p12"/>
          <p:cNvSpPr txBox="1"/>
          <p:nvPr>
            <p:ph idx="1" type="body"/>
          </p:nvPr>
        </p:nvSpPr>
        <p:spPr>
          <a:xfrm>
            <a:off x="1309512" y="1600200"/>
            <a:ext cx="8474567"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200000"/>
              </a:lnSpc>
              <a:spcBef>
                <a:spcPts val="0"/>
              </a:spcBef>
              <a:spcAft>
                <a:spcPts val="0"/>
              </a:spcAft>
              <a:buSzPts val="3480"/>
              <a:buChar char="•"/>
            </a:pPr>
            <a:r>
              <a:rPr lang="en-US"/>
              <a:t>Shows how the system </a:t>
            </a:r>
            <a:r>
              <a:rPr i="1" lang="en-US" u="sng"/>
              <a:t>interacts</a:t>
            </a:r>
            <a:r>
              <a:rPr lang="en-US"/>
              <a:t> with the user</a:t>
            </a:r>
            <a:endParaRPr/>
          </a:p>
          <a:p>
            <a:pPr indent="-285750" lvl="0" marL="285750" rtl="0" algn="l">
              <a:lnSpc>
                <a:spcPct val="200000"/>
              </a:lnSpc>
              <a:spcBef>
                <a:spcPts val="1080"/>
              </a:spcBef>
              <a:spcAft>
                <a:spcPts val="0"/>
              </a:spcAft>
              <a:buSzPts val="3480"/>
              <a:buChar char="•"/>
            </a:pPr>
            <a:r>
              <a:rPr lang="en-US"/>
              <a:t>Class in which </a:t>
            </a:r>
            <a:r>
              <a:rPr i="1" lang="en-US" u="sng"/>
              <a:t>use case are executed</a:t>
            </a:r>
            <a:endParaRPr/>
          </a:p>
          <a:p>
            <a:pPr indent="-285750" lvl="0" marL="285750" rtl="0" algn="l">
              <a:lnSpc>
                <a:spcPct val="200000"/>
              </a:lnSpc>
              <a:spcBef>
                <a:spcPts val="1080"/>
              </a:spcBef>
              <a:spcAft>
                <a:spcPts val="0"/>
              </a:spcAft>
              <a:buSzPts val="3480"/>
              <a:buChar char="•"/>
            </a:pPr>
            <a:r>
              <a:rPr lang="en-US"/>
              <a:t>Represented by the use cases within a </a:t>
            </a:r>
            <a:r>
              <a:rPr i="1" lang="en-US" u="sng"/>
              <a:t>rectangle</a:t>
            </a:r>
            <a:r>
              <a:rPr lang="en-US"/>
              <a:t> and actors will </a:t>
            </a:r>
            <a:r>
              <a:rPr i="1" lang="en-US" u="sng"/>
              <a:t>outside</a:t>
            </a:r>
            <a:r>
              <a:rPr lang="en-US"/>
              <a:t> of the system boundary</a:t>
            </a:r>
            <a:endParaRPr/>
          </a:p>
        </p:txBody>
      </p:sp>
      <p:sp>
        <p:nvSpPr>
          <p:cNvPr id="240" name="Google Shape;240;p12"/>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41" name="Google Shape;241;p12"/>
          <p:cNvPicPr preferRelativeResize="0"/>
          <p:nvPr/>
        </p:nvPicPr>
        <p:blipFill rotWithShape="1">
          <a:blip r:embed="rId3">
            <a:alphaModFix/>
          </a:blip>
          <a:srcRect b="0" l="0" r="0" t="0"/>
          <a:stretch/>
        </p:blipFill>
        <p:spPr>
          <a:xfrm>
            <a:off x="9641003" y="2894272"/>
            <a:ext cx="2000250" cy="1971675"/>
          </a:xfrm>
          <a:prstGeom prst="rect">
            <a:avLst/>
          </a:prstGeom>
          <a:noFill/>
          <a:ln>
            <a:noFill/>
          </a:ln>
        </p:spPr>
      </p:pic>
      <p:sp>
        <p:nvSpPr>
          <p:cNvPr id="242" name="Google Shape;242;p12"/>
          <p:cNvSpPr txBox="1"/>
          <p:nvPr/>
        </p:nvSpPr>
        <p:spPr>
          <a:xfrm>
            <a:off x="9116644" y="4800600"/>
            <a:ext cx="29043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orbel"/>
                <a:ea typeface="Corbel"/>
                <a:cs typeface="Corbel"/>
                <a:sym typeface="Corbel"/>
              </a:rPr>
              <a:t>Figure: The system boundary of  Use case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3"/>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Relation</a:t>
            </a:r>
            <a:endParaRPr/>
          </a:p>
        </p:txBody>
      </p:sp>
      <p:sp>
        <p:nvSpPr>
          <p:cNvPr id="248" name="Google Shape;248;p13"/>
          <p:cNvSpPr txBox="1"/>
          <p:nvPr>
            <p:ph idx="1" type="body"/>
          </p:nvPr>
        </p:nvSpPr>
        <p:spPr>
          <a:xfrm>
            <a:off x="1309513" y="1600201"/>
            <a:ext cx="7980792" cy="3429000"/>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480"/>
              <a:buChar char="•"/>
            </a:pPr>
            <a:r>
              <a:rPr lang="en-US"/>
              <a:t>Also Known as by </a:t>
            </a:r>
            <a:r>
              <a:rPr i="1" lang="en-US" u="sng"/>
              <a:t>communication line </a:t>
            </a:r>
            <a:endParaRPr/>
          </a:p>
          <a:p>
            <a:pPr indent="-285750" lvl="0" marL="285750" rtl="0" algn="l">
              <a:spcBef>
                <a:spcPts val="1080"/>
              </a:spcBef>
              <a:spcAft>
                <a:spcPts val="0"/>
              </a:spcAft>
              <a:buSzPts val="3480"/>
              <a:buChar char="•"/>
            </a:pPr>
            <a:r>
              <a:rPr lang="en-US"/>
              <a:t>It represents the connection between any two components of use case diagram</a:t>
            </a:r>
            <a:endParaRPr/>
          </a:p>
          <a:p>
            <a:pPr indent="-285750" lvl="0" marL="285750" rtl="0" algn="l">
              <a:spcBef>
                <a:spcPts val="1080"/>
              </a:spcBef>
              <a:spcAft>
                <a:spcPts val="0"/>
              </a:spcAft>
              <a:buSzPts val="3480"/>
              <a:buChar char="•"/>
            </a:pPr>
            <a:r>
              <a:rPr lang="en-US"/>
              <a:t>Can be of three types</a:t>
            </a:r>
            <a:endParaRPr/>
          </a:p>
          <a:p>
            <a:pPr indent="-285750" lvl="1" marL="742950" rtl="0" algn="l">
              <a:spcBef>
                <a:spcPts val="1000"/>
              </a:spcBef>
              <a:spcAft>
                <a:spcPts val="0"/>
              </a:spcAft>
              <a:buSzPts val="2900"/>
              <a:buChar char="•"/>
            </a:pPr>
            <a:r>
              <a:rPr lang="en-US"/>
              <a:t>Association</a:t>
            </a:r>
            <a:endParaRPr/>
          </a:p>
          <a:p>
            <a:pPr indent="-285750" lvl="1" marL="742950" rtl="0" algn="l">
              <a:spcBef>
                <a:spcPts val="1000"/>
              </a:spcBef>
              <a:spcAft>
                <a:spcPts val="0"/>
              </a:spcAft>
              <a:buSzPts val="2900"/>
              <a:buChar char="•"/>
            </a:pPr>
            <a:r>
              <a:rPr lang="en-US"/>
              <a:t>Generalization</a:t>
            </a:r>
            <a:endParaRPr/>
          </a:p>
          <a:p>
            <a:pPr indent="-285750" lvl="1" marL="742950" rtl="0" algn="l">
              <a:spcBef>
                <a:spcPts val="1000"/>
              </a:spcBef>
              <a:spcAft>
                <a:spcPts val="0"/>
              </a:spcAft>
              <a:buSzPts val="2900"/>
              <a:buChar char="•"/>
            </a:pPr>
            <a:r>
              <a:rPr lang="en-US"/>
              <a:t>Dependency </a:t>
            </a:r>
            <a:endParaRPr/>
          </a:p>
        </p:txBody>
      </p:sp>
      <p:sp>
        <p:nvSpPr>
          <p:cNvPr id="249" name="Google Shape;249;p13"/>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4"/>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Association</a:t>
            </a:r>
            <a:endParaRPr/>
          </a:p>
        </p:txBody>
      </p:sp>
      <p:sp>
        <p:nvSpPr>
          <p:cNvPr id="255" name="Google Shape;255;p14"/>
          <p:cNvSpPr txBox="1"/>
          <p:nvPr>
            <p:ph idx="1" type="body"/>
          </p:nvPr>
        </p:nvSpPr>
        <p:spPr>
          <a:xfrm>
            <a:off x="1309513" y="1600200"/>
            <a:ext cx="7925928" cy="4800599"/>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480"/>
              <a:buChar char="•"/>
            </a:pPr>
            <a:r>
              <a:rPr lang="en-US"/>
              <a:t>Connects an actor with the use case</a:t>
            </a:r>
            <a:endParaRPr/>
          </a:p>
          <a:p>
            <a:pPr indent="-285750" lvl="0" marL="285750" rtl="0" algn="l">
              <a:spcBef>
                <a:spcPts val="1080"/>
              </a:spcBef>
              <a:spcAft>
                <a:spcPts val="0"/>
              </a:spcAft>
              <a:buSzPts val="3480"/>
              <a:buChar char="•"/>
            </a:pPr>
            <a:r>
              <a:rPr lang="en-US"/>
              <a:t>Identifies the actor(s) are responsible/user of the use case</a:t>
            </a:r>
            <a:endParaRPr/>
          </a:p>
          <a:p>
            <a:pPr indent="-285750" lvl="0" marL="285750" rtl="0" algn="l">
              <a:spcBef>
                <a:spcPts val="1080"/>
              </a:spcBef>
              <a:spcAft>
                <a:spcPts val="0"/>
              </a:spcAft>
              <a:buSzPts val="3480"/>
              <a:buChar char="•"/>
            </a:pPr>
            <a:r>
              <a:rPr lang="en-US"/>
              <a:t>Represented by a </a:t>
            </a:r>
            <a:r>
              <a:rPr i="1" lang="en-US" u="sng"/>
              <a:t>straight solid line</a:t>
            </a:r>
            <a:endParaRPr/>
          </a:p>
          <a:p>
            <a:pPr indent="-285750" lvl="1" marL="742950" rtl="0" algn="l">
              <a:spcBef>
                <a:spcPts val="1000"/>
              </a:spcBef>
              <a:spcAft>
                <a:spcPts val="0"/>
              </a:spcAft>
              <a:buSzPts val="2900"/>
              <a:buChar char="•"/>
            </a:pPr>
            <a:r>
              <a:rPr lang="en-US">
                <a:solidFill>
                  <a:srgbClr val="FF0000"/>
                </a:solidFill>
              </a:rPr>
              <a:t>No arrow</a:t>
            </a:r>
            <a:endParaRPr/>
          </a:p>
          <a:p>
            <a:pPr indent="-285750" lvl="1" marL="742950" rtl="0" algn="l">
              <a:spcBef>
                <a:spcPts val="1000"/>
              </a:spcBef>
              <a:spcAft>
                <a:spcPts val="0"/>
              </a:spcAft>
              <a:buSzPts val="2900"/>
              <a:buChar char="•"/>
            </a:pPr>
            <a:r>
              <a:rPr lang="en-US">
                <a:solidFill>
                  <a:srgbClr val="FF0000"/>
                </a:solidFill>
              </a:rPr>
              <a:t>Not dashed or curved line</a:t>
            </a:r>
            <a:endParaRPr/>
          </a:p>
          <a:p>
            <a:pPr indent="-285750" lvl="0" marL="285750" rtl="0" algn="l">
              <a:spcBef>
                <a:spcPts val="1080"/>
              </a:spcBef>
              <a:spcAft>
                <a:spcPts val="0"/>
              </a:spcAft>
              <a:buSzPts val="3480"/>
              <a:buChar char="•"/>
            </a:pPr>
            <a:r>
              <a:rPr lang="en-US"/>
              <a:t>A actor must have at least one association in the diagram</a:t>
            </a:r>
            <a:endParaRPr/>
          </a:p>
          <a:p>
            <a:pPr indent="-285750" lvl="0" marL="285750" rtl="0" algn="l">
              <a:spcBef>
                <a:spcPts val="1080"/>
              </a:spcBef>
              <a:spcAft>
                <a:spcPts val="0"/>
              </a:spcAft>
              <a:buSzPts val="3480"/>
              <a:buChar char="•"/>
            </a:pPr>
            <a:r>
              <a:rPr lang="en-US"/>
              <a:t>An use case can be associated with zero or more actors </a:t>
            </a:r>
            <a:endParaRPr/>
          </a:p>
          <a:p>
            <a:pPr indent="0" lvl="1" marL="457200" rtl="0" algn="l">
              <a:spcBef>
                <a:spcPts val="1000"/>
              </a:spcBef>
              <a:spcAft>
                <a:spcPts val="0"/>
              </a:spcAft>
              <a:buSzPts val="2900"/>
              <a:buNone/>
            </a:pPr>
            <a:r>
              <a:t/>
            </a:r>
            <a:endParaRPr>
              <a:solidFill>
                <a:srgbClr val="FF0000"/>
              </a:solidFill>
            </a:endParaRPr>
          </a:p>
        </p:txBody>
      </p:sp>
      <p:sp>
        <p:nvSpPr>
          <p:cNvPr id="256" name="Google Shape;256;p14"/>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Angle,Monochrome Photography,Symbol PNG Clipart - Royalty Free SVG ..." id="257" name="Google Shape;257;p14"/>
          <p:cNvPicPr preferRelativeResize="0"/>
          <p:nvPr/>
        </p:nvPicPr>
        <p:blipFill rotWithShape="1">
          <a:blip r:embed="rId3">
            <a:alphaModFix/>
          </a:blip>
          <a:srcRect b="0" l="0" r="0" t="0"/>
          <a:stretch/>
        </p:blipFill>
        <p:spPr>
          <a:xfrm flipH="1">
            <a:off x="9426792" y="3826274"/>
            <a:ext cx="223693" cy="417251"/>
          </a:xfrm>
          <a:prstGeom prst="rect">
            <a:avLst/>
          </a:prstGeom>
          <a:noFill/>
          <a:ln>
            <a:noFill/>
          </a:ln>
        </p:spPr>
      </p:pic>
      <p:sp>
        <p:nvSpPr>
          <p:cNvPr id="258" name="Google Shape;258;p14"/>
          <p:cNvSpPr/>
          <p:nvPr/>
        </p:nvSpPr>
        <p:spPr>
          <a:xfrm>
            <a:off x="10405396" y="3665946"/>
            <a:ext cx="1419663" cy="74013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orbel"/>
                <a:ea typeface="Corbel"/>
                <a:cs typeface="Corbel"/>
                <a:sym typeface="Corbel"/>
              </a:rPr>
              <a:t>Book a ride</a:t>
            </a:r>
            <a:endParaRPr/>
          </a:p>
        </p:txBody>
      </p:sp>
      <p:cxnSp>
        <p:nvCxnSpPr>
          <p:cNvPr id="259" name="Google Shape;259;p14"/>
          <p:cNvCxnSpPr>
            <a:stCxn id="257" idx="1"/>
            <a:endCxn id="258" idx="2"/>
          </p:cNvCxnSpPr>
          <p:nvPr/>
        </p:nvCxnSpPr>
        <p:spPr>
          <a:xfrm>
            <a:off x="9650485" y="4034899"/>
            <a:ext cx="754800" cy="1200"/>
          </a:xfrm>
          <a:prstGeom prst="straightConnector1">
            <a:avLst/>
          </a:prstGeom>
          <a:noFill/>
          <a:ln cap="flat" cmpd="sng" w="28575">
            <a:solidFill>
              <a:schemeClr val="dk1"/>
            </a:solidFill>
            <a:prstDash val="solid"/>
            <a:round/>
            <a:headEnd len="sm" w="sm" type="none"/>
            <a:tailEnd len="sm" w="sm" type="none"/>
          </a:ln>
        </p:spPr>
      </p:cxnSp>
      <p:sp>
        <p:nvSpPr>
          <p:cNvPr id="260" name="Google Shape;260;p14"/>
          <p:cNvSpPr txBox="1"/>
          <p:nvPr/>
        </p:nvSpPr>
        <p:spPr>
          <a:xfrm>
            <a:off x="9266994" y="4172505"/>
            <a:ext cx="59503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orbel"/>
                <a:ea typeface="Corbel"/>
                <a:cs typeface="Corbel"/>
                <a:sym typeface="Corbel"/>
              </a:rPr>
              <a:t>Rider</a:t>
            </a:r>
            <a:endParaRPr/>
          </a:p>
        </p:txBody>
      </p:sp>
      <p:sp>
        <p:nvSpPr>
          <p:cNvPr id="261" name="Google Shape;261;p14"/>
          <p:cNvSpPr txBox="1"/>
          <p:nvPr/>
        </p:nvSpPr>
        <p:spPr>
          <a:xfrm>
            <a:off x="9426793" y="4612479"/>
            <a:ext cx="221446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Corbel"/>
                <a:ea typeface="Corbel"/>
                <a:cs typeface="Corbel"/>
                <a:sym typeface="Corbel"/>
              </a:rPr>
              <a:t>Figure: association between an actor and an use case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5"/>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Generalization</a:t>
            </a:r>
            <a:endParaRPr/>
          </a:p>
        </p:txBody>
      </p:sp>
      <p:sp>
        <p:nvSpPr>
          <p:cNvPr id="267" name="Google Shape;267;p15"/>
          <p:cNvSpPr txBox="1"/>
          <p:nvPr>
            <p:ph idx="1" type="body"/>
          </p:nvPr>
        </p:nvSpPr>
        <p:spPr>
          <a:xfrm>
            <a:off x="1309512" y="1600200"/>
            <a:ext cx="6147731"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50000"/>
              </a:lnSpc>
              <a:spcBef>
                <a:spcPts val="0"/>
              </a:spcBef>
              <a:spcAft>
                <a:spcPts val="0"/>
              </a:spcAft>
              <a:buSzPts val="3480"/>
              <a:buChar char="•"/>
            </a:pPr>
            <a:r>
              <a:rPr lang="en-US"/>
              <a:t>Represents the </a:t>
            </a:r>
            <a:r>
              <a:rPr i="1" lang="en-US" u="sng"/>
              <a:t>parent-child relation</a:t>
            </a:r>
            <a:endParaRPr/>
          </a:p>
          <a:p>
            <a:pPr indent="-285750" lvl="0" marL="285750" rtl="0" algn="l">
              <a:lnSpc>
                <a:spcPct val="150000"/>
              </a:lnSpc>
              <a:spcBef>
                <a:spcPts val="1080"/>
              </a:spcBef>
              <a:spcAft>
                <a:spcPts val="0"/>
              </a:spcAft>
              <a:buSzPts val="3480"/>
              <a:buChar char="•"/>
            </a:pPr>
            <a:r>
              <a:rPr lang="en-US"/>
              <a:t>Represented by a straight line with hollow arrow </a:t>
            </a:r>
            <a:endParaRPr/>
          </a:p>
          <a:p>
            <a:pPr indent="-285750" lvl="0" marL="285750" rtl="0" algn="l">
              <a:lnSpc>
                <a:spcPct val="150000"/>
              </a:lnSpc>
              <a:spcBef>
                <a:spcPts val="1080"/>
              </a:spcBef>
              <a:spcAft>
                <a:spcPts val="0"/>
              </a:spcAft>
              <a:buSzPts val="3480"/>
              <a:buChar char="•"/>
            </a:pPr>
            <a:r>
              <a:rPr lang="en-US"/>
              <a:t>Can indicate the relation between </a:t>
            </a:r>
            <a:endParaRPr/>
          </a:p>
          <a:p>
            <a:pPr indent="-285750" lvl="1" marL="742950" rtl="0" algn="l">
              <a:spcBef>
                <a:spcPts val="1000"/>
              </a:spcBef>
              <a:spcAft>
                <a:spcPts val="0"/>
              </a:spcAft>
              <a:buSzPts val="2900"/>
              <a:buChar char="•"/>
            </a:pPr>
            <a:r>
              <a:rPr lang="en-US"/>
              <a:t>Either </a:t>
            </a:r>
            <a:r>
              <a:rPr b="1" lang="en-US"/>
              <a:t>Actors</a:t>
            </a:r>
            <a:endParaRPr/>
          </a:p>
          <a:p>
            <a:pPr indent="-285750" lvl="1" marL="742950" rtl="0" algn="l">
              <a:spcBef>
                <a:spcPts val="1000"/>
              </a:spcBef>
              <a:spcAft>
                <a:spcPts val="0"/>
              </a:spcAft>
              <a:buSzPts val="2900"/>
              <a:buChar char="•"/>
            </a:pPr>
            <a:r>
              <a:rPr lang="en-US"/>
              <a:t>Or </a:t>
            </a:r>
            <a:r>
              <a:rPr b="1" lang="en-US"/>
              <a:t>Use cases</a:t>
            </a:r>
            <a:endParaRPr/>
          </a:p>
        </p:txBody>
      </p:sp>
      <p:sp>
        <p:nvSpPr>
          <p:cNvPr id="268" name="Google Shape;268;p15"/>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Angle,Monochrome Photography,Symbol PNG Clipart - Royalty Free SVG ..." id="269" name="Google Shape;269;p15"/>
          <p:cNvPicPr preferRelativeResize="0"/>
          <p:nvPr/>
        </p:nvPicPr>
        <p:blipFill rotWithShape="1">
          <a:blip r:embed="rId3">
            <a:alphaModFix/>
          </a:blip>
          <a:srcRect b="0" l="0" r="0" t="0"/>
          <a:stretch/>
        </p:blipFill>
        <p:spPr>
          <a:xfrm flipH="1">
            <a:off x="10297081" y="1666963"/>
            <a:ext cx="223693" cy="417251"/>
          </a:xfrm>
          <a:prstGeom prst="rect">
            <a:avLst/>
          </a:prstGeom>
          <a:noFill/>
          <a:ln>
            <a:noFill/>
          </a:ln>
        </p:spPr>
      </p:pic>
      <p:sp>
        <p:nvSpPr>
          <p:cNvPr id="270" name="Google Shape;270;p15"/>
          <p:cNvSpPr txBox="1"/>
          <p:nvPr/>
        </p:nvSpPr>
        <p:spPr>
          <a:xfrm>
            <a:off x="10137283" y="2013194"/>
            <a:ext cx="59503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orbel"/>
                <a:ea typeface="Corbel"/>
                <a:cs typeface="Corbel"/>
                <a:sym typeface="Corbel"/>
              </a:rPr>
              <a:t>Rider</a:t>
            </a:r>
            <a:endParaRPr/>
          </a:p>
        </p:txBody>
      </p:sp>
      <p:pic>
        <p:nvPicPr>
          <p:cNvPr descr="Angle,Monochrome Photography,Symbol PNG Clipart - Royalty Free SVG ..." id="271" name="Google Shape;271;p15"/>
          <p:cNvPicPr preferRelativeResize="0"/>
          <p:nvPr/>
        </p:nvPicPr>
        <p:blipFill rotWithShape="1">
          <a:blip r:embed="rId3">
            <a:alphaModFix/>
          </a:blip>
          <a:srcRect b="0" l="0" r="0" t="0"/>
          <a:stretch/>
        </p:blipFill>
        <p:spPr>
          <a:xfrm flipH="1">
            <a:off x="9799699" y="2795909"/>
            <a:ext cx="223693" cy="417251"/>
          </a:xfrm>
          <a:prstGeom prst="rect">
            <a:avLst/>
          </a:prstGeom>
          <a:noFill/>
          <a:ln>
            <a:noFill/>
          </a:ln>
        </p:spPr>
      </p:pic>
      <p:sp>
        <p:nvSpPr>
          <p:cNvPr id="272" name="Google Shape;272;p15"/>
          <p:cNvSpPr txBox="1"/>
          <p:nvPr/>
        </p:nvSpPr>
        <p:spPr>
          <a:xfrm>
            <a:off x="9105485" y="3142140"/>
            <a:ext cx="134043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orbel"/>
                <a:ea typeface="Corbel"/>
                <a:cs typeface="Corbel"/>
                <a:sym typeface="Corbel"/>
              </a:rPr>
              <a:t>Premium Rider</a:t>
            </a:r>
            <a:endParaRPr/>
          </a:p>
        </p:txBody>
      </p:sp>
      <p:pic>
        <p:nvPicPr>
          <p:cNvPr descr="Angle,Monochrome Photography,Symbol PNG Clipart - Royalty Free SVG ..." id="273" name="Google Shape;273;p15"/>
          <p:cNvPicPr preferRelativeResize="0"/>
          <p:nvPr/>
        </p:nvPicPr>
        <p:blipFill rotWithShape="1">
          <a:blip r:embed="rId3">
            <a:alphaModFix/>
          </a:blip>
          <a:srcRect b="0" l="0" r="0" t="0"/>
          <a:stretch/>
        </p:blipFill>
        <p:spPr>
          <a:xfrm flipH="1">
            <a:off x="10848978" y="2795909"/>
            <a:ext cx="223693" cy="417251"/>
          </a:xfrm>
          <a:prstGeom prst="rect">
            <a:avLst/>
          </a:prstGeom>
          <a:noFill/>
          <a:ln>
            <a:noFill/>
          </a:ln>
        </p:spPr>
      </p:pic>
      <p:sp>
        <p:nvSpPr>
          <p:cNvPr id="274" name="Google Shape;274;p15"/>
          <p:cNvSpPr txBox="1"/>
          <p:nvPr/>
        </p:nvSpPr>
        <p:spPr>
          <a:xfrm>
            <a:off x="10520774" y="3142140"/>
            <a:ext cx="129554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orbel"/>
                <a:ea typeface="Corbel"/>
                <a:cs typeface="Corbel"/>
                <a:sym typeface="Corbel"/>
              </a:rPr>
              <a:t>Irregular Rider</a:t>
            </a:r>
            <a:endParaRPr/>
          </a:p>
        </p:txBody>
      </p:sp>
      <p:cxnSp>
        <p:nvCxnSpPr>
          <p:cNvPr id="275" name="Google Shape;275;p15"/>
          <p:cNvCxnSpPr>
            <a:stCxn id="271" idx="0"/>
            <a:endCxn id="270" idx="2"/>
          </p:cNvCxnSpPr>
          <p:nvPr/>
        </p:nvCxnSpPr>
        <p:spPr>
          <a:xfrm rot="-5400000">
            <a:off x="9935696" y="2296859"/>
            <a:ext cx="474900" cy="523200"/>
          </a:xfrm>
          <a:prstGeom prst="bentConnector3">
            <a:avLst>
              <a:gd fmla="val 50000" name="adj1"/>
            </a:avLst>
          </a:prstGeom>
          <a:noFill/>
          <a:ln cap="flat" cmpd="sng" w="15875">
            <a:solidFill>
              <a:schemeClr val="dk1"/>
            </a:solidFill>
            <a:prstDash val="solid"/>
            <a:round/>
            <a:headEnd len="sm" w="sm" type="none"/>
            <a:tailEnd len="med" w="med" type="triangle"/>
          </a:ln>
        </p:spPr>
      </p:cxnSp>
      <p:cxnSp>
        <p:nvCxnSpPr>
          <p:cNvPr id="276" name="Google Shape;276;p15"/>
          <p:cNvCxnSpPr>
            <a:stCxn id="273" idx="0"/>
            <a:endCxn id="270" idx="2"/>
          </p:cNvCxnSpPr>
          <p:nvPr/>
        </p:nvCxnSpPr>
        <p:spPr>
          <a:xfrm flipH="1" rot="5400000">
            <a:off x="10460425" y="2295509"/>
            <a:ext cx="474900" cy="525900"/>
          </a:xfrm>
          <a:prstGeom prst="bentConnector3">
            <a:avLst>
              <a:gd fmla="val 50004" name="adj1"/>
            </a:avLst>
          </a:prstGeom>
          <a:noFill/>
          <a:ln cap="flat" cmpd="sng" w="15875">
            <a:solidFill>
              <a:schemeClr val="dk1"/>
            </a:solidFill>
            <a:prstDash val="solid"/>
            <a:round/>
            <a:headEnd len="sm" w="sm" type="none"/>
            <a:tailEnd len="med" w="med" type="triangle"/>
          </a:ln>
        </p:spPr>
      </p:cxnSp>
      <p:sp>
        <p:nvSpPr>
          <p:cNvPr id="277" name="Google Shape;277;p15"/>
          <p:cNvSpPr/>
          <p:nvPr/>
        </p:nvSpPr>
        <p:spPr>
          <a:xfrm>
            <a:off x="10340537" y="2284335"/>
            <a:ext cx="193929" cy="146110"/>
          </a:xfrm>
          <a:prstGeom prst="triangle">
            <a:avLst>
              <a:gd fmla="val 50000"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78" name="Google Shape;278;p15"/>
          <p:cNvSpPr txBox="1"/>
          <p:nvPr/>
        </p:nvSpPr>
        <p:spPr>
          <a:xfrm>
            <a:off x="8699189" y="3449218"/>
            <a:ext cx="341947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orbel"/>
                <a:ea typeface="Corbel"/>
                <a:cs typeface="Corbel"/>
                <a:sym typeface="Corbel"/>
              </a:rPr>
              <a:t>Figure: Generalization relation between actors</a:t>
            </a:r>
            <a:endParaRPr/>
          </a:p>
        </p:txBody>
      </p:sp>
      <p:cxnSp>
        <p:nvCxnSpPr>
          <p:cNvPr id="279" name="Google Shape;279;p15"/>
          <p:cNvCxnSpPr>
            <a:stCxn id="280" idx="0"/>
            <a:endCxn id="281" idx="4"/>
          </p:cNvCxnSpPr>
          <p:nvPr/>
        </p:nvCxnSpPr>
        <p:spPr>
          <a:xfrm rot="-5400000">
            <a:off x="9533498" y="4807696"/>
            <a:ext cx="732600" cy="881700"/>
          </a:xfrm>
          <a:prstGeom prst="bentConnector3">
            <a:avLst>
              <a:gd fmla="val 50002" name="adj1"/>
            </a:avLst>
          </a:prstGeom>
          <a:noFill/>
          <a:ln cap="flat" cmpd="sng" w="15875">
            <a:solidFill>
              <a:schemeClr val="dk1"/>
            </a:solidFill>
            <a:prstDash val="solid"/>
            <a:round/>
            <a:headEnd len="sm" w="sm" type="none"/>
            <a:tailEnd len="med" w="med" type="triangle"/>
          </a:ln>
        </p:spPr>
      </p:cxnSp>
      <p:cxnSp>
        <p:nvCxnSpPr>
          <p:cNvPr id="282" name="Google Shape;282;p15"/>
          <p:cNvCxnSpPr>
            <a:stCxn id="283" idx="0"/>
            <a:endCxn id="281" idx="4"/>
          </p:cNvCxnSpPr>
          <p:nvPr/>
        </p:nvCxnSpPr>
        <p:spPr>
          <a:xfrm flipH="1" rot="5400000">
            <a:off x="10313426" y="4909203"/>
            <a:ext cx="735600" cy="681600"/>
          </a:xfrm>
          <a:prstGeom prst="bentConnector3">
            <a:avLst>
              <a:gd fmla="val 49999" name="adj1"/>
            </a:avLst>
          </a:prstGeom>
          <a:noFill/>
          <a:ln cap="flat" cmpd="sng" w="15875">
            <a:solidFill>
              <a:schemeClr val="dk1"/>
            </a:solidFill>
            <a:prstDash val="solid"/>
            <a:round/>
            <a:headEnd len="sm" w="sm" type="none"/>
            <a:tailEnd len="med" w="med" type="triangle"/>
          </a:ln>
        </p:spPr>
      </p:cxnSp>
      <p:sp>
        <p:nvSpPr>
          <p:cNvPr id="284" name="Google Shape;284;p15"/>
          <p:cNvSpPr/>
          <p:nvPr/>
        </p:nvSpPr>
        <p:spPr>
          <a:xfrm>
            <a:off x="10235762" y="4875135"/>
            <a:ext cx="193929" cy="146110"/>
          </a:xfrm>
          <a:prstGeom prst="triangle">
            <a:avLst>
              <a:gd fmla="val 50000"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85" name="Google Shape;285;p15"/>
          <p:cNvSpPr txBox="1"/>
          <p:nvPr/>
        </p:nvSpPr>
        <p:spPr>
          <a:xfrm>
            <a:off x="8248650" y="6249568"/>
            <a:ext cx="374618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orbel"/>
                <a:ea typeface="Corbel"/>
                <a:cs typeface="Corbel"/>
                <a:sym typeface="Corbel"/>
              </a:rPr>
              <a:t>Figure: Generalization relation between use cases</a:t>
            </a:r>
            <a:endParaRPr/>
          </a:p>
        </p:txBody>
      </p:sp>
      <p:sp>
        <p:nvSpPr>
          <p:cNvPr id="280" name="Google Shape;280;p15"/>
          <p:cNvSpPr/>
          <p:nvPr/>
        </p:nvSpPr>
        <p:spPr>
          <a:xfrm>
            <a:off x="8868682" y="5614846"/>
            <a:ext cx="1180532" cy="60645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chemeClr val="dk1"/>
                </a:solidFill>
                <a:latin typeface="Corbel"/>
                <a:ea typeface="Corbel"/>
                <a:cs typeface="Corbel"/>
                <a:sym typeface="Corbel"/>
              </a:rPr>
              <a:t>pay</a:t>
            </a:r>
            <a:r>
              <a:rPr lang="en-US" sz="800">
                <a:solidFill>
                  <a:schemeClr val="dk1"/>
                </a:solidFill>
                <a:latin typeface="Corbel"/>
                <a:ea typeface="Corbel"/>
                <a:cs typeface="Corbel"/>
                <a:sym typeface="Corbel"/>
              </a:rPr>
              <a:t> </a:t>
            </a:r>
            <a:r>
              <a:rPr lang="en-US" sz="1400">
                <a:solidFill>
                  <a:schemeClr val="dk1"/>
                </a:solidFill>
                <a:latin typeface="Corbel"/>
                <a:ea typeface="Corbel"/>
                <a:cs typeface="Corbel"/>
                <a:sym typeface="Corbel"/>
              </a:rPr>
              <a:t>with card</a:t>
            </a:r>
            <a:endParaRPr sz="800">
              <a:solidFill>
                <a:schemeClr val="dk1"/>
              </a:solidFill>
              <a:latin typeface="Corbel"/>
              <a:ea typeface="Corbel"/>
              <a:cs typeface="Corbel"/>
              <a:sym typeface="Corbel"/>
            </a:endParaRPr>
          </a:p>
        </p:txBody>
      </p:sp>
      <p:sp>
        <p:nvSpPr>
          <p:cNvPr id="281" name="Google Shape;281;p15"/>
          <p:cNvSpPr/>
          <p:nvPr/>
        </p:nvSpPr>
        <p:spPr>
          <a:xfrm>
            <a:off x="9750271" y="4275764"/>
            <a:ext cx="1180532" cy="60645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chemeClr val="dk1"/>
                </a:solidFill>
                <a:latin typeface="Corbel"/>
                <a:ea typeface="Corbel"/>
                <a:cs typeface="Corbel"/>
                <a:sym typeface="Corbel"/>
              </a:rPr>
              <a:t>pay</a:t>
            </a:r>
            <a:r>
              <a:rPr lang="en-US" sz="800">
                <a:solidFill>
                  <a:schemeClr val="dk1"/>
                </a:solidFill>
                <a:latin typeface="Corbel"/>
                <a:ea typeface="Corbel"/>
                <a:cs typeface="Corbel"/>
                <a:sym typeface="Corbel"/>
              </a:rPr>
              <a:t> </a:t>
            </a:r>
            <a:r>
              <a:rPr lang="en-US" sz="1400">
                <a:solidFill>
                  <a:schemeClr val="dk1"/>
                </a:solidFill>
                <a:latin typeface="Corbel"/>
                <a:ea typeface="Corbel"/>
                <a:cs typeface="Corbel"/>
                <a:sym typeface="Corbel"/>
              </a:rPr>
              <a:t>online</a:t>
            </a:r>
            <a:endParaRPr sz="800">
              <a:solidFill>
                <a:schemeClr val="dk1"/>
              </a:solidFill>
              <a:latin typeface="Corbel"/>
              <a:ea typeface="Corbel"/>
              <a:cs typeface="Corbel"/>
              <a:sym typeface="Corbel"/>
            </a:endParaRPr>
          </a:p>
        </p:txBody>
      </p:sp>
      <p:sp>
        <p:nvSpPr>
          <p:cNvPr id="283" name="Google Shape;283;p15"/>
          <p:cNvSpPr/>
          <p:nvPr/>
        </p:nvSpPr>
        <p:spPr>
          <a:xfrm>
            <a:off x="10431760" y="5617803"/>
            <a:ext cx="1180532" cy="60645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chemeClr val="dk1"/>
                </a:solidFill>
                <a:latin typeface="Corbel"/>
                <a:ea typeface="Corbel"/>
                <a:cs typeface="Corbel"/>
                <a:sym typeface="Corbel"/>
              </a:rPr>
              <a:t>pay with bkash</a:t>
            </a:r>
            <a:endParaRPr sz="800">
              <a:solidFill>
                <a:schemeClr val="dk1"/>
              </a:solidFill>
              <a:latin typeface="Corbel"/>
              <a:ea typeface="Corbel"/>
              <a:cs typeface="Corbel"/>
              <a:sym typeface="Corbe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e7130de1d3_0_1"/>
          <p:cNvSpPr txBox="1"/>
          <p:nvPr>
            <p:ph type="title"/>
          </p:nvPr>
        </p:nvSpPr>
        <p:spPr>
          <a:xfrm>
            <a:off x="1309512" y="221677"/>
            <a:ext cx="87489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Dependency</a:t>
            </a:r>
            <a:endParaRPr/>
          </a:p>
        </p:txBody>
      </p:sp>
      <p:sp>
        <p:nvSpPr>
          <p:cNvPr id="291" name="Google Shape;291;ge7130de1d3_0_1"/>
          <p:cNvSpPr txBox="1"/>
          <p:nvPr>
            <p:ph idx="1" type="body"/>
          </p:nvPr>
        </p:nvSpPr>
        <p:spPr>
          <a:xfrm>
            <a:off x="1309500" y="1221088"/>
            <a:ext cx="7901100" cy="5058300"/>
          </a:xfrm>
          <a:prstGeom prst="rect">
            <a:avLst/>
          </a:prstGeom>
          <a:noFill/>
          <a:ln>
            <a:noFill/>
          </a:ln>
        </p:spPr>
        <p:txBody>
          <a:bodyPr anchorCtr="0" anchor="t" bIns="0" lIns="0" spcFirstLastPara="1" rIns="0" wrap="square" tIns="0">
            <a:noAutofit/>
          </a:bodyPr>
          <a:lstStyle/>
          <a:p>
            <a:pPr indent="-280479" lvl="0" marL="285750" rtl="0" algn="l">
              <a:spcBef>
                <a:spcPts val="360"/>
              </a:spcBef>
              <a:spcAft>
                <a:spcPts val="0"/>
              </a:spcAft>
              <a:buSzPts val="2527"/>
              <a:buChar char="•"/>
            </a:pPr>
            <a:r>
              <a:rPr lang="en-US" sz="2380"/>
              <a:t>Indicates the dependency relationship between two use cases.</a:t>
            </a:r>
            <a:endParaRPr sz="2380"/>
          </a:p>
          <a:p>
            <a:pPr indent="-280479" lvl="0" marL="285750" rtl="0" algn="l">
              <a:spcBef>
                <a:spcPts val="600"/>
              </a:spcBef>
              <a:spcAft>
                <a:spcPts val="0"/>
              </a:spcAft>
              <a:buSzPts val="2527"/>
              <a:buChar char="•"/>
            </a:pPr>
            <a:r>
              <a:rPr lang="en-US" sz="2380"/>
              <a:t>Two types of dependencies : Include &amp; Extend</a:t>
            </a:r>
            <a:endParaRPr sz="2380"/>
          </a:p>
          <a:p>
            <a:pPr indent="0" lvl="0" marL="285750" rtl="0" algn="l">
              <a:spcBef>
                <a:spcPts val="600"/>
              </a:spcBef>
              <a:spcAft>
                <a:spcPts val="0"/>
              </a:spcAft>
              <a:buNone/>
            </a:pPr>
            <a:r>
              <a:t/>
            </a:r>
            <a:endParaRPr sz="2380"/>
          </a:p>
          <a:p>
            <a:pPr indent="-280479" lvl="0" marL="285750" rtl="0" algn="l">
              <a:spcBef>
                <a:spcPts val="600"/>
              </a:spcBef>
              <a:spcAft>
                <a:spcPts val="0"/>
              </a:spcAft>
              <a:buSzPts val="2527"/>
              <a:buChar char="•"/>
            </a:pPr>
            <a:r>
              <a:rPr b="1" lang="en-US" sz="2380"/>
              <a:t>Include relationships </a:t>
            </a:r>
            <a:endParaRPr b="1" sz="2380"/>
          </a:p>
          <a:p>
            <a:pPr indent="-280479" lvl="1" marL="742950" rtl="0" algn="l">
              <a:spcBef>
                <a:spcPts val="600"/>
              </a:spcBef>
              <a:spcAft>
                <a:spcPts val="0"/>
              </a:spcAft>
              <a:buSzPts val="2527"/>
              <a:buChar char="•"/>
            </a:pPr>
            <a:r>
              <a:rPr lang="en-US" sz="2100"/>
              <a:t>One use case (base) includes the functionality of another (inclusion case)</a:t>
            </a:r>
            <a:endParaRPr sz="2100"/>
          </a:p>
          <a:p>
            <a:pPr indent="-280479" lvl="1" marL="742950" rtl="0" algn="l">
              <a:spcBef>
                <a:spcPts val="600"/>
              </a:spcBef>
              <a:spcAft>
                <a:spcPts val="0"/>
              </a:spcAft>
              <a:buSzPts val="2527"/>
              <a:buChar char="•"/>
            </a:pPr>
            <a:r>
              <a:rPr lang="en-US" sz="2100"/>
              <a:t>Supports re-use of functionality </a:t>
            </a:r>
            <a:endParaRPr sz="2100"/>
          </a:p>
          <a:p>
            <a:pPr indent="0" lvl="0" marL="742950" rtl="0" algn="l">
              <a:spcBef>
                <a:spcPts val="600"/>
              </a:spcBef>
              <a:spcAft>
                <a:spcPts val="0"/>
              </a:spcAft>
              <a:buNone/>
            </a:pPr>
            <a:r>
              <a:t/>
            </a:r>
            <a:endParaRPr sz="2100"/>
          </a:p>
          <a:p>
            <a:pPr indent="-280479" lvl="0" marL="285750" rtl="0" algn="l">
              <a:spcBef>
                <a:spcPts val="600"/>
              </a:spcBef>
              <a:spcAft>
                <a:spcPts val="0"/>
              </a:spcAft>
              <a:buSzPts val="2527"/>
              <a:buChar char="•"/>
            </a:pPr>
            <a:r>
              <a:rPr b="1" lang="en-US" sz="2380"/>
              <a:t>Extend relationships</a:t>
            </a:r>
            <a:endParaRPr b="1" sz="2380"/>
          </a:p>
          <a:p>
            <a:pPr indent="-280479" lvl="1" marL="742950" rtl="0" algn="l">
              <a:spcBef>
                <a:spcPts val="600"/>
              </a:spcBef>
              <a:spcAft>
                <a:spcPts val="0"/>
              </a:spcAft>
              <a:buSzPts val="2527"/>
              <a:buChar char="•"/>
            </a:pPr>
            <a:r>
              <a:rPr lang="en-US" sz="2100"/>
              <a:t>One use case (extension) extends the behavior of another (base) </a:t>
            </a:r>
            <a:endParaRPr sz="2100"/>
          </a:p>
          <a:p>
            <a:pPr indent="0" lvl="0" marL="742950" rtl="0" algn="l">
              <a:spcBef>
                <a:spcPts val="600"/>
              </a:spcBef>
              <a:spcAft>
                <a:spcPts val="0"/>
              </a:spcAft>
              <a:buNone/>
            </a:pPr>
            <a:r>
              <a:t/>
            </a:r>
            <a:endParaRPr sz="1800"/>
          </a:p>
          <a:p>
            <a:pPr indent="0" lvl="0" marL="0" rtl="0" algn="l">
              <a:spcBef>
                <a:spcPts val="600"/>
              </a:spcBef>
              <a:spcAft>
                <a:spcPts val="600"/>
              </a:spcAft>
              <a:buNone/>
            </a:pPr>
            <a:r>
              <a:t/>
            </a:r>
            <a:endParaRPr sz="1800"/>
          </a:p>
        </p:txBody>
      </p:sp>
      <p:sp>
        <p:nvSpPr>
          <p:cNvPr id="292" name="Google Shape;292;ge7130de1d3_0_1"/>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3" name="Google Shape;293;ge7130de1d3_0_1"/>
          <p:cNvSpPr/>
          <p:nvPr/>
        </p:nvSpPr>
        <p:spPr>
          <a:xfrm>
            <a:off x="9363085" y="168507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orbel"/>
                <a:ea typeface="Corbel"/>
                <a:cs typeface="Corbel"/>
                <a:sym typeface="Corbel"/>
              </a:rPr>
              <a:t>Book a ride</a:t>
            </a:r>
            <a:endParaRPr/>
          </a:p>
        </p:txBody>
      </p:sp>
      <p:sp>
        <p:nvSpPr>
          <p:cNvPr id="294" name="Google Shape;294;ge7130de1d3_0_1"/>
          <p:cNvSpPr/>
          <p:nvPr/>
        </p:nvSpPr>
        <p:spPr>
          <a:xfrm>
            <a:off x="10336678" y="2966576"/>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orbel"/>
                <a:ea typeface="Corbel"/>
                <a:cs typeface="Corbel"/>
                <a:sym typeface="Corbel"/>
              </a:rPr>
              <a:t>Confirm the ride</a:t>
            </a:r>
            <a:endParaRPr/>
          </a:p>
        </p:txBody>
      </p:sp>
      <p:cxnSp>
        <p:nvCxnSpPr>
          <p:cNvPr id="295" name="Google Shape;295;ge7130de1d3_0_1"/>
          <p:cNvCxnSpPr>
            <a:stCxn id="294" idx="0"/>
            <a:endCxn id="293" idx="4"/>
          </p:cNvCxnSpPr>
          <p:nvPr/>
        </p:nvCxnSpPr>
        <p:spPr>
          <a:xfrm rot="10800000">
            <a:off x="10096828" y="2185376"/>
            <a:ext cx="973500" cy="781200"/>
          </a:xfrm>
          <a:prstGeom prst="straightConnector1">
            <a:avLst/>
          </a:prstGeom>
          <a:noFill/>
          <a:ln cap="flat" cmpd="sng" w="9525">
            <a:solidFill>
              <a:schemeClr val="dk1"/>
            </a:solidFill>
            <a:prstDash val="dash"/>
            <a:round/>
            <a:headEnd len="sm" w="sm" type="none"/>
            <a:tailEnd len="med" w="med" type="stealth"/>
          </a:ln>
        </p:spPr>
      </p:cxnSp>
      <p:sp>
        <p:nvSpPr>
          <p:cNvPr id="296" name="Google Shape;296;ge7130de1d3_0_1"/>
          <p:cNvSpPr txBox="1"/>
          <p:nvPr/>
        </p:nvSpPr>
        <p:spPr>
          <a:xfrm>
            <a:off x="10708107" y="2248837"/>
            <a:ext cx="10857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orbel"/>
                <a:ea typeface="Corbel"/>
                <a:cs typeface="Corbel"/>
                <a:sym typeface="Corbel"/>
              </a:rPr>
              <a:t>&lt;&lt;include&gt;&gt;</a:t>
            </a:r>
            <a:endParaRPr/>
          </a:p>
        </p:txBody>
      </p:sp>
      <p:sp>
        <p:nvSpPr>
          <p:cNvPr id="297" name="Google Shape;297;ge7130de1d3_0_1"/>
          <p:cNvSpPr/>
          <p:nvPr/>
        </p:nvSpPr>
        <p:spPr>
          <a:xfrm>
            <a:off x="9551287" y="4453644"/>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orbel"/>
                <a:ea typeface="Corbel"/>
                <a:cs typeface="Corbel"/>
                <a:sym typeface="Corbel"/>
              </a:rPr>
              <a:t>Finish the ride</a:t>
            </a:r>
            <a:endParaRPr/>
          </a:p>
        </p:txBody>
      </p:sp>
      <p:sp>
        <p:nvSpPr>
          <p:cNvPr id="298" name="Google Shape;298;ge7130de1d3_0_1"/>
          <p:cNvSpPr/>
          <p:nvPr/>
        </p:nvSpPr>
        <p:spPr>
          <a:xfrm>
            <a:off x="10156905" y="555960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a:solidFill>
                  <a:schemeClr val="dk1"/>
                </a:solidFill>
                <a:latin typeface="Corbel"/>
                <a:ea typeface="Corbel"/>
                <a:cs typeface="Corbel"/>
                <a:sym typeface="Corbel"/>
              </a:rPr>
              <a:t>Give </a:t>
            </a:r>
            <a:r>
              <a:rPr lang="en-US" sz="1400">
                <a:solidFill>
                  <a:schemeClr val="dk1"/>
                </a:solidFill>
                <a:latin typeface="Corbel"/>
                <a:ea typeface="Corbel"/>
                <a:cs typeface="Corbel"/>
                <a:sym typeface="Corbel"/>
              </a:rPr>
              <a:t>review</a:t>
            </a:r>
            <a:endParaRPr/>
          </a:p>
        </p:txBody>
      </p:sp>
      <p:cxnSp>
        <p:nvCxnSpPr>
          <p:cNvPr id="299" name="Google Shape;299;ge7130de1d3_0_1"/>
          <p:cNvCxnSpPr>
            <a:stCxn id="298" idx="0"/>
            <a:endCxn id="297" idx="4"/>
          </p:cNvCxnSpPr>
          <p:nvPr/>
        </p:nvCxnSpPr>
        <p:spPr>
          <a:xfrm rot="10800000">
            <a:off x="10284855" y="4953900"/>
            <a:ext cx="605700" cy="605700"/>
          </a:xfrm>
          <a:prstGeom prst="straightConnector1">
            <a:avLst/>
          </a:prstGeom>
          <a:noFill/>
          <a:ln cap="flat" cmpd="sng" w="9525">
            <a:solidFill>
              <a:schemeClr val="dk1"/>
            </a:solidFill>
            <a:prstDash val="dash"/>
            <a:round/>
            <a:headEnd len="sm" w="sm" type="none"/>
            <a:tailEnd len="med" w="med" type="stealth"/>
          </a:ln>
        </p:spPr>
      </p:cxnSp>
      <p:sp>
        <p:nvSpPr>
          <p:cNvPr id="300" name="Google Shape;300;ge7130de1d3_0_1"/>
          <p:cNvSpPr txBox="1"/>
          <p:nvPr/>
        </p:nvSpPr>
        <p:spPr>
          <a:xfrm>
            <a:off x="10500659" y="5091236"/>
            <a:ext cx="10647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orbel"/>
                <a:ea typeface="Corbel"/>
                <a:cs typeface="Corbel"/>
                <a:sym typeface="Corbel"/>
              </a:rPr>
              <a:t>&lt;&lt;extend&gt;&gt;</a:t>
            </a:r>
            <a:endParaRPr/>
          </a:p>
        </p:txBody>
      </p:sp>
      <p:sp>
        <p:nvSpPr>
          <p:cNvPr id="301" name="Google Shape;301;ge7130de1d3_0_1"/>
          <p:cNvSpPr txBox="1"/>
          <p:nvPr/>
        </p:nvSpPr>
        <p:spPr>
          <a:xfrm>
            <a:off x="9597572" y="3631383"/>
            <a:ext cx="2552100" cy="27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Corbel"/>
                <a:ea typeface="Corbel"/>
                <a:cs typeface="Corbel"/>
                <a:sym typeface="Corbel"/>
              </a:rPr>
              <a:t>Figure: Include relation</a:t>
            </a:r>
            <a:endParaRPr/>
          </a:p>
        </p:txBody>
      </p:sp>
      <p:sp>
        <p:nvSpPr>
          <p:cNvPr id="302" name="Google Shape;302;ge7130de1d3_0_1"/>
          <p:cNvSpPr txBox="1"/>
          <p:nvPr/>
        </p:nvSpPr>
        <p:spPr>
          <a:xfrm>
            <a:off x="9847151" y="6076737"/>
            <a:ext cx="2552100" cy="27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Corbel"/>
                <a:ea typeface="Corbel"/>
                <a:cs typeface="Corbel"/>
                <a:sym typeface="Corbel"/>
              </a:rPr>
              <a:t>Figure: extend relation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6"/>
          <p:cNvSpPr txBox="1"/>
          <p:nvPr>
            <p:ph type="title"/>
          </p:nvPr>
        </p:nvSpPr>
        <p:spPr>
          <a:xfrm>
            <a:off x="1309512" y="221677"/>
            <a:ext cx="87489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Dependency</a:t>
            </a:r>
            <a:endParaRPr/>
          </a:p>
        </p:txBody>
      </p:sp>
      <p:sp>
        <p:nvSpPr>
          <p:cNvPr id="308" name="Google Shape;308;p16"/>
          <p:cNvSpPr txBox="1"/>
          <p:nvPr>
            <p:ph idx="1" type="body"/>
          </p:nvPr>
        </p:nvSpPr>
        <p:spPr>
          <a:xfrm>
            <a:off x="1309500" y="1221088"/>
            <a:ext cx="7901100" cy="5058300"/>
          </a:xfrm>
          <a:prstGeom prst="rect">
            <a:avLst/>
          </a:prstGeom>
          <a:noFill/>
          <a:ln>
            <a:noFill/>
          </a:ln>
        </p:spPr>
        <p:txBody>
          <a:bodyPr anchorCtr="0" anchor="t" bIns="0" lIns="0" spcFirstLastPara="1" rIns="0" wrap="square" tIns="0">
            <a:noAutofit/>
          </a:bodyPr>
          <a:lstStyle/>
          <a:p>
            <a:pPr indent="0" lvl="0" marL="285750" rtl="0" algn="l">
              <a:spcBef>
                <a:spcPts val="360"/>
              </a:spcBef>
              <a:spcAft>
                <a:spcPts val="0"/>
              </a:spcAft>
              <a:buNone/>
            </a:pPr>
            <a:r>
              <a:rPr b="1" lang="en-US" sz="2380"/>
              <a:t>Arrow Position</a:t>
            </a:r>
            <a:endParaRPr b="1" sz="2380"/>
          </a:p>
          <a:p>
            <a:pPr indent="0" lvl="0" marL="285750" rtl="0" algn="l">
              <a:spcBef>
                <a:spcPts val="600"/>
              </a:spcBef>
              <a:spcAft>
                <a:spcPts val="0"/>
              </a:spcAft>
              <a:buNone/>
            </a:pPr>
            <a:r>
              <a:t/>
            </a:r>
            <a:endParaRPr b="1" sz="2380"/>
          </a:p>
          <a:p>
            <a:pPr indent="-274129" lvl="0" marL="285750" rtl="0" algn="l">
              <a:spcBef>
                <a:spcPts val="600"/>
              </a:spcBef>
              <a:spcAft>
                <a:spcPts val="0"/>
              </a:spcAft>
              <a:buSzPts val="2427"/>
              <a:buChar char="•"/>
            </a:pPr>
            <a:r>
              <a:rPr lang="en-US" sz="2280"/>
              <a:t>The arrow should be placed with the use case which execute first.</a:t>
            </a:r>
            <a:endParaRPr sz="2280"/>
          </a:p>
          <a:p>
            <a:pPr indent="-274129" lvl="1" marL="742950" rtl="0" algn="l">
              <a:spcBef>
                <a:spcPts val="600"/>
              </a:spcBef>
              <a:spcAft>
                <a:spcPts val="0"/>
              </a:spcAft>
              <a:buSzPts val="2427"/>
              <a:buChar char="•"/>
            </a:pPr>
            <a:r>
              <a:rPr lang="en-US"/>
              <a:t>In first example, You need to book a ride first then you can confirm. So the arrow is with book a ride.</a:t>
            </a:r>
            <a:endParaRPr/>
          </a:p>
          <a:p>
            <a:pPr indent="-274129" lvl="1" marL="742950" rtl="0" algn="l">
              <a:spcBef>
                <a:spcPts val="600"/>
              </a:spcBef>
              <a:spcAft>
                <a:spcPts val="600"/>
              </a:spcAft>
              <a:buSzPts val="2427"/>
              <a:buChar char="•"/>
            </a:pPr>
            <a:r>
              <a:rPr lang="en-US"/>
              <a:t>in second example, You need to finish the ride first then you can give review or not. So arrow is with Finish the ride.</a:t>
            </a:r>
            <a:endParaRPr/>
          </a:p>
        </p:txBody>
      </p:sp>
      <p:sp>
        <p:nvSpPr>
          <p:cNvPr id="309" name="Google Shape;309;p16"/>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0" name="Google Shape;310;p16"/>
          <p:cNvSpPr/>
          <p:nvPr/>
        </p:nvSpPr>
        <p:spPr>
          <a:xfrm>
            <a:off x="9363085" y="168507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orbel"/>
                <a:ea typeface="Corbel"/>
                <a:cs typeface="Corbel"/>
                <a:sym typeface="Corbel"/>
              </a:rPr>
              <a:t>Book a ride</a:t>
            </a:r>
            <a:endParaRPr/>
          </a:p>
        </p:txBody>
      </p:sp>
      <p:sp>
        <p:nvSpPr>
          <p:cNvPr id="311" name="Google Shape;311;p16"/>
          <p:cNvSpPr/>
          <p:nvPr/>
        </p:nvSpPr>
        <p:spPr>
          <a:xfrm>
            <a:off x="10336678" y="2966576"/>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orbel"/>
                <a:ea typeface="Corbel"/>
                <a:cs typeface="Corbel"/>
                <a:sym typeface="Corbel"/>
              </a:rPr>
              <a:t>Confirm the ride</a:t>
            </a:r>
            <a:endParaRPr/>
          </a:p>
        </p:txBody>
      </p:sp>
      <p:cxnSp>
        <p:nvCxnSpPr>
          <p:cNvPr id="312" name="Google Shape;312;p16"/>
          <p:cNvCxnSpPr>
            <a:stCxn id="311" idx="0"/>
            <a:endCxn id="310" idx="4"/>
          </p:cNvCxnSpPr>
          <p:nvPr/>
        </p:nvCxnSpPr>
        <p:spPr>
          <a:xfrm rot="10800000">
            <a:off x="10096828" y="2185376"/>
            <a:ext cx="973500" cy="781200"/>
          </a:xfrm>
          <a:prstGeom prst="straightConnector1">
            <a:avLst/>
          </a:prstGeom>
          <a:noFill/>
          <a:ln cap="flat" cmpd="sng" w="9525">
            <a:solidFill>
              <a:schemeClr val="dk1"/>
            </a:solidFill>
            <a:prstDash val="dash"/>
            <a:round/>
            <a:headEnd len="sm" w="sm" type="none"/>
            <a:tailEnd len="med" w="med" type="stealth"/>
          </a:ln>
        </p:spPr>
      </p:cxnSp>
      <p:sp>
        <p:nvSpPr>
          <p:cNvPr id="313" name="Google Shape;313;p16"/>
          <p:cNvSpPr txBox="1"/>
          <p:nvPr/>
        </p:nvSpPr>
        <p:spPr>
          <a:xfrm>
            <a:off x="10708107" y="2248837"/>
            <a:ext cx="10857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orbel"/>
                <a:ea typeface="Corbel"/>
                <a:cs typeface="Corbel"/>
                <a:sym typeface="Corbel"/>
              </a:rPr>
              <a:t>&lt;&lt;include&gt;&gt;</a:t>
            </a:r>
            <a:endParaRPr/>
          </a:p>
        </p:txBody>
      </p:sp>
      <p:sp>
        <p:nvSpPr>
          <p:cNvPr id="314" name="Google Shape;314;p16"/>
          <p:cNvSpPr/>
          <p:nvPr/>
        </p:nvSpPr>
        <p:spPr>
          <a:xfrm>
            <a:off x="9551287" y="4453644"/>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orbel"/>
                <a:ea typeface="Corbel"/>
                <a:cs typeface="Corbel"/>
                <a:sym typeface="Corbel"/>
              </a:rPr>
              <a:t>Finish the ride</a:t>
            </a:r>
            <a:endParaRPr/>
          </a:p>
        </p:txBody>
      </p:sp>
      <p:sp>
        <p:nvSpPr>
          <p:cNvPr id="315" name="Google Shape;315;p16"/>
          <p:cNvSpPr/>
          <p:nvPr/>
        </p:nvSpPr>
        <p:spPr>
          <a:xfrm>
            <a:off x="10156905" y="555960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a:solidFill>
                  <a:schemeClr val="dk1"/>
                </a:solidFill>
                <a:latin typeface="Corbel"/>
                <a:ea typeface="Corbel"/>
                <a:cs typeface="Corbel"/>
                <a:sym typeface="Corbel"/>
              </a:rPr>
              <a:t>Give </a:t>
            </a:r>
            <a:r>
              <a:rPr lang="en-US" sz="1400">
                <a:solidFill>
                  <a:schemeClr val="dk1"/>
                </a:solidFill>
                <a:latin typeface="Corbel"/>
                <a:ea typeface="Corbel"/>
                <a:cs typeface="Corbel"/>
                <a:sym typeface="Corbel"/>
              </a:rPr>
              <a:t>review</a:t>
            </a:r>
            <a:endParaRPr/>
          </a:p>
        </p:txBody>
      </p:sp>
      <p:cxnSp>
        <p:nvCxnSpPr>
          <p:cNvPr id="316" name="Google Shape;316;p16"/>
          <p:cNvCxnSpPr>
            <a:stCxn id="315" idx="0"/>
            <a:endCxn id="314" idx="4"/>
          </p:cNvCxnSpPr>
          <p:nvPr/>
        </p:nvCxnSpPr>
        <p:spPr>
          <a:xfrm rot="10800000">
            <a:off x="10284855" y="4953900"/>
            <a:ext cx="605700" cy="605700"/>
          </a:xfrm>
          <a:prstGeom prst="straightConnector1">
            <a:avLst/>
          </a:prstGeom>
          <a:noFill/>
          <a:ln cap="flat" cmpd="sng" w="9525">
            <a:solidFill>
              <a:schemeClr val="dk1"/>
            </a:solidFill>
            <a:prstDash val="dash"/>
            <a:round/>
            <a:headEnd len="sm" w="sm" type="none"/>
            <a:tailEnd len="med" w="med" type="stealth"/>
          </a:ln>
        </p:spPr>
      </p:cxnSp>
      <p:sp>
        <p:nvSpPr>
          <p:cNvPr id="317" name="Google Shape;317;p16"/>
          <p:cNvSpPr txBox="1"/>
          <p:nvPr/>
        </p:nvSpPr>
        <p:spPr>
          <a:xfrm>
            <a:off x="10500659" y="5091236"/>
            <a:ext cx="10647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orbel"/>
                <a:ea typeface="Corbel"/>
                <a:cs typeface="Corbel"/>
                <a:sym typeface="Corbel"/>
              </a:rPr>
              <a:t>&lt;&lt;extend&gt;&gt;</a:t>
            </a:r>
            <a:endParaRPr/>
          </a:p>
        </p:txBody>
      </p:sp>
      <p:sp>
        <p:nvSpPr>
          <p:cNvPr id="318" name="Google Shape;318;p16"/>
          <p:cNvSpPr txBox="1"/>
          <p:nvPr/>
        </p:nvSpPr>
        <p:spPr>
          <a:xfrm>
            <a:off x="9597572" y="3631383"/>
            <a:ext cx="2552100" cy="27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Corbel"/>
                <a:ea typeface="Corbel"/>
                <a:cs typeface="Corbel"/>
                <a:sym typeface="Corbel"/>
              </a:rPr>
              <a:t>Figure: Include relation</a:t>
            </a:r>
            <a:endParaRPr/>
          </a:p>
        </p:txBody>
      </p:sp>
      <p:sp>
        <p:nvSpPr>
          <p:cNvPr id="319" name="Google Shape;319;p16"/>
          <p:cNvSpPr txBox="1"/>
          <p:nvPr/>
        </p:nvSpPr>
        <p:spPr>
          <a:xfrm>
            <a:off x="9847151" y="6076737"/>
            <a:ext cx="2552100" cy="27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Corbel"/>
                <a:ea typeface="Corbel"/>
                <a:cs typeface="Corbel"/>
                <a:sym typeface="Corbel"/>
              </a:rPr>
              <a:t>Figure: extend relation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7"/>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Use case Description</a:t>
            </a:r>
            <a:endParaRPr/>
          </a:p>
        </p:txBody>
      </p:sp>
      <p:sp>
        <p:nvSpPr>
          <p:cNvPr id="325" name="Google Shape;325;p17"/>
          <p:cNvSpPr txBox="1"/>
          <p:nvPr>
            <p:ph idx="1" type="body"/>
          </p:nvPr>
        </p:nvSpPr>
        <p:spPr>
          <a:xfrm>
            <a:off x="1309513" y="1600200"/>
            <a:ext cx="10444522" cy="2696591"/>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spcBef>
                <a:spcPts val="0"/>
              </a:spcBef>
              <a:spcAft>
                <a:spcPts val="0"/>
              </a:spcAft>
              <a:buSzPct val="145000"/>
              <a:buChar char="•"/>
            </a:pPr>
            <a:r>
              <a:rPr lang="en-US"/>
              <a:t>Every use case diagram must have its description </a:t>
            </a:r>
            <a:endParaRPr/>
          </a:p>
          <a:p>
            <a:pPr indent="-285750" lvl="0" marL="285750" rtl="0" algn="l">
              <a:spcBef>
                <a:spcPts val="1044"/>
              </a:spcBef>
              <a:spcAft>
                <a:spcPts val="0"/>
              </a:spcAft>
              <a:buSzPct val="145000"/>
              <a:buChar char="•"/>
            </a:pPr>
            <a:r>
              <a:rPr lang="en-US"/>
              <a:t>Usually description is presented in tabular form</a:t>
            </a:r>
            <a:endParaRPr/>
          </a:p>
          <a:p>
            <a:pPr indent="-285750" lvl="0" marL="285750" rtl="0" algn="l">
              <a:spcBef>
                <a:spcPts val="1044"/>
              </a:spcBef>
              <a:spcAft>
                <a:spcPts val="0"/>
              </a:spcAft>
              <a:buSzPct val="145000"/>
              <a:buChar char="•"/>
            </a:pPr>
            <a:r>
              <a:rPr lang="en-US"/>
              <a:t>The diagram should have a unique id </a:t>
            </a:r>
            <a:endParaRPr/>
          </a:p>
          <a:p>
            <a:pPr indent="-285750" lvl="0" marL="285750" rtl="0" algn="l">
              <a:spcBef>
                <a:spcPts val="1044"/>
              </a:spcBef>
              <a:spcAft>
                <a:spcPts val="0"/>
              </a:spcAft>
              <a:buSzPct val="145000"/>
              <a:buChar char="•"/>
            </a:pPr>
            <a:r>
              <a:rPr lang="en-US"/>
              <a:t>Typically the description form include the fields – </a:t>
            </a:r>
            <a:endParaRPr/>
          </a:p>
          <a:p>
            <a:pPr indent="0" lvl="0" marL="0" rtl="0" algn="l">
              <a:spcBef>
                <a:spcPts val="1044"/>
              </a:spcBef>
              <a:spcAft>
                <a:spcPts val="0"/>
              </a:spcAft>
              <a:buSzPct val="145000"/>
              <a:buNone/>
            </a:pPr>
            <a:r>
              <a:rPr lang="en-US"/>
              <a:t>	Use case Name,  Id, Actor(s), Description, Precondition, Postcondition, Action Flow, Exceptions, etc. </a:t>
            </a:r>
            <a:endParaRPr/>
          </a:p>
          <a:p>
            <a:pPr indent="-285750" lvl="0" marL="285750" rtl="0" algn="l">
              <a:spcBef>
                <a:spcPts val="1044"/>
              </a:spcBef>
              <a:spcAft>
                <a:spcPts val="0"/>
              </a:spcAft>
              <a:buSzPct val="145000"/>
              <a:buChar char="•"/>
            </a:pPr>
            <a:r>
              <a:rPr lang="en-US"/>
              <a:t>All the fields might not be available for all the diagrams. </a:t>
            </a:r>
            <a:endParaRPr/>
          </a:p>
        </p:txBody>
      </p:sp>
      <p:sp>
        <p:nvSpPr>
          <p:cNvPr id="326" name="Google Shape;326;p17"/>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27" name="Google Shape;327;p17"/>
          <p:cNvPicPr preferRelativeResize="0"/>
          <p:nvPr/>
        </p:nvPicPr>
        <p:blipFill rotWithShape="1">
          <a:blip r:embed="rId3">
            <a:alphaModFix/>
          </a:blip>
          <a:srcRect b="0" l="0" r="0" t="0"/>
          <a:stretch/>
        </p:blipFill>
        <p:spPr>
          <a:xfrm>
            <a:off x="4324000" y="4571998"/>
            <a:ext cx="7805855" cy="1828800"/>
          </a:xfrm>
          <a:prstGeom prst="rect">
            <a:avLst/>
          </a:prstGeom>
          <a:noFill/>
          <a:ln>
            <a:noFill/>
          </a:ln>
        </p:spPr>
      </p:pic>
      <p:sp>
        <p:nvSpPr>
          <p:cNvPr id="328" name="Google Shape;328;p17"/>
          <p:cNvSpPr txBox="1"/>
          <p:nvPr/>
        </p:nvSpPr>
        <p:spPr>
          <a:xfrm>
            <a:off x="6882750" y="6400798"/>
            <a:ext cx="3326569"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Corbel"/>
                <a:ea typeface="Corbel"/>
                <a:cs typeface="Corbel"/>
                <a:sym typeface="Corbel"/>
              </a:rPr>
              <a:t>Figure: An Use case description table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8"/>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rPr lang="en-US"/>
              <a:t>Use case example 1 : Purchasing an item</a:t>
            </a:r>
            <a:endParaRPr/>
          </a:p>
        </p:txBody>
      </p:sp>
      <p:sp>
        <p:nvSpPr>
          <p:cNvPr id="334" name="Google Shape;334;p18"/>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35" name="Google Shape;335;p18"/>
          <p:cNvPicPr preferRelativeResize="0"/>
          <p:nvPr/>
        </p:nvPicPr>
        <p:blipFill rotWithShape="1">
          <a:blip r:embed="rId3">
            <a:alphaModFix/>
          </a:blip>
          <a:srcRect b="0" l="0" r="0" t="0"/>
          <a:stretch/>
        </p:blipFill>
        <p:spPr>
          <a:xfrm>
            <a:off x="3062795" y="1404855"/>
            <a:ext cx="6221691" cy="507802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9"/>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41" name="Google Shape;341;p19"/>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SzPts val="3480"/>
              <a:buFont typeface="Verdana"/>
              <a:buAutoNum type="arabicPeriod"/>
            </a:pPr>
            <a:r>
              <a:rPr b="1" lang="en-US"/>
              <a:t>Identifying Actors</a:t>
            </a:r>
            <a:endParaRPr/>
          </a:p>
          <a:p>
            <a:pPr indent="-457200" lvl="0" marL="457200" rtl="0" algn="l">
              <a:spcBef>
                <a:spcPts val="1800"/>
              </a:spcBef>
              <a:spcAft>
                <a:spcPts val="0"/>
              </a:spcAft>
              <a:buSzPts val="3480"/>
              <a:buFont typeface="Verdana"/>
              <a:buAutoNum type="arabicPeriod"/>
            </a:pPr>
            <a:r>
              <a:rPr b="1" lang="en-US"/>
              <a:t>Identifying Use Cases</a:t>
            </a:r>
            <a:endParaRPr/>
          </a:p>
          <a:p>
            <a:pPr indent="-457200" lvl="0" marL="457200" rtl="0" algn="l">
              <a:spcBef>
                <a:spcPts val="1800"/>
              </a:spcBef>
              <a:spcAft>
                <a:spcPts val="0"/>
              </a:spcAft>
              <a:buSzPts val="3480"/>
              <a:buFont typeface="Verdana"/>
              <a:buAutoNum type="arabicPeriod"/>
            </a:pPr>
            <a:r>
              <a:rPr b="1" lang="en-US"/>
              <a:t>Look for Common Functionality to use Include</a:t>
            </a:r>
            <a:endParaRPr/>
          </a:p>
          <a:p>
            <a:pPr indent="-457200" lvl="0" marL="457200" rtl="0" algn="l">
              <a:spcBef>
                <a:spcPts val="1800"/>
              </a:spcBef>
              <a:spcAft>
                <a:spcPts val="0"/>
              </a:spcAft>
              <a:buSzPts val="3480"/>
              <a:buFont typeface="Verdana"/>
              <a:buAutoNum type="arabicPeriod"/>
            </a:pPr>
            <a:r>
              <a:rPr b="1" lang="en-US"/>
              <a:t>Is it Possible to Generalize Actors and Use Cases</a:t>
            </a:r>
            <a:endParaRPr/>
          </a:p>
          <a:p>
            <a:pPr indent="-457200" lvl="0" marL="457200" rtl="0" algn="l">
              <a:spcBef>
                <a:spcPts val="1800"/>
              </a:spcBef>
              <a:spcAft>
                <a:spcPts val="0"/>
              </a:spcAft>
              <a:buSzPts val="3480"/>
              <a:buFont typeface="Verdana"/>
              <a:buAutoNum type="arabicPeriod"/>
            </a:pPr>
            <a:r>
              <a:rPr b="1" lang="en-US"/>
              <a:t>Optional Functions or Additional Functions</a:t>
            </a:r>
            <a:endParaRPr/>
          </a:p>
        </p:txBody>
      </p:sp>
      <p:sp>
        <p:nvSpPr>
          <p:cNvPr id="342" name="Google Shape;342;p19"/>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0"/>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48" name="Google Shape;348;p20"/>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480"/>
              <a:buNone/>
            </a:pPr>
            <a:r>
              <a:rPr b="1" lang="en-US"/>
              <a:t>Identifying Actors</a:t>
            </a:r>
            <a:endParaRPr/>
          </a:p>
          <a:p>
            <a:pPr indent="-236220" lvl="0" marL="457200" rtl="0" algn="l">
              <a:spcBef>
                <a:spcPts val="1800"/>
              </a:spcBef>
              <a:spcAft>
                <a:spcPts val="0"/>
              </a:spcAft>
              <a:buSzPts val="3480"/>
              <a:buFont typeface="Corbel"/>
              <a:buNone/>
            </a:pPr>
            <a:r>
              <a:t/>
            </a:r>
            <a:endParaRPr b="1"/>
          </a:p>
          <a:p>
            <a:pPr indent="0" lvl="0" marL="0" rtl="0" algn="l">
              <a:spcBef>
                <a:spcPts val="1800"/>
              </a:spcBef>
              <a:spcAft>
                <a:spcPts val="0"/>
              </a:spcAft>
              <a:buSzPts val="3480"/>
              <a:buNone/>
            </a:pPr>
            <a:r>
              <a:rPr lang="en-US"/>
              <a:t>Customer</a:t>
            </a:r>
            <a:endParaRPr/>
          </a:p>
          <a:p>
            <a:pPr indent="0" lvl="0" marL="0" rtl="0" algn="l">
              <a:spcBef>
                <a:spcPts val="1800"/>
              </a:spcBef>
              <a:spcAft>
                <a:spcPts val="0"/>
              </a:spcAft>
              <a:buSzPts val="3480"/>
              <a:buNone/>
            </a:pPr>
            <a:r>
              <a:rPr lang="en-US"/>
              <a:t>Bank employee</a:t>
            </a:r>
            <a:endParaRPr/>
          </a:p>
          <a:p>
            <a:pPr indent="0" lvl="0" marL="0" rtl="0" algn="l">
              <a:spcBef>
                <a:spcPts val="1800"/>
              </a:spcBef>
              <a:spcAft>
                <a:spcPts val="0"/>
              </a:spcAft>
              <a:buSzPts val="3480"/>
              <a:buNone/>
            </a:pPr>
            <a:r>
              <a:rPr lang="en-US"/>
              <a:t>NFRC Customer</a:t>
            </a:r>
            <a:endParaRPr/>
          </a:p>
        </p:txBody>
      </p:sp>
      <p:sp>
        <p:nvSpPr>
          <p:cNvPr id="349" name="Google Shape;349;p20"/>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350" name="Google Shape;350;p20"/>
          <p:cNvPicPr preferRelativeResize="0"/>
          <p:nvPr/>
        </p:nvPicPr>
        <p:blipFill rotWithShape="1">
          <a:blip r:embed="rId3">
            <a:alphaModFix/>
          </a:blip>
          <a:srcRect b="16376" l="0" r="0" t="0"/>
          <a:stretch/>
        </p:blipFill>
        <p:spPr>
          <a:xfrm>
            <a:off x="6629401" y="2209800"/>
            <a:ext cx="879475" cy="1143000"/>
          </a:xfrm>
          <a:prstGeom prst="rect">
            <a:avLst/>
          </a:prstGeom>
          <a:noFill/>
          <a:ln>
            <a:noFill/>
          </a:ln>
        </p:spPr>
      </p:pic>
      <p:pic>
        <p:nvPicPr>
          <p:cNvPr id="351" name="Google Shape;351;p20"/>
          <p:cNvPicPr preferRelativeResize="0"/>
          <p:nvPr/>
        </p:nvPicPr>
        <p:blipFill rotWithShape="1">
          <a:blip r:embed="rId3">
            <a:alphaModFix/>
          </a:blip>
          <a:srcRect b="16376" l="0" r="0" t="0"/>
          <a:stretch/>
        </p:blipFill>
        <p:spPr>
          <a:xfrm>
            <a:off x="6629401" y="4156075"/>
            <a:ext cx="879475" cy="1143000"/>
          </a:xfrm>
          <a:prstGeom prst="rect">
            <a:avLst/>
          </a:prstGeom>
          <a:noFill/>
          <a:ln>
            <a:noFill/>
          </a:ln>
        </p:spPr>
      </p:pic>
      <p:pic>
        <p:nvPicPr>
          <p:cNvPr id="352" name="Google Shape;352;p20"/>
          <p:cNvPicPr preferRelativeResize="0"/>
          <p:nvPr/>
        </p:nvPicPr>
        <p:blipFill rotWithShape="1">
          <a:blip r:embed="rId3">
            <a:alphaModFix/>
          </a:blip>
          <a:srcRect b="16376" l="0" r="0" t="0"/>
          <a:stretch/>
        </p:blipFill>
        <p:spPr>
          <a:xfrm>
            <a:off x="9428164" y="3200400"/>
            <a:ext cx="879475" cy="1143000"/>
          </a:xfrm>
          <a:prstGeom prst="rect">
            <a:avLst/>
          </a:prstGeom>
          <a:noFill/>
          <a:ln>
            <a:noFill/>
          </a:ln>
        </p:spPr>
      </p:pic>
      <p:sp>
        <p:nvSpPr>
          <p:cNvPr id="353" name="Google Shape;353;p20"/>
          <p:cNvSpPr txBox="1"/>
          <p:nvPr/>
        </p:nvSpPr>
        <p:spPr>
          <a:xfrm>
            <a:off x="6507163" y="3286125"/>
            <a:ext cx="1122362"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customer</a:t>
            </a:r>
            <a:endParaRPr/>
          </a:p>
        </p:txBody>
      </p:sp>
      <p:sp>
        <p:nvSpPr>
          <p:cNvPr id="354" name="Google Shape;354;p20"/>
          <p:cNvSpPr txBox="1"/>
          <p:nvPr/>
        </p:nvSpPr>
        <p:spPr>
          <a:xfrm>
            <a:off x="6194426" y="5265739"/>
            <a:ext cx="1749425" cy="369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NFRC customer</a:t>
            </a:r>
            <a:endParaRPr/>
          </a:p>
        </p:txBody>
      </p:sp>
      <p:sp>
        <p:nvSpPr>
          <p:cNvPr id="355" name="Google Shape;355;p20"/>
          <p:cNvSpPr txBox="1"/>
          <p:nvPr/>
        </p:nvSpPr>
        <p:spPr>
          <a:xfrm>
            <a:off x="8921750" y="4357689"/>
            <a:ext cx="1746250" cy="369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Bank Employee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1"/>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61" name="Google Shape;361;p21"/>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900"/>
              <a:buNone/>
            </a:pPr>
            <a:r>
              <a:rPr b="1" lang="en-US" sz="2000"/>
              <a:t>Identifying Use Cases</a:t>
            </a:r>
            <a:endParaRPr/>
          </a:p>
          <a:p>
            <a:pPr indent="-285750" lvl="0" marL="285750" rtl="0" algn="l">
              <a:spcBef>
                <a:spcPts val="1800"/>
              </a:spcBef>
              <a:spcAft>
                <a:spcPts val="0"/>
              </a:spcAft>
              <a:buSzPts val="2900"/>
              <a:buFont typeface="Arial"/>
              <a:buChar char="•"/>
            </a:pPr>
            <a:r>
              <a:rPr lang="en-US" sz="2000"/>
              <a:t>A good way to do this is to identify what the actors need from the system</a:t>
            </a:r>
            <a:endParaRPr/>
          </a:p>
          <a:p>
            <a:pPr indent="-285750" lvl="0" marL="285750" rtl="0" algn="l">
              <a:spcBef>
                <a:spcPts val="1800"/>
              </a:spcBef>
              <a:spcAft>
                <a:spcPts val="0"/>
              </a:spcAft>
              <a:buSzPts val="2900"/>
              <a:buFont typeface="Arial"/>
              <a:buChar char="•"/>
            </a:pPr>
            <a:r>
              <a:rPr lang="en-US" sz="2000"/>
              <a:t>A customer will need to</a:t>
            </a:r>
            <a:endParaRPr/>
          </a:p>
          <a:p>
            <a:pPr indent="-457200" lvl="1" marL="857250" rtl="0" algn="l">
              <a:spcBef>
                <a:spcPts val="1800"/>
              </a:spcBef>
              <a:spcAft>
                <a:spcPts val="0"/>
              </a:spcAft>
              <a:buSzPts val="2610"/>
              <a:buFont typeface="Corbel"/>
              <a:buAutoNum type="arabicPeriod"/>
            </a:pPr>
            <a:r>
              <a:rPr lang="en-US" sz="1800"/>
              <a:t>open accounts</a:t>
            </a:r>
            <a:endParaRPr/>
          </a:p>
          <a:p>
            <a:pPr indent="-457200" lvl="1" marL="857250" rtl="0" algn="l">
              <a:spcBef>
                <a:spcPts val="1800"/>
              </a:spcBef>
              <a:spcAft>
                <a:spcPts val="0"/>
              </a:spcAft>
              <a:buSzPts val="2610"/>
              <a:buFont typeface="Corbel"/>
              <a:buAutoNum type="arabicPeriod"/>
            </a:pPr>
            <a:r>
              <a:rPr lang="en-US" sz="1800"/>
              <a:t>Deposit funds</a:t>
            </a:r>
            <a:endParaRPr/>
          </a:p>
          <a:p>
            <a:pPr indent="-457200" lvl="1" marL="857250" rtl="0" algn="l">
              <a:spcBef>
                <a:spcPts val="1800"/>
              </a:spcBef>
              <a:spcAft>
                <a:spcPts val="0"/>
              </a:spcAft>
              <a:buSzPts val="2610"/>
              <a:buFont typeface="Corbel"/>
              <a:buAutoNum type="arabicPeriod"/>
            </a:pPr>
            <a:r>
              <a:rPr lang="en-US" sz="1800"/>
              <a:t>withdraw funds</a:t>
            </a:r>
            <a:endParaRPr/>
          </a:p>
          <a:p>
            <a:pPr indent="-457200" lvl="1" marL="857250" rtl="0" algn="l">
              <a:spcBef>
                <a:spcPts val="1800"/>
              </a:spcBef>
              <a:spcAft>
                <a:spcPts val="0"/>
              </a:spcAft>
              <a:buSzPts val="2610"/>
              <a:buFont typeface="Corbel"/>
              <a:buAutoNum type="arabicPeriod"/>
            </a:pPr>
            <a:r>
              <a:rPr lang="en-US" sz="1800"/>
              <a:t>request check books</a:t>
            </a:r>
            <a:endParaRPr b="1" sz="1800"/>
          </a:p>
        </p:txBody>
      </p:sp>
      <p:sp>
        <p:nvSpPr>
          <p:cNvPr id="362" name="Google Shape;362;p21"/>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2"/>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orbel"/>
              <a:buNone/>
            </a:pPr>
            <a:r>
              <a:rPr lang="en-US" sz="2800"/>
              <a:t>How to Create a Use Case Diagram</a:t>
            </a:r>
            <a:endParaRPr/>
          </a:p>
        </p:txBody>
      </p:sp>
      <p:sp>
        <p:nvSpPr>
          <p:cNvPr id="368" name="Google Shape;368;p22"/>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369" name="Google Shape;369;p22"/>
          <p:cNvPicPr preferRelativeResize="0"/>
          <p:nvPr/>
        </p:nvPicPr>
        <p:blipFill rotWithShape="1">
          <a:blip r:embed="rId3">
            <a:alphaModFix/>
          </a:blip>
          <a:srcRect b="16376" l="0" r="0" t="0"/>
          <a:stretch/>
        </p:blipFill>
        <p:spPr>
          <a:xfrm>
            <a:off x="2397125" y="2563813"/>
            <a:ext cx="877888" cy="1143000"/>
          </a:xfrm>
          <a:prstGeom prst="rect">
            <a:avLst/>
          </a:prstGeom>
          <a:noFill/>
          <a:ln>
            <a:noFill/>
          </a:ln>
        </p:spPr>
      </p:pic>
      <p:sp>
        <p:nvSpPr>
          <p:cNvPr id="370" name="Google Shape;370;p22"/>
          <p:cNvSpPr txBox="1"/>
          <p:nvPr/>
        </p:nvSpPr>
        <p:spPr>
          <a:xfrm>
            <a:off x="2274888" y="3640139"/>
            <a:ext cx="1122362" cy="369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customer</a:t>
            </a:r>
            <a:endParaRPr/>
          </a:p>
        </p:txBody>
      </p:sp>
      <p:sp>
        <p:nvSpPr>
          <p:cNvPr id="371" name="Google Shape;371;p22"/>
          <p:cNvSpPr/>
          <p:nvPr/>
        </p:nvSpPr>
        <p:spPr>
          <a:xfrm>
            <a:off x="3875089" y="1931988"/>
            <a:ext cx="2124075"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rPr lang="en-US" sz="2000">
                <a:solidFill>
                  <a:schemeClr val="dk1"/>
                </a:solidFill>
                <a:latin typeface="Tahoma"/>
                <a:ea typeface="Tahoma"/>
                <a:cs typeface="Tahoma"/>
                <a:sym typeface="Tahoma"/>
              </a:rPr>
              <a:t>Open account</a:t>
            </a:r>
            <a:endParaRPr/>
          </a:p>
        </p:txBody>
      </p:sp>
      <p:sp>
        <p:nvSpPr>
          <p:cNvPr id="372" name="Google Shape;372;p22"/>
          <p:cNvSpPr/>
          <p:nvPr/>
        </p:nvSpPr>
        <p:spPr>
          <a:xfrm>
            <a:off x="3976689" y="2922588"/>
            <a:ext cx="2124075"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rPr lang="en-US" sz="2000">
                <a:solidFill>
                  <a:schemeClr val="dk1"/>
                </a:solidFill>
                <a:latin typeface="Tahoma"/>
                <a:ea typeface="Tahoma"/>
                <a:cs typeface="Tahoma"/>
                <a:sym typeface="Tahoma"/>
              </a:rPr>
              <a:t>Deposit funds</a:t>
            </a:r>
            <a:endParaRPr/>
          </a:p>
        </p:txBody>
      </p:sp>
      <p:sp>
        <p:nvSpPr>
          <p:cNvPr id="373" name="Google Shape;373;p22"/>
          <p:cNvSpPr/>
          <p:nvPr/>
        </p:nvSpPr>
        <p:spPr>
          <a:xfrm>
            <a:off x="3962400" y="3886200"/>
            <a:ext cx="2427288"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rPr lang="en-US" sz="2000">
                <a:solidFill>
                  <a:schemeClr val="dk1"/>
                </a:solidFill>
                <a:latin typeface="Tahoma"/>
                <a:ea typeface="Tahoma"/>
                <a:cs typeface="Tahoma"/>
                <a:sym typeface="Tahoma"/>
              </a:rPr>
              <a:t>Withdraw funds</a:t>
            </a:r>
            <a:endParaRPr/>
          </a:p>
        </p:txBody>
      </p:sp>
      <p:cxnSp>
        <p:nvCxnSpPr>
          <p:cNvPr id="374" name="Google Shape;374;p22"/>
          <p:cNvCxnSpPr>
            <a:stCxn id="369" idx="1"/>
            <a:endCxn id="371" idx="2"/>
          </p:cNvCxnSpPr>
          <p:nvPr/>
        </p:nvCxnSpPr>
        <p:spPr>
          <a:xfrm flipH="1" rot="10800000">
            <a:off x="2397125" y="2236813"/>
            <a:ext cx="1478100" cy="898500"/>
          </a:xfrm>
          <a:prstGeom prst="straightConnector1">
            <a:avLst/>
          </a:prstGeom>
          <a:noFill/>
          <a:ln cap="flat" cmpd="sng" w="12700">
            <a:solidFill>
              <a:schemeClr val="dk1"/>
            </a:solidFill>
            <a:prstDash val="solid"/>
            <a:round/>
            <a:headEnd len="sm" w="sm" type="none"/>
            <a:tailEnd len="med" w="med" type="none"/>
          </a:ln>
        </p:spPr>
      </p:cxnSp>
      <p:cxnSp>
        <p:nvCxnSpPr>
          <p:cNvPr id="375" name="Google Shape;375;p22"/>
          <p:cNvCxnSpPr>
            <a:stCxn id="372" idx="2"/>
            <a:endCxn id="369" idx="1"/>
          </p:cNvCxnSpPr>
          <p:nvPr/>
        </p:nvCxnSpPr>
        <p:spPr>
          <a:xfrm rot="10800000">
            <a:off x="2397189" y="3135288"/>
            <a:ext cx="1579500" cy="92100"/>
          </a:xfrm>
          <a:prstGeom prst="straightConnector1">
            <a:avLst/>
          </a:prstGeom>
          <a:noFill/>
          <a:ln cap="flat" cmpd="sng" w="12700">
            <a:solidFill>
              <a:schemeClr val="dk1"/>
            </a:solidFill>
            <a:prstDash val="solid"/>
            <a:round/>
            <a:headEnd len="sm" w="sm" type="none"/>
            <a:tailEnd len="med" w="med" type="none"/>
          </a:ln>
        </p:spPr>
      </p:cxnSp>
      <p:cxnSp>
        <p:nvCxnSpPr>
          <p:cNvPr id="376" name="Google Shape;376;p22"/>
          <p:cNvCxnSpPr>
            <a:endCxn id="369" idx="1"/>
          </p:cNvCxnSpPr>
          <p:nvPr/>
        </p:nvCxnSpPr>
        <p:spPr>
          <a:xfrm rot="10800000">
            <a:off x="2397125" y="3135313"/>
            <a:ext cx="687300" cy="1038300"/>
          </a:xfrm>
          <a:prstGeom prst="straightConnector1">
            <a:avLst/>
          </a:prstGeom>
          <a:noFill/>
          <a:ln cap="flat" cmpd="sng" w="12700">
            <a:solidFill>
              <a:schemeClr val="dk1"/>
            </a:solidFill>
            <a:prstDash val="solid"/>
            <a:round/>
            <a:headEnd len="sm" w="sm" type="none"/>
            <a:tailEnd len="med" w="med" type="none"/>
          </a:ln>
        </p:spPr>
      </p:cxnSp>
      <p:pic>
        <p:nvPicPr>
          <p:cNvPr id="377" name="Google Shape;377;p22"/>
          <p:cNvPicPr preferRelativeResize="0"/>
          <p:nvPr/>
        </p:nvPicPr>
        <p:blipFill rotWithShape="1">
          <a:blip r:embed="rId3">
            <a:alphaModFix/>
          </a:blip>
          <a:srcRect b="16376" l="0" r="0" t="0"/>
          <a:stretch/>
        </p:blipFill>
        <p:spPr>
          <a:xfrm>
            <a:off x="6892926" y="2384425"/>
            <a:ext cx="879475" cy="1143000"/>
          </a:xfrm>
          <a:prstGeom prst="rect">
            <a:avLst/>
          </a:prstGeom>
          <a:noFill/>
          <a:ln>
            <a:noFill/>
          </a:ln>
        </p:spPr>
      </p:pic>
      <p:sp>
        <p:nvSpPr>
          <p:cNvPr id="378" name="Google Shape;378;p22"/>
          <p:cNvSpPr txBox="1"/>
          <p:nvPr/>
        </p:nvSpPr>
        <p:spPr>
          <a:xfrm>
            <a:off x="6550026" y="3460750"/>
            <a:ext cx="1749425"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NFRC customer</a:t>
            </a:r>
            <a:endParaRPr/>
          </a:p>
        </p:txBody>
      </p:sp>
      <p:sp>
        <p:nvSpPr>
          <p:cNvPr id="379" name="Google Shape;379;p22"/>
          <p:cNvSpPr/>
          <p:nvPr/>
        </p:nvSpPr>
        <p:spPr>
          <a:xfrm>
            <a:off x="8299451" y="2651125"/>
            <a:ext cx="2416175"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rPr lang="en-US" sz="2000">
                <a:solidFill>
                  <a:schemeClr val="dk1"/>
                </a:solidFill>
                <a:latin typeface="Tahoma"/>
                <a:ea typeface="Tahoma"/>
                <a:cs typeface="Tahoma"/>
                <a:sym typeface="Tahoma"/>
              </a:rPr>
              <a:t>Convert currency</a:t>
            </a:r>
            <a:endParaRPr/>
          </a:p>
        </p:txBody>
      </p:sp>
      <p:cxnSp>
        <p:nvCxnSpPr>
          <p:cNvPr id="380" name="Google Shape;380;p22"/>
          <p:cNvCxnSpPr>
            <a:stCxn id="379" idx="2"/>
            <a:endCxn id="377" idx="1"/>
          </p:cNvCxnSpPr>
          <p:nvPr/>
        </p:nvCxnSpPr>
        <p:spPr>
          <a:xfrm rot="10800000">
            <a:off x="6893051" y="2955925"/>
            <a:ext cx="1406400" cy="0"/>
          </a:xfrm>
          <a:prstGeom prst="straightConnector1">
            <a:avLst/>
          </a:prstGeom>
          <a:noFill/>
          <a:ln cap="flat" cmpd="sng" w="12700">
            <a:solidFill>
              <a:schemeClr val="dk1"/>
            </a:solidFill>
            <a:prstDash val="solid"/>
            <a:round/>
            <a:headEnd len="sm" w="sm" type="none"/>
            <a:tailEnd len="med" w="med" type="none"/>
          </a:ln>
        </p:spPr>
      </p:cxnSp>
      <p:pic>
        <p:nvPicPr>
          <p:cNvPr id="381" name="Google Shape;381;p22"/>
          <p:cNvPicPr preferRelativeResize="0"/>
          <p:nvPr/>
        </p:nvPicPr>
        <p:blipFill rotWithShape="1">
          <a:blip r:embed="rId3">
            <a:alphaModFix/>
          </a:blip>
          <a:srcRect b="16376" l="0" r="0" t="0"/>
          <a:stretch/>
        </p:blipFill>
        <p:spPr>
          <a:xfrm>
            <a:off x="6813550" y="4470400"/>
            <a:ext cx="877888" cy="1143000"/>
          </a:xfrm>
          <a:prstGeom prst="rect">
            <a:avLst/>
          </a:prstGeom>
          <a:noFill/>
          <a:ln>
            <a:noFill/>
          </a:ln>
        </p:spPr>
      </p:pic>
      <p:sp>
        <p:nvSpPr>
          <p:cNvPr id="382" name="Google Shape;382;p22"/>
          <p:cNvSpPr txBox="1"/>
          <p:nvPr/>
        </p:nvSpPr>
        <p:spPr>
          <a:xfrm>
            <a:off x="6470651" y="5546725"/>
            <a:ext cx="1736725"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Bank employee</a:t>
            </a:r>
            <a:endParaRPr/>
          </a:p>
        </p:txBody>
      </p:sp>
      <p:sp>
        <p:nvSpPr>
          <p:cNvPr id="383" name="Google Shape;383;p22"/>
          <p:cNvSpPr/>
          <p:nvPr/>
        </p:nvSpPr>
        <p:spPr>
          <a:xfrm>
            <a:off x="8220075" y="4737100"/>
            <a:ext cx="2414588"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rPr lang="en-US" sz="2000">
                <a:solidFill>
                  <a:schemeClr val="dk1"/>
                </a:solidFill>
                <a:latin typeface="Tahoma"/>
                <a:ea typeface="Tahoma"/>
                <a:cs typeface="Tahoma"/>
                <a:sym typeface="Tahoma"/>
              </a:rPr>
              <a:t>Open account</a:t>
            </a:r>
            <a:endParaRPr/>
          </a:p>
        </p:txBody>
      </p:sp>
      <p:cxnSp>
        <p:nvCxnSpPr>
          <p:cNvPr id="384" name="Google Shape;384;p22"/>
          <p:cNvCxnSpPr>
            <a:stCxn id="383" idx="2"/>
            <a:endCxn id="381" idx="1"/>
          </p:cNvCxnSpPr>
          <p:nvPr/>
        </p:nvCxnSpPr>
        <p:spPr>
          <a:xfrm rot="10800000">
            <a:off x="6813675" y="5041900"/>
            <a:ext cx="1406400" cy="0"/>
          </a:xfrm>
          <a:prstGeom prst="straightConnector1">
            <a:avLst/>
          </a:prstGeom>
          <a:noFill/>
          <a:ln cap="flat" cmpd="sng" w="12700">
            <a:solidFill>
              <a:schemeClr val="dk1"/>
            </a:solidFill>
            <a:prstDash val="solid"/>
            <a:round/>
            <a:headEnd len="sm" w="sm"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3"/>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90" name="Google Shape;390;p2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480"/>
              <a:buFont typeface="Arial"/>
              <a:buChar char="•"/>
            </a:pPr>
            <a:r>
              <a:rPr b="1" lang="en-US"/>
              <a:t>Look for Common Functionality to use Include</a:t>
            </a:r>
            <a:endParaRPr/>
          </a:p>
          <a:p>
            <a:pPr indent="-285750" lvl="1" marL="742950" rtl="0" algn="l">
              <a:spcBef>
                <a:spcPts val="1800"/>
              </a:spcBef>
              <a:spcAft>
                <a:spcPts val="0"/>
              </a:spcAft>
              <a:buSzPts val="2900"/>
              <a:buFont typeface="Arial"/>
              <a:buChar char="•"/>
            </a:pPr>
            <a:r>
              <a:rPr lang="en-US"/>
              <a:t>find two or more use cases that share common functionality </a:t>
            </a:r>
            <a:endParaRPr b="1"/>
          </a:p>
        </p:txBody>
      </p:sp>
      <p:sp>
        <p:nvSpPr>
          <p:cNvPr id="391" name="Google Shape;391;p23"/>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392" name="Google Shape;392;p23"/>
          <p:cNvPicPr preferRelativeResize="0"/>
          <p:nvPr/>
        </p:nvPicPr>
        <p:blipFill rotWithShape="1">
          <a:blip r:embed="rId3">
            <a:alphaModFix/>
          </a:blip>
          <a:srcRect b="16376" l="0" r="0" t="0"/>
          <a:stretch/>
        </p:blipFill>
        <p:spPr>
          <a:xfrm>
            <a:off x="2663826" y="4551363"/>
            <a:ext cx="879475" cy="1143000"/>
          </a:xfrm>
          <a:prstGeom prst="rect">
            <a:avLst/>
          </a:prstGeom>
          <a:noFill/>
          <a:ln>
            <a:noFill/>
          </a:ln>
        </p:spPr>
      </p:pic>
      <p:sp>
        <p:nvSpPr>
          <p:cNvPr id="393" name="Google Shape;393;p23"/>
          <p:cNvSpPr/>
          <p:nvPr/>
        </p:nvSpPr>
        <p:spPr>
          <a:xfrm>
            <a:off x="4186250" y="3956858"/>
            <a:ext cx="2122500" cy="10041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rPr lang="en-US" sz="2000">
                <a:solidFill>
                  <a:schemeClr val="dk1"/>
                </a:solidFill>
                <a:latin typeface="Tahoma"/>
                <a:ea typeface="Tahoma"/>
                <a:cs typeface="Tahoma"/>
                <a:sym typeface="Tahoma"/>
              </a:rPr>
              <a:t>Withdraw funds</a:t>
            </a:r>
            <a:endParaRPr/>
          </a:p>
        </p:txBody>
      </p:sp>
      <p:sp>
        <p:nvSpPr>
          <p:cNvPr id="394" name="Google Shape;394;p23"/>
          <p:cNvSpPr/>
          <p:nvPr/>
        </p:nvSpPr>
        <p:spPr>
          <a:xfrm>
            <a:off x="4286250" y="5341957"/>
            <a:ext cx="2124000" cy="10041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rPr lang="en-US" sz="2000">
                <a:solidFill>
                  <a:schemeClr val="dk1"/>
                </a:solidFill>
                <a:latin typeface="Tahoma"/>
                <a:ea typeface="Tahoma"/>
                <a:cs typeface="Tahoma"/>
                <a:sym typeface="Tahoma"/>
              </a:rPr>
              <a:t>Deposit funds</a:t>
            </a:r>
            <a:endParaRPr/>
          </a:p>
        </p:txBody>
      </p:sp>
      <p:cxnSp>
        <p:nvCxnSpPr>
          <p:cNvPr id="395" name="Google Shape;395;p23"/>
          <p:cNvCxnSpPr>
            <a:stCxn id="392" idx="1"/>
            <a:endCxn id="393" idx="2"/>
          </p:cNvCxnSpPr>
          <p:nvPr/>
        </p:nvCxnSpPr>
        <p:spPr>
          <a:xfrm flipH="1" rot="10800000">
            <a:off x="2663826" y="4458963"/>
            <a:ext cx="1522500" cy="663900"/>
          </a:xfrm>
          <a:prstGeom prst="straightConnector1">
            <a:avLst/>
          </a:prstGeom>
          <a:noFill/>
          <a:ln cap="flat" cmpd="sng" w="12700">
            <a:solidFill>
              <a:schemeClr val="dk1"/>
            </a:solidFill>
            <a:prstDash val="solid"/>
            <a:round/>
            <a:headEnd len="sm" w="sm" type="none"/>
            <a:tailEnd len="med" w="med" type="none"/>
          </a:ln>
        </p:spPr>
      </p:cxnSp>
      <p:cxnSp>
        <p:nvCxnSpPr>
          <p:cNvPr id="396" name="Google Shape;396;p23"/>
          <p:cNvCxnSpPr>
            <a:stCxn id="394" idx="2"/>
            <a:endCxn id="392" idx="1"/>
          </p:cNvCxnSpPr>
          <p:nvPr/>
        </p:nvCxnSpPr>
        <p:spPr>
          <a:xfrm rot="10800000">
            <a:off x="2663850" y="5122807"/>
            <a:ext cx="1622400" cy="721200"/>
          </a:xfrm>
          <a:prstGeom prst="straightConnector1">
            <a:avLst/>
          </a:prstGeom>
          <a:noFill/>
          <a:ln cap="flat" cmpd="sng" w="12700">
            <a:solidFill>
              <a:schemeClr val="dk1"/>
            </a:solidFill>
            <a:prstDash val="solid"/>
            <a:round/>
            <a:headEnd len="sm" w="sm" type="none"/>
            <a:tailEnd len="med" w="med" type="none"/>
          </a:ln>
        </p:spPr>
      </p:cxnSp>
      <p:sp>
        <p:nvSpPr>
          <p:cNvPr id="397" name="Google Shape;397;p23"/>
          <p:cNvSpPr/>
          <p:nvPr/>
        </p:nvSpPr>
        <p:spPr>
          <a:xfrm>
            <a:off x="7315200" y="4800600"/>
            <a:ext cx="2325600" cy="8937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rPr lang="en-US" sz="2000">
                <a:solidFill>
                  <a:schemeClr val="dk1"/>
                </a:solidFill>
                <a:latin typeface="Tahoma"/>
                <a:ea typeface="Tahoma"/>
                <a:cs typeface="Tahoma"/>
                <a:sym typeface="Tahoma"/>
              </a:rPr>
              <a:t>Update balance</a:t>
            </a:r>
            <a:endParaRPr/>
          </a:p>
        </p:txBody>
      </p:sp>
      <p:cxnSp>
        <p:nvCxnSpPr>
          <p:cNvPr id="398" name="Google Shape;398;p23"/>
          <p:cNvCxnSpPr>
            <a:stCxn id="393" idx="6"/>
            <a:endCxn id="397" idx="2"/>
          </p:cNvCxnSpPr>
          <p:nvPr/>
        </p:nvCxnSpPr>
        <p:spPr>
          <a:xfrm>
            <a:off x="6308750" y="4458908"/>
            <a:ext cx="1006500" cy="788400"/>
          </a:xfrm>
          <a:prstGeom prst="straightConnector1">
            <a:avLst/>
          </a:prstGeom>
          <a:noFill/>
          <a:ln cap="flat" cmpd="sng" w="12700">
            <a:solidFill>
              <a:schemeClr val="dk1"/>
            </a:solidFill>
            <a:prstDash val="dash"/>
            <a:round/>
            <a:headEnd len="sm" w="sm" type="none"/>
            <a:tailEnd len="med" w="med" type="triangle"/>
          </a:ln>
        </p:spPr>
      </p:cxnSp>
      <p:cxnSp>
        <p:nvCxnSpPr>
          <p:cNvPr id="399" name="Google Shape;399;p23"/>
          <p:cNvCxnSpPr>
            <a:stCxn id="394" idx="6"/>
          </p:cNvCxnSpPr>
          <p:nvPr/>
        </p:nvCxnSpPr>
        <p:spPr>
          <a:xfrm flipH="1" rot="10800000">
            <a:off x="6410250" y="5305807"/>
            <a:ext cx="904800" cy="538200"/>
          </a:xfrm>
          <a:prstGeom prst="straightConnector1">
            <a:avLst/>
          </a:prstGeom>
          <a:noFill/>
          <a:ln cap="flat" cmpd="sng" w="12700">
            <a:solidFill>
              <a:schemeClr val="dk1"/>
            </a:solidFill>
            <a:prstDash val="dash"/>
            <a:round/>
            <a:headEnd len="sm" w="sm" type="none"/>
            <a:tailEnd len="med" w="med" type="triangle"/>
          </a:ln>
        </p:spPr>
      </p:cxnSp>
      <p:sp>
        <p:nvSpPr>
          <p:cNvPr id="400" name="Google Shape;400;p23"/>
          <p:cNvSpPr txBox="1"/>
          <p:nvPr/>
        </p:nvSpPr>
        <p:spPr>
          <a:xfrm>
            <a:off x="6410325" y="4511675"/>
            <a:ext cx="1417638" cy="3381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&lt;&lt;include&gt;&gt;</a:t>
            </a:r>
            <a:endParaRPr/>
          </a:p>
        </p:txBody>
      </p:sp>
      <p:sp>
        <p:nvSpPr>
          <p:cNvPr id="401" name="Google Shape;401;p23"/>
          <p:cNvSpPr txBox="1"/>
          <p:nvPr/>
        </p:nvSpPr>
        <p:spPr>
          <a:xfrm>
            <a:off x="6335713" y="5410200"/>
            <a:ext cx="1416050" cy="3381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&lt;&lt;include&gt;&gt;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4"/>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407" name="Google Shape;407;p24"/>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480"/>
              <a:buFont typeface="Arial"/>
              <a:buChar char="•"/>
            </a:pPr>
            <a:r>
              <a:rPr b="1" lang="en-US"/>
              <a:t>Is it Possible to Generalize Actors ?</a:t>
            </a:r>
            <a:endParaRPr/>
          </a:p>
        </p:txBody>
      </p:sp>
      <p:sp>
        <p:nvSpPr>
          <p:cNvPr id="408" name="Google Shape;408;p24"/>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409" name="Google Shape;409;p24"/>
          <p:cNvPicPr preferRelativeResize="0"/>
          <p:nvPr/>
        </p:nvPicPr>
        <p:blipFill rotWithShape="1">
          <a:blip r:embed="rId3">
            <a:alphaModFix/>
          </a:blip>
          <a:srcRect b="16376" l="0" r="0" t="0"/>
          <a:stretch/>
        </p:blipFill>
        <p:spPr>
          <a:xfrm>
            <a:off x="5408613" y="3195639"/>
            <a:ext cx="577850" cy="752475"/>
          </a:xfrm>
          <a:prstGeom prst="rect">
            <a:avLst/>
          </a:prstGeom>
          <a:noFill/>
          <a:ln>
            <a:noFill/>
          </a:ln>
        </p:spPr>
      </p:pic>
      <p:sp>
        <p:nvSpPr>
          <p:cNvPr id="410" name="Google Shape;410;p24"/>
          <p:cNvSpPr txBox="1"/>
          <p:nvPr/>
        </p:nvSpPr>
        <p:spPr>
          <a:xfrm>
            <a:off x="5135563" y="3895725"/>
            <a:ext cx="1122362"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customer</a:t>
            </a:r>
            <a:endParaRPr/>
          </a:p>
        </p:txBody>
      </p:sp>
      <p:pic>
        <p:nvPicPr>
          <p:cNvPr id="411" name="Google Shape;411;p24"/>
          <p:cNvPicPr preferRelativeResize="0"/>
          <p:nvPr/>
        </p:nvPicPr>
        <p:blipFill rotWithShape="1">
          <a:blip r:embed="rId4">
            <a:alphaModFix/>
          </a:blip>
          <a:srcRect b="16376" l="0" r="0" t="0"/>
          <a:stretch/>
        </p:blipFill>
        <p:spPr>
          <a:xfrm>
            <a:off x="5408613" y="4965701"/>
            <a:ext cx="609600" cy="792163"/>
          </a:xfrm>
          <a:prstGeom prst="rect">
            <a:avLst/>
          </a:prstGeom>
          <a:noFill/>
          <a:ln>
            <a:noFill/>
          </a:ln>
        </p:spPr>
      </p:pic>
      <p:sp>
        <p:nvSpPr>
          <p:cNvPr id="412" name="Google Shape;412;p24"/>
          <p:cNvSpPr txBox="1"/>
          <p:nvPr/>
        </p:nvSpPr>
        <p:spPr>
          <a:xfrm>
            <a:off x="4822826" y="5776914"/>
            <a:ext cx="1749425" cy="369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NFRC customer</a:t>
            </a:r>
            <a:endParaRPr/>
          </a:p>
        </p:txBody>
      </p:sp>
      <p:cxnSp>
        <p:nvCxnSpPr>
          <p:cNvPr id="413" name="Google Shape;413;p24"/>
          <p:cNvCxnSpPr>
            <a:stCxn id="411" idx="0"/>
            <a:endCxn id="410" idx="2"/>
          </p:cNvCxnSpPr>
          <p:nvPr/>
        </p:nvCxnSpPr>
        <p:spPr>
          <a:xfrm rot="10800000">
            <a:off x="5696613" y="4265501"/>
            <a:ext cx="16800" cy="700200"/>
          </a:xfrm>
          <a:prstGeom prst="straightConnector1">
            <a:avLst/>
          </a:prstGeom>
          <a:noFill/>
          <a:ln cap="flat" cmpd="sng" w="12700">
            <a:solidFill>
              <a:schemeClr val="dk1"/>
            </a:solidFill>
            <a:prstDash val="solid"/>
            <a:round/>
            <a:headEnd len="sm" w="sm"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5"/>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419" name="Google Shape;419;p25"/>
          <p:cNvSpPr txBox="1"/>
          <p:nvPr>
            <p:ph idx="1" type="body"/>
          </p:nvPr>
        </p:nvSpPr>
        <p:spPr>
          <a:xfrm>
            <a:off x="2032000" y="1697038"/>
            <a:ext cx="8001000" cy="4495800"/>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480"/>
              <a:buFont typeface="Arial"/>
              <a:buChar char="•"/>
            </a:pPr>
            <a:r>
              <a:rPr b="1" lang="en-US"/>
              <a:t>Optional Functions or Additional Functions</a:t>
            </a:r>
            <a:endParaRPr/>
          </a:p>
          <a:p>
            <a:pPr indent="-285750" lvl="1" marL="742950" rtl="0" algn="l">
              <a:spcBef>
                <a:spcPts val="1800"/>
              </a:spcBef>
              <a:spcAft>
                <a:spcPts val="0"/>
              </a:spcAft>
              <a:buSzPts val="2900"/>
              <a:buFont typeface="Arial"/>
              <a:buChar char="•"/>
            </a:pPr>
            <a:r>
              <a:rPr lang="en-US"/>
              <a:t>There are some functions that are triggered optionally</a:t>
            </a:r>
            <a:endParaRPr b="1"/>
          </a:p>
        </p:txBody>
      </p:sp>
      <p:sp>
        <p:nvSpPr>
          <p:cNvPr id="420" name="Google Shape;420;p25"/>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
        <p:nvSpPr>
          <p:cNvPr id="421" name="Google Shape;421;p25"/>
          <p:cNvSpPr/>
          <p:nvPr/>
        </p:nvSpPr>
        <p:spPr>
          <a:xfrm>
            <a:off x="3048001" y="4419600"/>
            <a:ext cx="2124075"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rPr lang="en-US" sz="2000">
                <a:solidFill>
                  <a:schemeClr val="dk1"/>
                </a:solidFill>
                <a:latin typeface="Tahoma"/>
                <a:ea typeface="Tahoma"/>
                <a:cs typeface="Tahoma"/>
                <a:sym typeface="Tahoma"/>
              </a:rPr>
              <a:t>Deposit funds</a:t>
            </a:r>
            <a:endParaRPr/>
          </a:p>
        </p:txBody>
      </p:sp>
      <p:sp>
        <p:nvSpPr>
          <p:cNvPr id="422" name="Google Shape;422;p25"/>
          <p:cNvSpPr/>
          <p:nvPr/>
        </p:nvSpPr>
        <p:spPr>
          <a:xfrm>
            <a:off x="6657975" y="4419600"/>
            <a:ext cx="2325688"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000"/>
              <a:buFont typeface="Noto Sans Symbols"/>
              <a:buNone/>
            </a:pPr>
            <a:r>
              <a:rPr lang="en-US" sz="2000">
                <a:solidFill>
                  <a:schemeClr val="dk1"/>
                </a:solidFill>
                <a:latin typeface="Tahoma"/>
                <a:ea typeface="Tahoma"/>
                <a:cs typeface="Tahoma"/>
                <a:sym typeface="Tahoma"/>
              </a:rPr>
              <a:t>Calculate bonus</a:t>
            </a:r>
            <a:endParaRPr/>
          </a:p>
        </p:txBody>
      </p:sp>
      <p:cxnSp>
        <p:nvCxnSpPr>
          <p:cNvPr id="423" name="Google Shape;423;p25"/>
          <p:cNvCxnSpPr>
            <a:stCxn id="421" idx="6"/>
            <a:endCxn id="422" idx="2"/>
          </p:cNvCxnSpPr>
          <p:nvPr/>
        </p:nvCxnSpPr>
        <p:spPr>
          <a:xfrm>
            <a:off x="5172076" y="4724400"/>
            <a:ext cx="1485900" cy="0"/>
          </a:xfrm>
          <a:prstGeom prst="straightConnector1">
            <a:avLst/>
          </a:prstGeom>
          <a:noFill/>
          <a:ln cap="flat" cmpd="sng" w="12700">
            <a:solidFill>
              <a:schemeClr val="dk1"/>
            </a:solidFill>
            <a:prstDash val="dash"/>
            <a:round/>
            <a:headEnd len="sm" w="sm" type="triangle"/>
            <a:tailEnd len="med" w="med" type="none"/>
          </a:ln>
        </p:spPr>
      </p:cxnSp>
      <p:sp>
        <p:nvSpPr>
          <p:cNvPr id="424" name="Google Shape;424;p25"/>
          <p:cNvSpPr txBox="1"/>
          <p:nvPr/>
        </p:nvSpPr>
        <p:spPr>
          <a:xfrm>
            <a:off x="5273675" y="4310064"/>
            <a:ext cx="1392238" cy="3381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&lt;&lt;extend&gt;&gt;</a:t>
            </a:r>
            <a:endParaRPr/>
          </a:p>
        </p:txBody>
      </p:sp>
      <p:sp>
        <p:nvSpPr>
          <p:cNvPr id="425" name="Google Shape;425;p25"/>
          <p:cNvSpPr txBox="1"/>
          <p:nvPr/>
        </p:nvSpPr>
        <p:spPr>
          <a:xfrm>
            <a:off x="4857750" y="3263900"/>
            <a:ext cx="2222500" cy="585788"/>
          </a:xfrm>
          <a:prstGeom prst="rect">
            <a:avLst/>
          </a:prstGeom>
          <a:noFill/>
          <a:ln cap="flat" cmpd="sng" w="9525">
            <a:solidFill>
              <a:schemeClr val="dk1"/>
            </a:solidFill>
            <a:prstDash val="dash"/>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Amount over 50000 or</a:t>
            </a:r>
            <a:endParaRPr/>
          </a:p>
          <a:p>
            <a:pPr indent="0" lvl="0" marL="0" marR="0" rtl="0" algn="l">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Age over 55</a:t>
            </a:r>
            <a:endParaRPr/>
          </a:p>
        </p:txBody>
      </p:sp>
      <p:cxnSp>
        <p:nvCxnSpPr>
          <p:cNvPr id="426" name="Google Shape;426;p25"/>
          <p:cNvCxnSpPr>
            <a:stCxn id="425" idx="2"/>
            <a:endCxn id="424" idx="0"/>
          </p:cNvCxnSpPr>
          <p:nvPr/>
        </p:nvCxnSpPr>
        <p:spPr>
          <a:xfrm>
            <a:off x="5969000" y="3849688"/>
            <a:ext cx="900" cy="460500"/>
          </a:xfrm>
          <a:prstGeom prst="straightConnector1">
            <a:avLst/>
          </a:prstGeom>
          <a:noFill/>
          <a:ln cap="flat" cmpd="sng" w="12700">
            <a:solidFill>
              <a:schemeClr val="dk1"/>
            </a:solidFill>
            <a:prstDash val="dash"/>
            <a:round/>
            <a:headEnd len="sm" w="sm" type="non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pic>
        <p:nvPicPr>
          <p:cNvPr descr="Screen Clipping" id="431" name="Google Shape;431;p26"/>
          <p:cNvPicPr preferRelativeResize="0"/>
          <p:nvPr/>
        </p:nvPicPr>
        <p:blipFill rotWithShape="1">
          <a:blip r:embed="rId3">
            <a:alphaModFix/>
          </a:blip>
          <a:srcRect b="0" l="0" r="0" t="0"/>
          <a:stretch/>
        </p:blipFill>
        <p:spPr>
          <a:xfrm>
            <a:off x="1524001" y="0"/>
            <a:ext cx="8315325" cy="6858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descr="Rectangle: Click to edit Master text styles&#10;Second level&#10;Third level&#10;Fourth level&#10;Fifth level" id="436" name="Google Shape;436;p27"/>
          <p:cNvSpPr txBox="1"/>
          <p:nvPr>
            <p:ph idx="1" type="body"/>
          </p:nvPr>
        </p:nvSpPr>
        <p:spPr>
          <a:xfrm>
            <a:off x="2209800" y="1524000"/>
            <a:ext cx="8001000" cy="4724400"/>
          </a:xfrm>
          <a:prstGeom prst="rect">
            <a:avLst/>
          </a:prstGeom>
          <a:noFill/>
          <a:ln>
            <a:noFill/>
          </a:ln>
        </p:spPr>
        <p:txBody>
          <a:bodyPr anchorCtr="0" anchor="t" bIns="45700" lIns="91425" spcFirstLastPara="1" rIns="91425" wrap="square" tIns="45700">
            <a:normAutofit/>
          </a:bodyPr>
          <a:lstStyle/>
          <a:p>
            <a:pPr indent="-285750" lvl="0" marL="285750" rtl="0" algn="just">
              <a:spcBef>
                <a:spcPts val="0"/>
              </a:spcBef>
              <a:spcAft>
                <a:spcPts val="0"/>
              </a:spcAft>
              <a:buSzPts val="2755"/>
              <a:buChar char="•"/>
            </a:pPr>
            <a:r>
              <a:rPr lang="en-US" sz="1900"/>
              <a:t>Hospital Management System is a large system including several subsystems or modules providing variety of functions. UML use case diagram example below shows actor and use cases for a hospital's reception.</a:t>
            </a:r>
            <a:endParaRPr/>
          </a:p>
          <a:p>
            <a:pPr indent="-285750" lvl="0" marL="285750" rtl="0" algn="just">
              <a:spcBef>
                <a:spcPts val="980"/>
              </a:spcBef>
              <a:spcAft>
                <a:spcPts val="0"/>
              </a:spcAft>
              <a:buSzPts val="2755"/>
              <a:buChar char="•"/>
            </a:pPr>
            <a:r>
              <a:rPr lang="en-US" sz="1900"/>
              <a:t>Purpose: Describe major services (functionality) provided by a hospital's reception.</a:t>
            </a:r>
            <a:endParaRPr/>
          </a:p>
          <a:p>
            <a:pPr indent="-285750" lvl="0" marL="285750" rtl="0" algn="just">
              <a:spcBef>
                <a:spcPts val="980"/>
              </a:spcBef>
              <a:spcAft>
                <a:spcPts val="0"/>
              </a:spcAft>
              <a:buSzPts val="2755"/>
              <a:buChar char="•"/>
            </a:pPr>
            <a:r>
              <a:rPr lang="en-US" sz="1900"/>
              <a:t>Hospital Reception subsystem or module supports some of the many job duties of hospital receptionist. Receptionist schedules patient's appointments and admission to the hospital, collects information from patient upon patient's arrival and/or by phone. For the patient that will stay in the hospital ("inpatient") she or he should have a bed allotted in a ward. Receptionists might also receive patient's payments, record them in a database and provide receipts, file insurance claims and medical reports.</a:t>
            </a:r>
            <a:endParaRPr/>
          </a:p>
        </p:txBody>
      </p:sp>
      <p:sp>
        <p:nvSpPr>
          <p:cNvPr id="437" name="Google Shape;437;p27"/>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
        <p:nvSpPr>
          <p:cNvPr id="438" name="Google Shape;438;p27"/>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orbel"/>
              <a:buNone/>
            </a:pPr>
            <a:r>
              <a:rPr lang="en-US" sz="2800"/>
              <a:t>Practice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28"/>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descr="Screen Clipping" id="444" name="Google Shape;444;p28"/>
          <p:cNvPicPr preferRelativeResize="0"/>
          <p:nvPr/>
        </p:nvPicPr>
        <p:blipFill rotWithShape="1">
          <a:blip r:embed="rId3">
            <a:alphaModFix/>
          </a:blip>
          <a:srcRect b="0" l="0" r="0" t="0"/>
          <a:stretch/>
        </p:blipFill>
        <p:spPr>
          <a:xfrm>
            <a:off x="1600201" y="123826"/>
            <a:ext cx="8951913" cy="65817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31"/>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t/>
            </a:r>
            <a:endParaRPr/>
          </a:p>
        </p:txBody>
      </p:sp>
      <p:sp>
        <p:nvSpPr>
          <p:cNvPr descr="Rectangle: Click to edit Master text styles&#10;Second level&#10;Third level&#10;Fourth level&#10;Fifth level" id="450" name="Google Shape;450;p31"/>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3480"/>
              <a:buChar char="•"/>
            </a:pPr>
            <a:r>
              <a:rPr lang="en-US"/>
              <a:t>Bank customer has to provide pin for login, verified by bank, there could be mistake while entering the pin, customer can do transactions like (fund transfer, withdraw, change pin, balance check, deposit) etc., ATM Machine will provide a print out if customer wants to get a receipt of their transaction considering some charges, charges will also apply for each transaction. There is system administrator who monitors users’ transaction and report if any suspicious activities is noticed. Also maintains ATM machine money loading and maintenance.</a:t>
            </a:r>
            <a:endParaRPr/>
          </a:p>
        </p:txBody>
      </p:sp>
      <p:sp>
        <p:nvSpPr>
          <p:cNvPr id="451" name="Google Shape;451;p31"/>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2"/>
          <p:cNvSpPr txBox="1"/>
          <p:nvPr>
            <p:ph idx="4294967295" type="title"/>
          </p:nvPr>
        </p:nvSpPr>
        <p:spPr>
          <a:xfrm>
            <a:off x="2675709" y="1703812"/>
            <a:ext cx="6840582" cy="3190689"/>
          </a:xfrm>
          <a:prstGeom prst="rect">
            <a:avLst/>
          </a:prstGeom>
          <a:solidFill>
            <a:srgbClr val="2E75B6"/>
          </a:solidFill>
          <a:ln>
            <a:noFill/>
          </a:ln>
        </p:spPr>
        <p:txBody>
          <a:bodyPr anchorCtr="0" anchor="b" bIns="45700" lIns="91425" spcFirstLastPara="1" rIns="91425" wrap="square" tIns="45700">
            <a:normAutofit/>
          </a:bodyPr>
          <a:lstStyle/>
          <a:p>
            <a:pPr indent="0" lvl="0" marL="0" marR="0" rtl="0" algn="r">
              <a:spcBef>
                <a:spcPts val="0"/>
              </a:spcBef>
              <a:spcAft>
                <a:spcPts val="0"/>
              </a:spcAft>
              <a:buClr>
                <a:srgbClr val="FFFFFF"/>
              </a:buClr>
              <a:buSzPts val="5387"/>
              <a:buFont typeface="Calibri"/>
              <a:buNone/>
            </a:pPr>
            <a:r>
              <a:rPr b="0" i="0" lang="en-US" sz="5387" u="none" cap="none" strike="noStrike">
                <a:solidFill>
                  <a:srgbClr val="FFFFFF"/>
                </a:solidFill>
                <a:latin typeface="Calibri"/>
                <a:ea typeface="Calibri"/>
                <a:cs typeface="Calibri"/>
                <a:sym typeface="Calibri"/>
              </a:rPr>
              <a:t>UML Activity Diagrams</a:t>
            </a:r>
            <a:br>
              <a:rPr b="0" i="0" lang="en-US" sz="5387" u="none" cap="none" strike="noStrike">
                <a:solidFill>
                  <a:srgbClr val="FFFFFF"/>
                </a:solidFill>
                <a:latin typeface="Calibri"/>
                <a:ea typeface="Calibri"/>
                <a:cs typeface="Calibri"/>
                <a:sym typeface="Calibri"/>
              </a:rPr>
            </a:br>
            <a:endParaRPr b="0" i="0" sz="1596" u="none" cap="none" strike="noStrike">
              <a:solidFill>
                <a:srgbClr val="FFFFFF"/>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73634" lvl="0" marL="273634" rtl="0" algn="l">
              <a:spcBef>
                <a:spcPts val="0"/>
              </a:spcBef>
              <a:spcAft>
                <a:spcPts val="0"/>
              </a:spcAft>
              <a:buSzPts val="3480"/>
              <a:buFont typeface="Arial"/>
              <a:buChar char="•"/>
            </a:pPr>
            <a:r>
              <a:rPr lang="en-US">
                <a:latin typeface="Calibri"/>
                <a:ea typeface="Calibri"/>
                <a:cs typeface="Calibri"/>
                <a:sym typeface="Calibri"/>
              </a:rPr>
              <a:t>Introduction</a:t>
            </a:r>
            <a:endParaRPr/>
          </a:p>
          <a:p>
            <a:pPr indent="-273634" lvl="0" marL="273634" rtl="0" algn="l">
              <a:spcBef>
                <a:spcPts val="1080"/>
              </a:spcBef>
              <a:spcAft>
                <a:spcPts val="0"/>
              </a:spcAft>
              <a:buSzPts val="3480"/>
              <a:buFont typeface="Arial"/>
              <a:buChar char="•"/>
            </a:pPr>
            <a:r>
              <a:rPr lang="en-US">
                <a:latin typeface="Calibri"/>
                <a:ea typeface="Calibri"/>
                <a:cs typeface="Calibri"/>
                <a:sym typeface="Calibri"/>
              </a:rPr>
              <a:t>Activity Diagrams - notation</a:t>
            </a:r>
            <a:endParaRPr/>
          </a:p>
          <a:p>
            <a:pPr indent="-273634" lvl="0" marL="273634" rtl="0" algn="l">
              <a:spcBef>
                <a:spcPts val="1080"/>
              </a:spcBef>
              <a:spcAft>
                <a:spcPts val="0"/>
              </a:spcAft>
              <a:buSzPts val="3480"/>
              <a:buFont typeface="Arial"/>
              <a:buChar char="•"/>
            </a:pPr>
            <a:r>
              <a:rPr lang="en-US">
                <a:latin typeface="Calibri"/>
                <a:ea typeface="Calibri"/>
                <a:cs typeface="Calibri"/>
                <a:sym typeface="Calibri"/>
              </a:rPr>
              <a:t>How to apply activity diagrams</a:t>
            </a:r>
            <a:endParaRPr/>
          </a:p>
          <a:p>
            <a:pPr indent="-273634" lvl="0" marL="273634" rtl="0" algn="l">
              <a:spcBef>
                <a:spcPts val="1080"/>
              </a:spcBef>
              <a:spcAft>
                <a:spcPts val="0"/>
              </a:spcAft>
              <a:buSzPts val="3480"/>
              <a:buFont typeface="Arial"/>
              <a:buChar char="•"/>
            </a:pPr>
            <a:r>
              <a:rPr lang="en-US">
                <a:latin typeface="Calibri"/>
                <a:ea typeface="Calibri"/>
                <a:cs typeface="Calibri"/>
                <a:sym typeface="Calibri"/>
              </a:rPr>
              <a:t>Guidelines</a:t>
            </a:r>
            <a:endParaRPr/>
          </a:p>
          <a:p>
            <a:pPr indent="-273634" lvl="0" marL="273634" rtl="0" algn="l">
              <a:spcBef>
                <a:spcPts val="1080"/>
              </a:spcBef>
              <a:spcAft>
                <a:spcPts val="0"/>
              </a:spcAft>
              <a:buSzPts val="3480"/>
              <a:buFont typeface="Arial"/>
              <a:buChar char="•"/>
            </a:pPr>
            <a:r>
              <a:rPr lang="en-US">
                <a:latin typeface="Calibri"/>
                <a:ea typeface="Calibri"/>
                <a:cs typeface="Calibri"/>
                <a:sym typeface="Calibri"/>
              </a:rPr>
              <a:t>Examples</a:t>
            </a:r>
            <a:endParaRPr/>
          </a:p>
        </p:txBody>
      </p:sp>
      <p:sp>
        <p:nvSpPr>
          <p:cNvPr id="462" name="Google Shape;462;p33"/>
          <p:cNvSpPr txBox="1"/>
          <p:nvPr>
            <p:ph type="title"/>
          </p:nvPr>
        </p:nvSpPr>
        <p:spPr>
          <a:xfrm>
            <a:off x="1309512" y="457202"/>
            <a:ext cx="8748889" cy="1142999"/>
          </a:xfrm>
          <a:prstGeom prst="rect">
            <a:avLst/>
          </a:prstGeom>
          <a:solidFill>
            <a:srgbClr val="2E75B6"/>
          </a:solid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OUTLINE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4"/>
          <p:cNvSpPr txBox="1"/>
          <p:nvPr>
            <p:ph idx="1" type="body"/>
          </p:nvPr>
        </p:nvSpPr>
        <p:spPr>
          <a:xfrm>
            <a:off x="1698710" y="1851075"/>
            <a:ext cx="8712241" cy="4900833"/>
          </a:xfrm>
          <a:prstGeom prst="rect">
            <a:avLst/>
          </a:prstGeom>
          <a:noFill/>
          <a:ln>
            <a:noFill/>
          </a:ln>
        </p:spPr>
        <p:txBody>
          <a:bodyPr anchorCtr="0" anchor="t" bIns="45700" lIns="410425" spcFirstLastPara="1" rIns="91425" wrap="square" tIns="45700">
            <a:normAutofit lnSpcReduction="10000"/>
          </a:bodyPr>
          <a:lstStyle/>
          <a:p>
            <a:pPr indent="-273050" lvl="0" marL="273634" marR="0" rtl="0" algn="just">
              <a:spcBef>
                <a:spcPts val="0"/>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An Activity Diagram is one of the Behavior diagrams. </a:t>
            </a:r>
            <a:endParaRPr/>
          </a:p>
          <a:p>
            <a:pPr indent="-273050" lvl="0" marL="273634" marR="0" rtl="0" algn="just">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Activity modelling is the sequence and conditions for coordinating lower-level behaviors, rather than which  classifiers own those behaviors.</a:t>
            </a:r>
            <a:endParaRPr/>
          </a:p>
          <a:p>
            <a:pPr indent="-273050" lvl="0" marL="273634" marR="0" rtl="0" algn="just">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These are commonly called control flow and object flow models.</a:t>
            </a:r>
            <a:endParaRPr/>
          </a:p>
          <a:p>
            <a:pPr indent="-273050" lvl="0" marL="273634" marR="0" rtl="0" algn="just">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The behaviors coordinated by these models can be initiated because other behaviors finish executing, because objects and data become available, or because events occur external to the flow.</a:t>
            </a:r>
            <a:endParaRPr/>
          </a:p>
          <a:p>
            <a:pPr indent="-273050" lvl="0" marL="273634" marR="0" rtl="0" algn="just">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A UML Activity Diagram shows sequential and parallel activities in a process.</a:t>
            </a:r>
            <a:endParaRPr/>
          </a:p>
          <a:p>
            <a:pPr indent="-273050" lvl="0" marL="273634" marR="0" rtl="0" algn="just">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Useful for modelling: </a:t>
            </a:r>
            <a:endParaRPr/>
          </a:p>
          <a:p>
            <a:pPr indent="-273050" lvl="1" marL="547268" marR="0" rtl="0" algn="just">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Business processes</a:t>
            </a:r>
            <a:endParaRPr/>
          </a:p>
          <a:p>
            <a:pPr indent="-273050" lvl="1" marL="547268" marR="0" rtl="0" algn="just">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Workflows</a:t>
            </a:r>
            <a:endParaRPr/>
          </a:p>
          <a:p>
            <a:pPr indent="-273050" lvl="1" marL="547268" marR="0" rtl="0" algn="just">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Data flows</a:t>
            </a:r>
            <a:endParaRPr/>
          </a:p>
          <a:p>
            <a:pPr indent="-273050" lvl="1" marL="547268" marR="0" rtl="0" algn="just">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Complex algorithms</a:t>
            </a:r>
            <a:endParaRPr/>
          </a:p>
        </p:txBody>
      </p:sp>
      <p:sp>
        <p:nvSpPr>
          <p:cNvPr id="468" name="Google Shape;468;p34"/>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What is an Activity Diagram?</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5"/>
          <p:cNvSpPr txBox="1"/>
          <p:nvPr>
            <p:ph idx="1" type="body"/>
          </p:nvPr>
        </p:nvSpPr>
        <p:spPr>
          <a:xfrm>
            <a:off x="2162666" y="1917581"/>
            <a:ext cx="7866669" cy="4085347"/>
          </a:xfrm>
          <a:prstGeom prst="rect">
            <a:avLst/>
          </a:prstGeom>
          <a:noFill/>
          <a:ln>
            <a:noFill/>
          </a:ln>
        </p:spPr>
        <p:txBody>
          <a:bodyPr anchorCtr="0" anchor="t" bIns="45700" lIns="410425" spcFirstLastPara="1" rIns="91425" wrap="square" tIns="45700">
            <a:normAutofit fontScale="92500" lnSpcReduction="10000"/>
          </a:bodyPr>
          <a:lstStyle/>
          <a:p>
            <a:pPr indent="-272367" lvl="0" marL="285750" rtl="0" algn="l">
              <a:spcBef>
                <a:spcPts val="0"/>
              </a:spcBef>
              <a:spcAft>
                <a:spcPts val="0"/>
              </a:spcAft>
              <a:buSzPct val="76576"/>
              <a:buChar char="•"/>
            </a:pPr>
            <a:r>
              <a:rPr lang="en-US"/>
              <a:t>Initial Node:</a:t>
            </a:r>
            <a:endParaRPr/>
          </a:p>
          <a:p>
            <a:pPr indent="-272367" lvl="1" marL="742950" rtl="0" algn="l">
              <a:spcBef>
                <a:spcPts val="970"/>
              </a:spcBef>
              <a:spcAft>
                <a:spcPts val="0"/>
              </a:spcAft>
              <a:buSzPct val="81081"/>
              <a:buChar char="•"/>
            </a:pPr>
            <a:r>
              <a:rPr lang="en-US"/>
              <a:t>An initial node is a control node at which flow starts when the activity is invoked.</a:t>
            </a:r>
            <a:endParaRPr/>
          </a:p>
          <a:p>
            <a:pPr indent="-272367" lvl="1" marL="742950" rtl="0" algn="l">
              <a:spcBef>
                <a:spcPts val="970"/>
              </a:spcBef>
              <a:spcAft>
                <a:spcPts val="0"/>
              </a:spcAft>
              <a:buSzPct val="81081"/>
              <a:buChar char="•"/>
            </a:pPr>
            <a:r>
              <a:rPr lang="en-US"/>
              <a:t>An activity may have more than one initial node.</a:t>
            </a:r>
            <a:endParaRPr/>
          </a:p>
          <a:p>
            <a:pPr indent="-272367" lvl="1" marL="742950" rtl="0" algn="l">
              <a:spcBef>
                <a:spcPts val="895"/>
              </a:spcBef>
              <a:spcAft>
                <a:spcPts val="0"/>
              </a:spcAft>
              <a:buSzPct val="145000"/>
              <a:buNone/>
            </a:pPr>
            <a:r>
              <a:t/>
            </a:r>
            <a:endParaRPr sz="1596"/>
          </a:p>
          <a:p>
            <a:pPr indent="-164417" lvl="0" marL="285750" rtl="0" algn="l">
              <a:spcBef>
                <a:spcPts val="1044"/>
              </a:spcBef>
              <a:spcAft>
                <a:spcPts val="0"/>
              </a:spcAft>
              <a:buSzPct val="76576"/>
              <a:buNone/>
            </a:pPr>
            <a:r>
              <a:t/>
            </a:r>
            <a:endParaRPr/>
          </a:p>
          <a:p>
            <a:pPr indent="-164417" lvl="0" marL="285750" rtl="0" algn="l">
              <a:spcBef>
                <a:spcPts val="1044"/>
              </a:spcBef>
              <a:spcAft>
                <a:spcPts val="0"/>
              </a:spcAft>
              <a:buSzPct val="76576"/>
              <a:buNone/>
            </a:pPr>
            <a:r>
              <a:t/>
            </a:r>
            <a:endParaRPr/>
          </a:p>
          <a:p>
            <a:pPr indent="-272367" lvl="0" marL="285750" rtl="0" algn="l">
              <a:spcBef>
                <a:spcPts val="1044"/>
              </a:spcBef>
              <a:spcAft>
                <a:spcPts val="0"/>
              </a:spcAft>
              <a:buSzPct val="76576"/>
              <a:buChar char="•"/>
            </a:pPr>
            <a:r>
              <a:rPr lang="en-US"/>
              <a:t>Final Node:</a:t>
            </a:r>
            <a:endParaRPr/>
          </a:p>
          <a:p>
            <a:pPr indent="-272367" lvl="1" marL="742950" rtl="0" algn="l">
              <a:spcBef>
                <a:spcPts val="970"/>
              </a:spcBef>
              <a:spcAft>
                <a:spcPts val="0"/>
              </a:spcAft>
              <a:buSzPct val="81081"/>
              <a:buChar char="•"/>
            </a:pPr>
            <a:r>
              <a:rPr lang="en-US"/>
              <a:t>An activity may have more than one activity final node; </a:t>
            </a:r>
            <a:endParaRPr/>
          </a:p>
          <a:p>
            <a:pPr indent="-272367" lvl="1" marL="742950" rtl="0" algn="l">
              <a:spcBef>
                <a:spcPts val="970"/>
              </a:spcBef>
              <a:spcAft>
                <a:spcPts val="0"/>
              </a:spcAft>
              <a:buSzPct val="145000"/>
              <a:buNone/>
            </a:pPr>
            <a:r>
              <a:rPr lang="en-US"/>
              <a:t>       the first one reached stops all flows in the activity.</a:t>
            </a:r>
            <a:endParaRPr/>
          </a:p>
          <a:p>
            <a:pPr indent="-272367" lvl="1" marL="742950" rtl="0" algn="l">
              <a:spcBef>
                <a:spcPts val="969"/>
              </a:spcBef>
              <a:spcAft>
                <a:spcPts val="0"/>
              </a:spcAft>
              <a:buSzPct val="145000"/>
              <a:buNone/>
            </a:pPr>
            <a:r>
              <a:t/>
            </a:r>
            <a:endParaRPr sz="1995"/>
          </a:p>
        </p:txBody>
      </p:sp>
      <p:sp>
        <p:nvSpPr>
          <p:cNvPr id="475" name="Google Shape;475;p35"/>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Initial and Final Nodes</a:t>
            </a:r>
            <a:endParaRPr/>
          </a:p>
        </p:txBody>
      </p:sp>
      <p:pic>
        <p:nvPicPr>
          <p:cNvPr id="476" name="Google Shape;476;p35"/>
          <p:cNvPicPr preferRelativeResize="0"/>
          <p:nvPr/>
        </p:nvPicPr>
        <p:blipFill rotWithShape="1">
          <a:blip r:embed="rId3">
            <a:alphaModFix/>
          </a:blip>
          <a:srcRect b="0" l="0" r="0" t="0"/>
          <a:stretch/>
        </p:blipFill>
        <p:spPr>
          <a:xfrm>
            <a:off x="5874314" y="3721942"/>
            <a:ext cx="443371" cy="476623"/>
          </a:xfrm>
          <a:prstGeom prst="rect">
            <a:avLst/>
          </a:prstGeom>
          <a:noFill/>
          <a:ln>
            <a:noFill/>
          </a:ln>
        </p:spPr>
      </p:pic>
      <p:pic>
        <p:nvPicPr>
          <p:cNvPr id="477" name="Google Shape;477;p35"/>
          <p:cNvPicPr preferRelativeResize="0"/>
          <p:nvPr/>
        </p:nvPicPr>
        <p:blipFill rotWithShape="1">
          <a:blip r:embed="rId4">
            <a:alphaModFix/>
          </a:blip>
          <a:srcRect b="0" l="0" r="0" t="0"/>
          <a:stretch/>
        </p:blipFill>
        <p:spPr>
          <a:xfrm>
            <a:off x="5817309" y="6002926"/>
            <a:ext cx="500376" cy="49879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6"/>
          <p:cNvSpPr txBox="1"/>
          <p:nvPr>
            <p:ph idx="1" type="body"/>
          </p:nvPr>
        </p:nvSpPr>
        <p:spPr>
          <a:xfrm>
            <a:off x="1712961" y="1721231"/>
            <a:ext cx="8766079" cy="3676813"/>
          </a:xfrm>
          <a:prstGeom prst="rect">
            <a:avLst/>
          </a:prstGeom>
          <a:noFill/>
          <a:ln>
            <a:noFill/>
          </a:ln>
        </p:spPr>
        <p:txBody>
          <a:bodyPr anchorCtr="0" anchor="t" bIns="45700" lIns="410425" spcFirstLastPara="1" rIns="91425" wrap="square" tIns="45700">
            <a:normAutofit fontScale="92500" lnSpcReduction="10000"/>
          </a:bodyPr>
          <a:lstStyle/>
          <a:p>
            <a:pPr indent="-273050" lvl="0" marL="273634" marR="0" rtl="0" algn="l">
              <a:spcBef>
                <a:spcPts val="0"/>
              </a:spcBef>
              <a:spcAft>
                <a:spcPts val="0"/>
              </a:spcAft>
              <a:buClr>
                <a:srgbClr val="366092"/>
              </a:buClr>
              <a:buSzPct val="84294"/>
              <a:buFont typeface="Arial"/>
              <a:buChar char="•"/>
            </a:pPr>
            <a:r>
              <a:rPr b="0" i="0" lang="en-US" sz="3591" u="none" cap="none" strike="noStrike">
                <a:solidFill>
                  <a:srgbClr val="000000"/>
                </a:solidFill>
                <a:latin typeface="Calibri"/>
                <a:ea typeface="Calibri"/>
                <a:cs typeface="Calibri"/>
                <a:sym typeface="Calibri"/>
              </a:rPr>
              <a:t>Action: </a:t>
            </a:r>
            <a:endParaRPr/>
          </a:p>
          <a:p>
            <a:pPr indent="-273050" lvl="1" marL="547268" marR="0" rtl="0" algn="just">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action represents a single step within an activity that is not further decomposed within the activity.</a:t>
            </a:r>
            <a:endParaRPr/>
          </a:p>
          <a:p>
            <a:pPr indent="-273050" lvl="1" marL="547268" marR="0" rtl="0" algn="just">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activity represents a behavior that is composed of individual elements that are actions.</a:t>
            </a:r>
            <a:endParaRPr/>
          </a:p>
          <a:p>
            <a:pPr indent="-273050" lvl="1" marL="547268" marR="0" rtl="0" algn="just">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action is simple from the point of view of the activity containing it, but may be complex in its effect and not be atomic.</a:t>
            </a:r>
            <a:endParaRPr/>
          </a:p>
          <a:p>
            <a:pPr indent="-273050" lvl="1" marL="547268" marR="0" rtl="0" algn="just">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activity can be reused in many places, whereas an instance of an action is only used once at a particular</a:t>
            </a:r>
            <a:endParaRPr/>
          </a:p>
          <a:p>
            <a:pPr indent="-273050" lvl="1" marL="547268" marR="0" rtl="0" algn="just">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action will not begin execution until all of its input conditions are satisfied.</a:t>
            </a:r>
            <a:endParaRPr/>
          </a:p>
        </p:txBody>
      </p:sp>
      <p:sp>
        <p:nvSpPr>
          <p:cNvPr id="483" name="Google Shape;483;p36"/>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Action</a:t>
            </a:r>
            <a:endParaRPr/>
          </a:p>
        </p:txBody>
      </p:sp>
      <p:pic>
        <p:nvPicPr>
          <p:cNvPr id="484" name="Google Shape;484;p36"/>
          <p:cNvPicPr preferRelativeResize="0"/>
          <p:nvPr/>
        </p:nvPicPr>
        <p:blipFill rotWithShape="1">
          <a:blip r:embed="rId3">
            <a:alphaModFix/>
          </a:blip>
          <a:srcRect b="0" l="0" r="0" t="0"/>
          <a:stretch/>
        </p:blipFill>
        <p:spPr>
          <a:xfrm>
            <a:off x="5369189" y="5398044"/>
            <a:ext cx="1197102" cy="81231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7"/>
          <p:cNvSpPr txBox="1"/>
          <p:nvPr>
            <p:ph idx="1" type="body"/>
          </p:nvPr>
        </p:nvSpPr>
        <p:spPr>
          <a:xfrm>
            <a:off x="3400938" y="1892245"/>
            <a:ext cx="7255450" cy="4965756"/>
          </a:xfrm>
          <a:prstGeom prst="rect">
            <a:avLst/>
          </a:prstGeom>
          <a:noFill/>
          <a:ln>
            <a:noFill/>
          </a:ln>
        </p:spPr>
        <p:txBody>
          <a:bodyPr anchorCtr="0" anchor="t" bIns="45700" lIns="410425" spcFirstLastPara="1" rIns="91425" wrap="square" tIns="45700">
            <a:normAutofit lnSpcReduction="10000"/>
          </a:bodyPr>
          <a:lstStyle/>
          <a:p>
            <a:pPr indent="-272367" lvl="0" marL="285750" rtl="0" algn="just">
              <a:spcBef>
                <a:spcPts val="0"/>
              </a:spcBef>
              <a:spcAft>
                <a:spcPts val="0"/>
              </a:spcAft>
              <a:buSzPts val="1800"/>
              <a:buChar char="•"/>
            </a:pPr>
            <a:r>
              <a:rPr lang="en-US"/>
              <a:t>Merge Node:</a:t>
            </a:r>
            <a:endParaRPr sz="3990"/>
          </a:p>
          <a:p>
            <a:pPr indent="-272367" lvl="1" marL="742950" rtl="0" algn="just">
              <a:spcBef>
                <a:spcPts val="999"/>
              </a:spcBef>
              <a:spcAft>
                <a:spcPts val="0"/>
              </a:spcAft>
              <a:buSzPts val="1500"/>
              <a:buChar char="•"/>
            </a:pPr>
            <a:r>
              <a:rPr lang="en-US" sz="1995"/>
              <a:t>A merge node is a control node that brings together multiple alternate flows.</a:t>
            </a:r>
            <a:endParaRPr/>
          </a:p>
          <a:p>
            <a:pPr indent="-272367" lvl="1" marL="742950" rtl="0" algn="just">
              <a:spcBef>
                <a:spcPts val="999"/>
              </a:spcBef>
              <a:spcAft>
                <a:spcPts val="0"/>
              </a:spcAft>
              <a:buSzPts val="1500"/>
              <a:buChar char="•"/>
            </a:pPr>
            <a:r>
              <a:rPr lang="en-US" sz="1995"/>
              <a:t>It is not used to synchronize concurrent flows but to accept one among several alternate flows.</a:t>
            </a:r>
            <a:endParaRPr/>
          </a:p>
          <a:p>
            <a:pPr indent="-272367" lvl="1" marL="742950" rtl="0" algn="just">
              <a:spcBef>
                <a:spcPts val="999"/>
              </a:spcBef>
              <a:spcAft>
                <a:spcPts val="0"/>
              </a:spcAft>
              <a:buSzPts val="1500"/>
              <a:buChar char="•"/>
            </a:pPr>
            <a:r>
              <a:rPr lang="en-US" sz="1995"/>
              <a:t>A merge node has multiple incoming edges and a single outgoing edge.</a:t>
            </a:r>
            <a:endParaRPr/>
          </a:p>
          <a:p>
            <a:pPr indent="-272367" lvl="1" marL="742950" rtl="0" algn="just">
              <a:spcBef>
                <a:spcPts val="819"/>
              </a:spcBef>
              <a:spcAft>
                <a:spcPts val="0"/>
              </a:spcAft>
              <a:buSzPts val="1591"/>
              <a:buNone/>
            </a:pPr>
            <a:r>
              <a:t/>
            </a:r>
            <a:endParaRPr sz="1097"/>
          </a:p>
          <a:p>
            <a:pPr indent="-272367" lvl="0" marL="285750" rtl="0" algn="just">
              <a:spcBef>
                <a:spcPts val="1080"/>
              </a:spcBef>
              <a:spcAft>
                <a:spcPts val="0"/>
              </a:spcAft>
              <a:buSzPts val="1800"/>
              <a:buChar char="•"/>
            </a:pPr>
            <a:r>
              <a:rPr lang="en-US"/>
              <a:t>Decision Node:</a:t>
            </a:r>
            <a:endParaRPr sz="2394"/>
          </a:p>
          <a:p>
            <a:pPr indent="-272367" lvl="1" marL="742950" rtl="0" algn="just">
              <a:spcBef>
                <a:spcPts val="999"/>
              </a:spcBef>
              <a:spcAft>
                <a:spcPts val="0"/>
              </a:spcAft>
              <a:buSzPts val="1500"/>
              <a:buChar char="•"/>
            </a:pPr>
            <a:r>
              <a:rPr lang="en-US" sz="1995"/>
              <a:t>A decision node accepts tokens on an incoming edge and presents them to multiple outgoing edges.</a:t>
            </a:r>
            <a:endParaRPr/>
          </a:p>
          <a:p>
            <a:pPr indent="-272367" lvl="1" marL="742950" rtl="0" algn="just">
              <a:spcBef>
                <a:spcPts val="999"/>
              </a:spcBef>
              <a:spcAft>
                <a:spcPts val="0"/>
              </a:spcAft>
              <a:buSzPts val="1500"/>
              <a:buChar char="•"/>
            </a:pPr>
            <a:r>
              <a:rPr lang="en-US" sz="1995"/>
              <a:t>Which of the edges is actually traversed depends on the evaluation of the guards on the outgoing edges.</a:t>
            </a:r>
            <a:endParaRPr/>
          </a:p>
        </p:txBody>
      </p:sp>
      <p:sp>
        <p:nvSpPr>
          <p:cNvPr id="490" name="Google Shape;490;p37"/>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Merge and Decision Nodes</a:t>
            </a:r>
            <a:endParaRPr/>
          </a:p>
        </p:txBody>
      </p:sp>
      <p:pic>
        <p:nvPicPr>
          <p:cNvPr id="491" name="Google Shape;491;p37"/>
          <p:cNvPicPr preferRelativeResize="0"/>
          <p:nvPr/>
        </p:nvPicPr>
        <p:blipFill rotWithShape="1">
          <a:blip r:embed="rId3">
            <a:alphaModFix/>
          </a:blip>
          <a:srcRect b="0" l="0" r="0" t="0"/>
          <a:stretch/>
        </p:blipFill>
        <p:spPr>
          <a:xfrm>
            <a:off x="1535613" y="5595976"/>
            <a:ext cx="2607972" cy="842405"/>
          </a:xfrm>
          <a:prstGeom prst="rect">
            <a:avLst/>
          </a:prstGeom>
          <a:noFill/>
          <a:ln>
            <a:noFill/>
          </a:ln>
        </p:spPr>
      </p:pic>
      <p:pic>
        <p:nvPicPr>
          <p:cNvPr id="492" name="Google Shape;492;p37"/>
          <p:cNvPicPr preferRelativeResize="0"/>
          <p:nvPr/>
        </p:nvPicPr>
        <p:blipFill rotWithShape="1">
          <a:blip r:embed="rId4">
            <a:alphaModFix/>
          </a:blip>
          <a:srcRect b="0" l="0" r="0" t="0"/>
          <a:stretch/>
        </p:blipFill>
        <p:spPr>
          <a:xfrm>
            <a:off x="1535612" y="2748901"/>
            <a:ext cx="2345117" cy="89466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38"/>
          <p:cNvSpPr txBox="1"/>
          <p:nvPr>
            <p:ph idx="1" type="body"/>
          </p:nvPr>
        </p:nvSpPr>
        <p:spPr>
          <a:xfrm>
            <a:off x="2162666" y="1833657"/>
            <a:ext cx="7866669" cy="3678397"/>
          </a:xfrm>
          <a:prstGeom prst="rect">
            <a:avLst/>
          </a:prstGeom>
          <a:noFill/>
          <a:ln>
            <a:noFill/>
          </a:ln>
        </p:spPr>
        <p:txBody>
          <a:bodyPr anchorCtr="0" anchor="t" bIns="45700" lIns="410425" spcFirstLastPara="1" rIns="91425" wrap="square" tIns="45700">
            <a:normAutofit lnSpcReduction="10000"/>
          </a:bodyPr>
          <a:lstStyle/>
          <a:p>
            <a:pPr indent="-272367" lvl="0" marL="285750" rtl="0" algn="l">
              <a:spcBef>
                <a:spcPts val="0"/>
              </a:spcBef>
              <a:spcAft>
                <a:spcPts val="0"/>
              </a:spcAft>
              <a:buSzPts val="2800"/>
              <a:buChar char="•"/>
            </a:pPr>
            <a:r>
              <a:rPr lang="en-US"/>
              <a:t>Join Node:</a:t>
            </a:r>
            <a:endParaRPr/>
          </a:p>
          <a:p>
            <a:pPr indent="-272367" lvl="1" marL="742950" rtl="0" algn="l">
              <a:spcBef>
                <a:spcPts val="999"/>
              </a:spcBef>
              <a:spcAft>
                <a:spcPts val="0"/>
              </a:spcAft>
              <a:buSzPts val="1500"/>
              <a:buChar char="•"/>
            </a:pPr>
            <a:r>
              <a:rPr lang="en-US" sz="1995"/>
              <a:t>A join node is a control node that synchronizes multiple flows.</a:t>
            </a:r>
            <a:endParaRPr/>
          </a:p>
          <a:p>
            <a:pPr indent="-272367" lvl="1" marL="742950" rtl="0" algn="l">
              <a:spcBef>
                <a:spcPts val="999"/>
              </a:spcBef>
              <a:spcAft>
                <a:spcPts val="0"/>
              </a:spcAft>
              <a:buSzPts val="1500"/>
              <a:buChar char="•"/>
            </a:pPr>
            <a:r>
              <a:rPr lang="en-US" sz="1995"/>
              <a:t>A join node has multiple incoming edges and one outgoing edge. </a:t>
            </a:r>
            <a:endParaRPr/>
          </a:p>
          <a:p>
            <a:pPr indent="-272367" lvl="1" marL="742950" rtl="0" algn="l">
              <a:spcBef>
                <a:spcPts val="819"/>
              </a:spcBef>
              <a:spcAft>
                <a:spcPts val="0"/>
              </a:spcAft>
              <a:buSzPts val="1591"/>
              <a:buNone/>
            </a:pPr>
            <a:r>
              <a:t/>
            </a:r>
            <a:endParaRPr sz="1097"/>
          </a:p>
          <a:p>
            <a:pPr indent="-272367" lvl="0" marL="285750" rtl="0" algn="l">
              <a:spcBef>
                <a:spcPts val="1080"/>
              </a:spcBef>
              <a:spcAft>
                <a:spcPts val="0"/>
              </a:spcAft>
              <a:buSzPts val="2000"/>
              <a:buChar char="•"/>
            </a:pPr>
            <a:r>
              <a:rPr lang="en-US"/>
              <a:t>Fork Node:</a:t>
            </a:r>
            <a:endParaRPr/>
          </a:p>
          <a:p>
            <a:pPr indent="-272367" lvl="1" marL="742950" rtl="0" algn="l">
              <a:spcBef>
                <a:spcPts val="999"/>
              </a:spcBef>
              <a:spcAft>
                <a:spcPts val="0"/>
              </a:spcAft>
              <a:buSzPts val="1500"/>
              <a:buChar char="•"/>
            </a:pPr>
            <a:r>
              <a:rPr lang="en-US" sz="1995"/>
              <a:t>A fork node is a control node that splits a flow into multiple concurrent flows.</a:t>
            </a:r>
            <a:endParaRPr/>
          </a:p>
          <a:p>
            <a:pPr indent="-272367" lvl="1" marL="742950" rtl="0" algn="l">
              <a:spcBef>
                <a:spcPts val="999"/>
              </a:spcBef>
              <a:spcAft>
                <a:spcPts val="0"/>
              </a:spcAft>
              <a:buSzPts val="1500"/>
              <a:buChar char="•"/>
            </a:pPr>
            <a:r>
              <a:rPr lang="en-US" sz="1995"/>
              <a:t>A fork node has one incoming edge and multiple outgoing edges.</a:t>
            </a:r>
            <a:endParaRPr/>
          </a:p>
        </p:txBody>
      </p:sp>
      <p:sp>
        <p:nvSpPr>
          <p:cNvPr id="498" name="Google Shape;498;p38"/>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Join and Fork Nodes</a:t>
            </a:r>
            <a:endParaRPr/>
          </a:p>
        </p:txBody>
      </p:sp>
      <p:pic>
        <p:nvPicPr>
          <p:cNvPr id="499" name="Google Shape;499;p38"/>
          <p:cNvPicPr preferRelativeResize="0"/>
          <p:nvPr/>
        </p:nvPicPr>
        <p:blipFill rotWithShape="1">
          <a:blip r:embed="rId3">
            <a:alphaModFix/>
          </a:blip>
          <a:srcRect b="0" l="0" r="0" t="0"/>
          <a:stretch/>
        </p:blipFill>
        <p:spPr>
          <a:xfrm>
            <a:off x="2715297" y="5127270"/>
            <a:ext cx="2687145" cy="1352282"/>
          </a:xfrm>
          <a:prstGeom prst="rect">
            <a:avLst/>
          </a:prstGeom>
          <a:noFill/>
          <a:ln>
            <a:noFill/>
          </a:ln>
        </p:spPr>
      </p:pic>
      <p:pic>
        <p:nvPicPr>
          <p:cNvPr id="500" name="Google Shape;500;p38"/>
          <p:cNvPicPr preferRelativeResize="0"/>
          <p:nvPr/>
        </p:nvPicPr>
        <p:blipFill rotWithShape="1">
          <a:blip r:embed="rId4">
            <a:alphaModFix/>
          </a:blip>
          <a:srcRect b="0" l="0" r="0" t="0"/>
          <a:stretch/>
        </p:blipFill>
        <p:spPr>
          <a:xfrm>
            <a:off x="7031830" y="5277700"/>
            <a:ext cx="2585803" cy="1081508"/>
          </a:xfrm>
          <a:prstGeom prst="rect">
            <a:avLst/>
          </a:prstGeom>
          <a:noFill/>
          <a:ln>
            <a:noFill/>
          </a:ln>
        </p:spPr>
      </p:pic>
      <p:sp>
        <p:nvSpPr>
          <p:cNvPr id="501" name="Google Shape;501;p38"/>
          <p:cNvSpPr/>
          <p:nvPr/>
        </p:nvSpPr>
        <p:spPr>
          <a:xfrm>
            <a:off x="9096672" y="6112187"/>
            <a:ext cx="1113178" cy="367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795">
                <a:solidFill>
                  <a:srgbClr val="000000"/>
                </a:solidFill>
                <a:latin typeface="Calibri"/>
                <a:ea typeface="Calibri"/>
                <a:cs typeface="Calibri"/>
                <a:sym typeface="Calibri"/>
              </a:rPr>
              <a:t>Join Node</a:t>
            </a:r>
            <a:endParaRPr/>
          </a:p>
        </p:txBody>
      </p:sp>
      <p:sp>
        <p:nvSpPr>
          <p:cNvPr id="502" name="Google Shape;502;p38"/>
          <p:cNvSpPr/>
          <p:nvPr/>
        </p:nvSpPr>
        <p:spPr>
          <a:xfrm>
            <a:off x="1538779" y="5382209"/>
            <a:ext cx="1152765" cy="3689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795">
                <a:solidFill>
                  <a:srgbClr val="000000"/>
                </a:solidFill>
                <a:latin typeface="Calibri"/>
                <a:ea typeface="Calibri"/>
                <a:cs typeface="Calibri"/>
                <a:sym typeface="Calibri"/>
              </a:rPr>
              <a:t>Fork Node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9"/>
          <p:cNvSpPr txBox="1"/>
          <p:nvPr>
            <p:ph idx="1" type="body"/>
          </p:nvPr>
        </p:nvSpPr>
        <p:spPr>
          <a:xfrm>
            <a:off x="2162666" y="1941917"/>
            <a:ext cx="7866669" cy="3678397"/>
          </a:xfrm>
          <a:prstGeom prst="rect">
            <a:avLst/>
          </a:prstGeom>
          <a:noFill/>
          <a:ln>
            <a:noFill/>
          </a:ln>
        </p:spPr>
        <p:txBody>
          <a:bodyPr anchorCtr="0" anchor="t" bIns="45700" lIns="410425" spcFirstLastPara="1" rIns="91425" wrap="square" tIns="45700">
            <a:normAutofit/>
          </a:bodyPr>
          <a:lstStyle/>
          <a:p>
            <a:pPr indent="-273050" lvl="0" marL="273634" marR="0" rtl="0" algn="l">
              <a:spcBef>
                <a:spcPts val="0"/>
              </a:spcBef>
              <a:spcAft>
                <a:spcPts val="0"/>
              </a:spcAft>
              <a:buClr>
                <a:srgbClr val="366092"/>
              </a:buClr>
              <a:buSzPts val="2800"/>
              <a:buFont typeface="Arial"/>
              <a:buChar char="•"/>
            </a:pPr>
            <a:r>
              <a:rPr b="0" i="0" lang="en-US" sz="2800" u="none" cap="none" strike="noStrike">
                <a:solidFill>
                  <a:srgbClr val="000000"/>
                </a:solidFill>
                <a:latin typeface="Calibri"/>
                <a:ea typeface="Calibri"/>
                <a:cs typeface="Calibri"/>
                <a:sym typeface="Calibri"/>
              </a:rPr>
              <a:t>Object Node:</a:t>
            </a:r>
            <a:endParaRPr/>
          </a:p>
          <a:p>
            <a:pPr indent="-273050" lvl="1" marL="547268" marR="0" rtl="0" algn="just">
              <a:spcBef>
                <a:spcPts val="1080"/>
              </a:spcBef>
              <a:spcAft>
                <a:spcPts val="0"/>
              </a:spcAft>
              <a:buClr>
                <a:srgbClr val="366092"/>
              </a:buClr>
              <a:buSzPts val="1700"/>
              <a:buFont typeface="Arial"/>
              <a:buChar char="•"/>
            </a:pPr>
            <a:r>
              <a:rPr b="0" i="0" lang="en-US" sz="2400" u="none" cap="none" strike="noStrike">
                <a:solidFill>
                  <a:srgbClr val="000000"/>
                </a:solidFill>
                <a:latin typeface="Calibri"/>
                <a:ea typeface="Calibri"/>
                <a:cs typeface="Calibri"/>
                <a:sym typeface="Calibri"/>
              </a:rPr>
              <a:t>An object node is an activity node that indicates an instance of a particular classifier, possibly in a particular state, may be available at a particular point in the activity.</a:t>
            </a:r>
            <a:endParaRPr/>
          </a:p>
          <a:p>
            <a:pPr indent="-273050" lvl="1" marL="547268" marR="0" rtl="0" algn="just">
              <a:spcBef>
                <a:spcPts val="1080"/>
              </a:spcBef>
              <a:spcAft>
                <a:spcPts val="0"/>
              </a:spcAft>
              <a:buClr>
                <a:srgbClr val="366092"/>
              </a:buClr>
              <a:buSzPts val="1700"/>
              <a:buFont typeface="Arial"/>
              <a:buChar char="•"/>
            </a:pPr>
            <a:r>
              <a:rPr b="0" i="0" lang="en-US" sz="2400" u="none" cap="none" strike="noStrike">
                <a:solidFill>
                  <a:srgbClr val="000000"/>
                </a:solidFill>
                <a:latin typeface="Calibri"/>
                <a:ea typeface="Calibri"/>
                <a:cs typeface="Calibri"/>
                <a:sym typeface="Calibri"/>
              </a:rPr>
              <a:t>Object nodes can be used in a variety of ways, depending on where objects are flowing from and to.</a:t>
            </a:r>
            <a:endParaRPr/>
          </a:p>
        </p:txBody>
      </p:sp>
      <p:sp>
        <p:nvSpPr>
          <p:cNvPr id="508" name="Google Shape;508;p39"/>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Object Node</a:t>
            </a:r>
            <a:endParaRPr/>
          </a:p>
        </p:txBody>
      </p:sp>
      <p:pic>
        <p:nvPicPr>
          <p:cNvPr id="509" name="Google Shape;509;p39"/>
          <p:cNvPicPr preferRelativeResize="0"/>
          <p:nvPr/>
        </p:nvPicPr>
        <p:blipFill rotWithShape="1">
          <a:blip r:embed="rId3">
            <a:alphaModFix/>
          </a:blip>
          <a:srcRect b="0" l="0" r="0" t="0"/>
          <a:stretch/>
        </p:blipFill>
        <p:spPr>
          <a:xfrm>
            <a:off x="5343852" y="5409263"/>
            <a:ext cx="1504295" cy="84715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40"/>
          <p:cNvSpPr txBox="1"/>
          <p:nvPr>
            <p:ph idx="1" type="body"/>
          </p:nvPr>
        </p:nvSpPr>
        <p:spPr>
          <a:xfrm>
            <a:off x="2162666" y="2242191"/>
            <a:ext cx="7866669" cy="3678397"/>
          </a:xfrm>
          <a:prstGeom prst="rect">
            <a:avLst/>
          </a:prstGeom>
          <a:noFill/>
          <a:ln>
            <a:noFill/>
          </a:ln>
        </p:spPr>
        <p:txBody>
          <a:bodyPr anchorCtr="0" anchor="t" bIns="45700" lIns="410425" spcFirstLastPara="1" rIns="91425" wrap="square" tIns="45700">
            <a:normAutofit/>
          </a:bodyPr>
          <a:lstStyle/>
          <a:p>
            <a:pPr indent="-272367" lvl="0" marL="285750" rtl="0" algn="l">
              <a:spcBef>
                <a:spcPts val="0"/>
              </a:spcBef>
              <a:spcAft>
                <a:spcPts val="0"/>
              </a:spcAft>
              <a:buSzPts val="2800"/>
              <a:buChar char="•"/>
            </a:pPr>
            <a:r>
              <a:rPr lang="en-US"/>
              <a:t>Note:</a:t>
            </a:r>
            <a:endParaRPr/>
          </a:p>
          <a:p>
            <a:pPr indent="-272367" lvl="1" marL="742950" rtl="0" algn="just">
              <a:spcBef>
                <a:spcPts val="1000"/>
              </a:spcBef>
              <a:spcAft>
                <a:spcPts val="0"/>
              </a:spcAft>
              <a:buSzPts val="2400"/>
              <a:buChar char="•"/>
            </a:pPr>
            <a:r>
              <a:rPr lang="en-US"/>
              <a:t>A note (comment) gives the ability to attach various remarks to elements.</a:t>
            </a:r>
            <a:endParaRPr/>
          </a:p>
          <a:p>
            <a:pPr indent="-272367" lvl="1" marL="742950" rtl="0" algn="just">
              <a:spcBef>
                <a:spcPts val="1000"/>
              </a:spcBef>
              <a:spcAft>
                <a:spcPts val="0"/>
              </a:spcAft>
              <a:buSzPts val="2400"/>
              <a:buChar char="•"/>
            </a:pPr>
            <a:r>
              <a:rPr lang="en-US"/>
              <a:t>A comment carries no semantic force, but may contain information that is useful to a modeler.</a:t>
            </a:r>
            <a:endParaRPr sz="1297"/>
          </a:p>
        </p:txBody>
      </p:sp>
      <p:sp>
        <p:nvSpPr>
          <p:cNvPr id="515" name="Google Shape;515;p40"/>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NOTE</a:t>
            </a:r>
            <a:endParaRPr/>
          </a:p>
        </p:txBody>
      </p:sp>
      <p:pic>
        <p:nvPicPr>
          <p:cNvPr id="516" name="Google Shape;516;p40"/>
          <p:cNvPicPr preferRelativeResize="0"/>
          <p:nvPr/>
        </p:nvPicPr>
        <p:blipFill rotWithShape="1">
          <a:blip r:embed="rId3">
            <a:alphaModFix/>
          </a:blip>
          <a:srcRect b="0" l="0" r="0" t="0"/>
          <a:stretch/>
        </p:blipFill>
        <p:spPr>
          <a:xfrm>
            <a:off x="5318517" y="4527155"/>
            <a:ext cx="1554966" cy="87565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1"/>
          <p:cNvSpPr txBox="1"/>
          <p:nvPr>
            <p:ph idx="1" type="body"/>
          </p:nvPr>
        </p:nvSpPr>
        <p:spPr>
          <a:xfrm>
            <a:off x="2162666" y="2106013"/>
            <a:ext cx="7866669" cy="3678397"/>
          </a:xfrm>
          <a:prstGeom prst="rect">
            <a:avLst/>
          </a:prstGeom>
          <a:noFill/>
          <a:ln>
            <a:noFill/>
          </a:ln>
        </p:spPr>
        <p:txBody>
          <a:bodyPr anchorCtr="0" anchor="t" bIns="45700" lIns="410425" spcFirstLastPara="1" rIns="91425" wrap="square" tIns="45700">
            <a:normAutofit/>
          </a:bodyPr>
          <a:lstStyle/>
          <a:p>
            <a:pPr indent="-285750" lvl="0" marL="285750" rtl="0" algn="l">
              <a:spcBef>
                <a:spcPts val="0"/>
              </a:spcBef>
              <a:spcAft>
                <a:spcPts val="0"/>
              </a:spcAft>
              <a:buSzPts val="2800"/>
              <a:buChar char="•"/>
            </a:pPr>
            <a:r>
              <a:rPr lang="en-US"/>
              <a:t>Example: Parcel shipping</a:t>
            </a:r>
            <a:endParaRPr/>
          </a:p>
          <a:p>
            <a:pPr indent="-285750" lvl="0" marL="285750" rtl="0" algn="l">
              <a:spcBef>
                <a:spcPts val="740"/>
              </a:spcBef>
              <a:spcAft>
                <a:spcPts val="0"/>
              </a:spcAft>
              <a:buSzPts val="1012"/>
              <a:buFont typeface="Arial"/>
              <a:buNone/>
            </a:pPr>
            <a:r>
              <a:t/>
            </a:r>
            <a:endParaRPr sz="698"/>
          </a:p>
          <a:p>
            <a:pPr indent="-272367" lvl="1" marL="742950" rtl="0" algn="just">
              <a:spcBef>
                <a:spcPts val="999"/>
              </a:spcBef>
              <a:spcAft>
                <a:spcPts val="0"/>
              </a:spcAft>
              <a:buSzPts val="1700"/>
              <a:buChar char="•"/>
            </a:pPr>
            <a:r>
              <a:rPr lang="en-US" sz="1995"/>
              <a:t>The process of shipping a parcel is non-trivial; there are many parties involved (customer, driver,. . . ) and many steps.</a:t>
            </a:r>
            <a:endParaRPr/>
          </a:p>
          <a:p>
            <a:pPr indent="-272367" lvl="1" marL="742950" rtl="0" algn="just">
              <a:spcBef>
                <a:spcPts val="720"/>
              </a:spcBef>
              <a:spcAft>
                <a:spcPts val="0"/>
              </a:spcAft>
              <a:buSzPts val="869"/>
              <a:buNone/>
            </a:pPr>
            <a:r>
              <a:t/>
            </a:r>
            <a:endParaRPr sz="599"/>
          </a:p>
          <a:p>
            <a:pPr indent="-272367" lvl="1" marL="742950" rtl="0" algn="just">
              <a:spcBef>
                <a:spcPts val="999"/>
              </a:spcBef>
              <a:spcAft>
                <a:spcPts val="0"/>
              </a:spcAft>
              <a:buSzPts val="1700"/>
              <a:buChar char="•"/>
            </a:pPr>
            <a:r>
              <a:rPr lang="en-US" sz="1995"/>
              <a:t>The process can be captured by a Use Case diagram, but activity diagrams are great example of “a picture being worth a thousand words”.</a:t>
            </a:r>
            <a:endParaRPr/>
          </a:p>
          <a:p>
            <a:pPr indent="-272367" lvl="1" marL="742950" rtl="0" algn="just">
              <a:spcBef>
                <a:spcPts val="720"/>
              </a:spcBef>
              <a:spcAft>
                <a:spcPts val="0"/>
              </a:spcAft>
              <a:buSzPts val="869"/>
              <a:buNone/>
            </a:pPr>
            <a:r>
              <a:t/>
            </a:r>
            <a:endParaRPr sz="599"/>
          </a:p>
          <a:p>
            <a:pPr indent="-272367" lvl="1" marL="742950" rtl="0" algn="just">
              <a:spcBef>
                <a:spcPts val="999"/>
              </a:spcBef>
              <a:spcAft>
                <a:spcPts val="0"/>
              </a:spcAft>
              <a:buSzPts val="1700"/>
              <a:buChar char="•"/>
            </a:pPr>
            <a:r>
              <a:rPr lang="en-US" sz="1995"/>
              <a:t>Object nodes are useful for illustrating what is moving around.</a:t>
            </a:r>
            <a:endParaRPr/>
          </a:p>
          <a:p>
            <a:pPr indent="-272367" lvl="1" marL="742950" rtl="0" algn="just">
              <a:spcBef>
                <a:spcPts val="1000"/>
              </a:spcBef>
              <a:spcAft>
                <a:spcPts val="0"/>
              </a:spcAft>
              <a:buSzPts val="2900"/>
              <a:buNone/>
            </a:pPr>
            <a:r>
              <a:t/>
            </a:r>
            <a:endParaRPr/>
          </a:p>
        </p:txBody>
      </p:sp>
      <p:sp>
        <p:nvSpPr>
          <p:cNvPr id="522" name="Google Shape;522;p41"/>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Business Process Modelling</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pic>
        <p:nvPicPr>
          <p:cNvPr id="527" name="Google Shape;527;p42"/>
          <p:cNvPicPr preferRelativeResize="0"/>
          <p:nvPr>
            <p:ph idx="1" type="body"/>
          </p:nvPr>
        </p:nvPicPr>
        <p:blipFill rotWithShape="1">
          <a:blip r:embed="rId3">
            <a:alphaModFix/>
          </a:blip>
          <a:srcRect b="0" l="0" r="0" t="0"/>
          <a:stretch/>
        </p:blipFill>
        <p:spPr>
          <a:xfrm>
            <a:off x="3554535" y="1719647"/>
            <a:ext cx="5108268" cy="4406792"/>
          </a:xfrm>
          <a:prstGeom prst="rect">
            <a:avLst/>
          </a:prstGeom>
          <a:noFill/>
          <a:ln>
            <a:noFill/>
          </a:ln>
        </p:spPr>
      </p:pic>
      <p:sp>
        <p:nvSpPr>
          <p:cNvPr id="528" name="Google Shape;528;p42"/>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Activity Diagram Parcel shipping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pic>
        <p:nvPicPr>
          <p:cNvPr id="533" name="Google Shape;533;p43"/>
          <p:cNvPicPr preferRelativeResize="0"/>
          <p:nvPr>
            <p:ph idx="1" type="body"/>
          </p:nvPr>
        </p:nvPicPr>
        <p:blipFill rotWithShape="1">
          <a:blip r:embed="rId3">
            <a:alphaModFix/>
          </a:blip>
          <a:srcRect b="0" l="0" r="0" t="0"/>
          <a:stretch/>
        </p:blipFill>
        <p:spPr>
          <a:xfrm>
            <a:off x="2715291" y="1816705"/>
            <a:ext cx="6375700" cy="4675513"/>
          </a:xfrm>
          <a:prstGeom prst="rect">
            <a:avLst/>
          </a:prstGeom>
          <a:noFill/>
          <a:ln>
            <a:noFill/>
          </a:ln>
        </p:spPr>
      </p:pic>
      <p:sp>
        <p:nvSpPr>
          <p:cNvPr id="534" name="Google Shape;534;p43"/>
          <p:cNvSpPr txBox="1"/>
          <p:nvPr>
            <p:ph type="title"/>
          </p:nvPr>
        </p:nvSpPr>
        <p:spPr>
          <a:xfrm>
            <a:off x="1781051" y="365782"/>
            <a:ext cx="8697989" cy="1325362"/>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3591"/>
              <a:buFont typeface="Calibri"/>
              <a:buNone/>
            </a:pPr>
            <a:r>
              <a:rPr lang="en-US" sz="3591">
                <a:solidFill>
                  <a:srgbClr val="FFFFFF"/>
                </a:solidFill>
                <a:latin typeface="Calibri"/>
                <a:ea typeface="Calibri"/>
                <a:cs typeface="Calibri"/>
                <a:sym typeface="Calibri"/>
              </a:rPr>
              <a:t>Activity Diagram of order management system</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44"/>
          <p:cNvSpPr txBox="1"/>
          <p:nvPr>
            <p:ph idx="1" type="body"/>
          </p:nvPr>
        </p:nvSpPr>
        <p:spPr>
          <a:xfrm>
            <a:off x="2366933" y="2229524"/>
            <a:ext cx="7662401" cy="4386206"/>
          </a:xfrm>
          <a:prstGeom prst="rect">
            <a:avLst/>
          </a:prstGeom>
          <a:noFill/>
          <a:ln>
            <a:noFill/>
          </a:ln>
        </p:spPr>
        <p:txBody>
          <a:bodyPr anchorCtr="0" anchor="t" bIns="45700" lIns="91425" spcFirstLastPara="1" rIns="91425" wrap="square" tIns="45700">
            <a:normAutofit/>
          </a:bodyPr>
          <a:lstStyle/>
          <a:p>
            <a:pPr indent="-273634" lvl="0" marL="273634" rtl="0" algn="just">
              <a:spcBef>
                <a:spcPts val="0"/>
              </a:spcBef>
              <a:spcAft>
                <a:spcPts val="0"/>
              </a:spcAft>
              <a:buSzPts val="1800"/>
              <a:buChar char="•"/>
            </a:pPr>
            <a:r>
              <a:rPr lang="en-US" sz="2394"/>
              <a:t>The technique proves most valuable for very complex processes, usually involving many parties.</a:t>
            </a:r>
            <a:endParaRPr/>
          </a:p>
          <a:p>
            <a:pPr indent="-273634" lvl="0" marL="273634" rtl="0" algn="just">
              <a:spcBef>
                <a:spcPts val="479"/>
              </a:spcBef>
              <a:spcAft>
                <a:spcPts val="0"/>
              </a:spcAft>
              <a:buSzPts val="1800"/>
              <a:buChar char="•"/>
            </a:pPr>
            <a:r>
              <a:rPr lang="en-US" sz="2394"/>
              <a:t>On a first overview “level 0” diagram, keep all the actions at a very high level of abstraction, so that the diagram is short. Then expand details in sub-diagrams at the “level 1” level,. . . etc.</a:t>
            </a:r>
            <a:endParaRPr/>
          </a:p>
          <a:p>
            <a:pPr indent="-273634" lvl="0" marL="273634" rtl="0" algn="just">
              <a:spcBef>
                <a:spcPts val="479"/>
              </a:spcBef>
              <a:spcAft>
                <a:spcPts val="0"/>
              </a:spcAft>
              <a:buSzPts val="1800"/>
              <a:buChar char="•"/>
            </a:pPr>
            <a:r>
              <a:rPr lang="en-US" sz="2394"/>
              <a:t>Try to make the level of abstraction of action nodes roughly equal within a diagram (Very different levels of abstraction might be a node labelled “Deliver Order” and a node labelled “Calculate Tax”).</a:t>
            </a:r>
            <a:endParaRPr/>
          </a:p>
          <a:p>
            <a:pPr indent="0" lvl="0" marL="273634" rtl="0" algn="l">
              <a:spcBef>
                <a:spcPts val="718"/>
              </a:spcBef>
              <a:spcAft>
                <a:spcPts val="0"/>
              </a:spcAft>
              <a:buSzPts val="5207"/>
              <a:buNone/>
            </a:pPr>
            <a:r>
              <a:t/>
            </a:r>
            <a:endParaRPr sz="3591"/>
          </a:p>
        </p:txBody>
      </p:sp>
      <p:sp>
        <p:nvSpPr>
          <p:cNvPr id="540" name="Google Shape;540;p44"/>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Guideline for Activity Modelling</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pic>
        <p:nvPicPr>
          <p:cNvPr id="545" name="Google Shape;545;p45"/>
          <p:cNvPicPr preferRelativeResize="0"/>
          <p:nvPr>
            <p:ph idx="1" type="body"/>
          </p:nvPr>
        </p:nvPicPr>
        <p:blipFill rotWithShape="1">
          <a:blip r:embed="rId3">
            <a:alphaModFix/>
          </a:blip>
          <a:srcRect b="0" l="0" r="0" t="0"/>
          <a:stretch/>
        </p:blipFill>
        <p:spPr>
          <a:xfrm>
            <a:off x="3003640" y="1600201"/>
            <a:ext cx="6184720" cy="5074315"/>
          </a:xfrm>
          <a:prstGeom prst="rect">
            <a:avLst/>
          </a:prstGeom>
          <a:noFill/>
          <a:ln>
            <a:noFill/>
          </a:ln>
        </p:spPr>
      </p:pic>
      <p:sp>
        <p:nvSpPr>
          <p:cNvPr id="546" name="Google Shape;546;p45"/>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libri"/>
              <a:buNone/>
            </a:pPr>
            <a:r>
              <a:rPr lang="en-US">
                <a:solidFill>
                  <a:srgbClr val="FFFFFF"/>
                </a:solidFill>
                <a:latin typeface="Calibri"/>
                <a:ea typeface="Calibri"/>
                <a:cs typeface="Calibri"/>
                <a:sym typeface="Calibri"/>
              </a:rPr>
              <a:t>More Examples: Recycling Activity Diagrams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46"/>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Swimlanes</a:t>
            </a:r>
            <a:endParaRPr/>
          </a:p>
        </p:txBody>
      </p:sp>
      <p:sp>
        <p:nvSpPr>
          <p:cNvPr id="552" name="Google Shape;552;p46"/>
          <p:cNvSpPr txBox="1"/>
          <p:nvPr/>
        </p:nvSpPr>
        <p:spPr>
          <a:xfrm>
            <a:off x="2366933" y="2229523"/>
            <a:ext cx="7662401" cy="3255610"/>
          </a:xfrm>
          <a:prstGeom prst="rect">
            <a:avLst/>
          </a:prstGeom>
          <a:noFill/>
          <a:ln>
            <a:noFill/>
          </a:ln>
        </p:spPr>
        <p:txBody>
          <a:bodyPr anchorCtr="0" anchor="t" bIns="34200" lIns="68400" spcFirstLastPara="1" rIns="68400" wrap="square" tIns="34200">
            <a:normAutofit/>
          </a:bodyPr>
          <a:lstStyle/>
          <a:p>
            <a:pPr indent="-228029" lvl="0" marL="228029" marR="0" rtl="0" algn="just">
              <a:lnSpc>
                <a:spcPct val="90000"/>
              </a:lnSpc>
              <a:spcBef>
                <a:spcPts val="0"/>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Swimlanes (or activity partitions) indicate where activities take place. </a:t>
            </a:r>
            <a:endParaRPr/>
          </a:p>
          <a:p>
            <a:pPr indent="-228029" lvl="0" marL="228029" marR="0" rtl="0" algn="just">
              <a:lnSpc>
                <a:spcPct val="90000"/>
              </a:lnSpc>
              <a:spcBef>
                <a:spcPts val="998"/>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Swimlanes can also be used to identify areas at the technology level where activities are carried out </a:t>
            </a:r>
            <a:endParaRPr/>
          </a:p>
          <a:p>
            <a:pPr indent="-228029" lvl="0" marL="228029" marR="0" rtl="0" algn="just">
              <a:lnSpc>
                <a:spcPct val="90000"/>
              </a:lnSpc>
              <a:spcBef>
                <a:spcPts val="998"/>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Swimlanes allow the partition an activity diagram so that parts of it appear in the swimlane relevant to that element in the partition</a:t>
            </a:r>
            <a:endParaRPr/>
          </a:p>
          <a:p>
            <a:pPr indent="-50673" lvl="0" marL="228029" marR="0" rtl="0" algn="l">
              <a:lnSpc>
                <a:spcPct val="90000"/>
              </a:lnSpc>
              <a:spcBef>
                <a:spcPts val="998"/>
              </a:spcBef>
              <a:spcAft>
                <a:spcPts val="0"/>
              </a:spcAft>
              <a:buClr>
                <a:srgbClr val="000000"/>
              </a:buClr>
              <a:buSzPts val="2793"/>
              <a:buFont typeface="Arial"/>
              <a:buNone/>
            </a:pPr>
            <a:r>
              <a:t/>
            </a:r>
            <a:endParaRPr sz="2793">
              <a:solidFill>
                <a:srgbClr val="000000"/>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7"/>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Swimlanes</a:t>
            </a:r>
            <a:endParaRPr/>
          </a:p>
        </p:txBody>
      </p:sp>
      <p:sp>
        <p:nvSpPr>
          <p:cNvPr id="558" name="Google Shape;558;p47"/>
          <p:cNvSpPr txBox="1"/>
          <p:nvPr/>
        </p:nvSpPr>
        <p:spPr>
          <a:xfrm>
            <a:off x="2366933" y="2229523"/>
            <a:ext cx="7662401" cy="3255610"/>
          </a:xfrm>
          <a:prstGeom prst="rect">
            <a:avLst/>
          </a:prstGeom>
          <a:noFill/>
          <a:ln>
            <a:noFill/>
          </a:ln>
        </p:spPr>
        <p:txBody>
          <a:bodyPr anchorCtr="0" anchor="t" bIns="34200" lIns="68400" spcFirstLastPara="1" rIns="68400" wrap="square" tIns="34200">
            <a:normAutofit/>
          </a:bodyPr>
          <a:lstStyle/>
          <a:p>
            <a:pPr indent="-228029" lvl="0" marL="228029" marR="0" rtl="0" algn="just">
              <a:lnSpc>
                <a:spcPct val="90000"/>
              </a:lnSpc>
              <a:spcBef>
                <a:spcPts val="0"/>
              </a:spcBef>
              <a:spcAft>
                <a:spcPts val="0"/>
              </a:spcAft>
              <a:buClr>
                <a:srgbClr val="000000"/>
              </a:buClr>
              <a:buSzPts val="2100"/>
              <a:buFont typeface="Calibri"/>
              <a:buChar char="•"/>
            </a:pPr>
            <a:r>
              <a:rPr b="0" i="0" lang="en-US" sz="2793" u="none" cap="none" strike="noStrike">
                <a:solidFill>
                  <a:srgbClr val="000000"/>
                </a:solidFill>
                <a:latin typeface="Calibri"/>
                <a:ea typeface="Calibri"/>
                <a:cs typeface="Calibri"/>
                <a:sym typeface="Calibri"/>
              </a:rPr>
              <a:t>Partitions may be constructed on the basis of:</a:t>
            </a:r>
            <a:endParaRPr/>
          </a:p>
          <a:p>
            <a:pPr indent="0" lvl="0" marL="0" marR="0" rtl="0" algn="just">
              <a:lnSpc>
                <a:spcPct val="90000"/>
              </a:lnSpc>
              <a:spcBef>
                <a:spcPts val="998"/>
              </a:spcBef>
              <a:spcAft>
                <a:spcPts val="0"/>
              </a:spcAft>
              <a:buNone/>
            </a:pPr>
            <a:r>
              <a:t/>
            </a:r>
            <a:endParaRPr sz="599">
              <a:solidFill>
                <a:srgbClr val="000000"/>
              </a:solidFill>
              <a:latin typeface="Calibri"/>
              <a:ea typeface="Calibri"/>
              <a:cs typeface="Calibri"/>
              <a:sym typeface="Calibri"/>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the class and actor doing the activity</a:t>
            </a:r>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Partitioning by class and actor can help to identify new associations that have not been documented in the class model</a:t>
            </a:r>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the use case the activity belongs to</a:t>
            </a:r>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Partitioning by use cases can help document how use cases interact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b815c2ce27_0_9"/>
          <p:cNvSpPr txBox="1"/>
          <p:nvPr>
            <p:ph type="title"/>
          </p:nvPr>
        </p:nvSpPr>
        <p:spPr>
          <a:xfrm>
            <a:off x="1309512" y="457202"/>
            <a:ext cx="8748900" cy="1143000"/>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Example Activity</a:t>
            </a:r>
            <a:endParaRPr/>
          </a:p>
        </p:txBody>
      </p:sp>
      <p:sp>
        <p:nvSpPr>
          <p:cNvPr id="564" name="Google Shape;564;gb815c2ce27_0_9"/>
          <p:cNvSpPr txBox="1"/>
          <p:nvPr/>
        </p:nvSpPr>
        <p:spPr>
          <a:xfrm>
            <a:off x="2366933" y="2229523"/>
            <a:ext cx="7662300" cy="3255600"/>
          </a:xfrm>
          <a:prstGeom prst="rect">
            <a:avLst/>
          </a:prstGeom>
          <a:noFill/>
          <a:ln>
            <a:noFill/>
          </a:ln>
        </p:spPr>
        <p:txBody>
          <a:bodyPr anchorCtr="0" anchor="t" bIns="34200" lIns="68400" spcFirstLastPara="1" rIns="68400" wrap="square" tIns="34200">
            <a:noAutofit/>
          </a:bodyPr>
          <a:lstStyle/>
          <a:p>
            <a:pPr indent="-95250" lvl="0" marL="228600" marR="0" rtl="0" algn="just">
              <a:lnSpc>
                <a:spcPct val="90000"/>
              </a:lnSpc>
              <a:spcBef>
                <a:spcPts val="0"/>
              </a:spcBef>
              <a:spcAft>
                <a:spcPts val="0"/>
              </a:spcAft>
              <a:buClr>
                <a:schemeClr val="dk1"/>
              </a:buClr>
              <a:buSzPts val="2100"/>
              <a:buFont typeface="Calibri"/>
              <a:buNone/>
            </a:pPr>
            <a:r>
              <a:t/>
            </a:r>
            <a:endParaRPr sz="2095">
              <a:solidFill>
                <a:srgbClr val="000000"/>
              </a:solidFill>
              <a:latin typeface="Calibri"/>
              <a:ea typeface="Calibri"/>
              <a:cs typeface="Calibri"/>
              <a:sym typeface="Calibri"/>
            </a:endParaRPr>
          </a:p>
        </p:txBody>
      </p:sp>
      <p:pic>
        <p:nvPicPr>
          <p:cNvPr id="565" name="Google Shape;565;gb815c2ce27_0_9"/>
          <p:cNvPicPr preferRelativeResize="0"/>
          <p:nvPr/>
        </p:nvPicPr>
        <p:blipFill rotWithShape="1">
          <a:blip r:embed="rId3">
            <a:alphaModFix/>
          </a:blip>
          <a:srcRect b="0" l="0" r="0" t="0"/>
          <a:stretch/>
        </p:blipFill>
        <p:spPr>
          <a:xfrm>
            <a:off x="5883815" y="1851075"/>
            <a:ext cx="4617392" cy="5006926"/>
          </a:xfrm>
          <a:prstGeom prst="rect">
            <a:avLst/>
          </a:prstGeom>
          <a:noFill/>
          <a:ln>
            <a:noFill/>
          </a:ln>
        </p:spPr>
      </p:pic>
      <p:sp>
        <p:nvSpPr>
          <p:cNvPr id="566" name="Google Shape;566;gb815c2ce27_0_9"/>
          <p:cNvSpPr/>
          <p:nvPr/>
        </p:nvSpPr>
        <p:spPr>
          <a:xfrm>
            <a:off x="1665457" y="1691144"/>
            <a:ext cx="4090200" cy="50043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lang="en-US" sz="1995">
                <a:solidFill>
                  <a:srgbClr val="000000"/>
                </a:solidFill>
                <a:latin typeface="Calibri"/>
                <a:ea typeface="Calibri"/>
                <a:cs typeface="Calibri"/>
                <a:sym typeface="Calibri"/>
              </a:rPr>
              <a:t>Process Order - Problem Description</a:t>
            </a:r>
            <a:endParaRPr sz="1995">
              <a:solidFill>
                <a:srgbClr val="000000"/>
              </a:solidFill>
              <a:latin typeface="Calibri"/>
              <a:ea typeface="Calibri"/>
              <a:cs typeface="Calibri"/>
              <a:sym typeface="Calibri"/>
            </a:endParaRPr>
          </a:p>
          <a:p>
            <a:pPr indent="0" lvl="0" marL="0" marR="0" rtl="0" algn="just">
              <a:spcBef>
                <a:spcPts val="0"/>
              </a:spcBef>
              <a:spcAft>
                <a:spcPts val="0"/>
              </a:spcAft>
              <a:buNone/>
            </a:pPr>
            <a:r>
              <a:rPr lang="en-US" sz="1995">
                <a:solidFill>
                  <a:srgbClr val="000000"/>
                </a:solidFill>
                <a:latin typeface="Calibri"/>
                <a:ea typeface="Calibri"/>
                <a:cs typeface="Calibri"/>
                <a:sym typeface="Calibri"/>
              </a:rPr>
              <a:t>Once the order is received, the activities split into two parallel sets of activities. One side fills and sends the order while the other handles the billing.</a:t>
            </a:r>
            <a:endParaRPr/>
          </a:p>
          <a:p>
            <a:pPr indent="0" lvl="0" marL="0" marR="0" rtl="0" algn="just">
              <a:spcBef>
                <a:spcPts val="0"/>
              </a:spcBef>
              <a:spcAft>
                <a:spcPts val="0"/>
              </a:spcAft>
              <a:buNone/>
            </a:pPr>
            <a:r>
              <a:t/>
            </a:r>
            <a:endParaRPr sz="1995">
              <a:solidFill>
                <a:srgbClr val="000000"/>
              </a:solidFill>
              <a:latin typeface="Calibri"/>
              <a:ea typeface="Calibri"/>
              <a:cs typeface="Calibri"/>
              <a:sym typeface="Calibri"/>
            </a:endParaRPr>
          </a:p>
          <a:p>
            <a:pPr indent="0" lvl="0" marL="0" marR="0" rtl="0" algn="just">
              <a:spcBef>
                <a:spcPts val="0"/>
              </a:spcBef>
              <a:spcAft>
                <a:spcPts val="0"/>
              </a:spcAft>
              <a:buNone/>
            </a:pPr>
            <a:r>
              <a:rPr lang="en-US" sz="1995">
                <a:solidFill>
                  <a:srgbClr val="000000"/>
                </a:solidFill>
                <a:latin typeface="Calibri"/>
                <a:ea typeface="Calibri"/>
                <a:cs typeface="Calibri"/>
                <a:sym typeface="Calibri"/>
              </a:rPr>
              <a:t>On the Fill Order side, the method of delivery is decided conditionally. Depending on the condition either the Overnight Delivery activity or the Regular Delivery activity is performed.</a:t>
            </a:r>
            <a:endParaRPr/>
          </a:p>
          <a:p>
            <a:pPr indent="0" lvl="0" marL="0" marR="0" rtl="0" algn="just">
              <a:spcBef>
                <a:spcPts val="0"/>
              </a:spcBef>
              <a:spcAft>
                <a:spcPts val="0"/>
              </a:spcAft>
              <a:buNone/>
            </a:pPr>
            <a:r>
              <a:t/>
            </a:r>
            <a:endParaRPr sz="1995">
              <a:solidFill>
                <a:srgbClr val="000000"/>
              </a:solidFill>
              <a:latin typeface="Calibri"/>
              <a:ea typeface="Calibri"/>
              <a:cs typeface="Calibri"/>
              <a:sym typeface="Calibri"/>
            </a:endParaRPr>
          </a:p>
          <a:p>
            <a:pPr indent="0" lvl="0" marL="0" marR="0" rtl="0" algn="just">
              <a:spcBef>
                <a:spcPts val="0"/>
              </a:spcBef>
              <a:spcAft>
                <a:spcPts val="0"/>
              </a:spcAft>
              <a:buNone/>
            </a:pPr>
            <a:r>
              <a:rPr lang="en-US" sz="1995">
                <a:solidFill>
                  <a:srgbClr val="000000"/>
                </a:solidFill>
                <a:latin typeface="Calibri"/>
                <a:ea typeface="Calibri"/>
                <a:cs typeface="Calibri"/>
                <a:sym typeface="Calibri"/>
              </a:rPr>
              <a:t>Finally the parallel activities combine to close the order.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5"/>
                                        </p:tgtEl>
                                        <p:attrNameLst>
                                          <p:attrName>style.visibility</p:attrName>
                                        </p:attrNameLst>
                                      </p:cBhvr>
                                      <p:to>
                                        <p:strVal val="visible"/>
                                      </p:to>
                                    </p:set>
                                    <p:anim calcmode="lin" valueType="num">
                                      <p:cBhvr additive="base">
                                        <p:cTn dur="500"/>
                                        <p:tgtEl>
                                          <p:spTgt spid="56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49"/>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Example Swimlanes</a:t>
            </a:r>
            <a:endParaRPr/>
          </a:p>
        </p:txBody>
      </p:sp>
      <p:sp>
        <p:nvSpPr>
          <p:cNvPr id="572" name="Google Shape;572;p49"/>
          <p:cNvSpPr txBox="1"/>
          <p:nvPr/>
        </p:nvSpPr>
        <p:spPr>
          <a:xfrm>
            <a:off x="2366933" y="2229523"/>
            <a:ext cx="7662401" cy="3255610"/>
          </a:xfrm>
          <a:prstGeom prst="rect">
            <a:avLst/>
          </a:prstGeom>
          <a:noFill/>
          <a:ln>
            <a:noFill/>
          </a:ln>
        </p:spPr>
        <p:txBody>
          <a:bodyPr anchorCtr="0" anchor="t" bIns="34200" lIns="68400" spcFirstLastPara="1" rIns="68400" wrap="square" tIns="34200">
            <a:noAutofit/>
          </a:bodyPr>
          <a:lstStyle/>
          <a:p>
            <a:pPr indent="-95250" lvl="0" marL="228600" marR="0" rtl="0" algn="just">
              <a:lnSpc>
                <a:spcPct val="90000"/>
              </a:lnSpc>
              <a:spcBef>
                <a:spcPts val="0"/>
              </a:spcBef>
              <a:spcAft>
                <a:spcPts val="0"/>
              </a:spcAft>
              <a:buClr>
                <a:schemeClr val="dk1"/>
              </a:buClr>
              <a:buSzPts val="2100"/>
              <a:buFont typeface="Calibri"/>
              <a:buNone/>
            </a:pPr>
            <a:r>
              <a:t/>
            </a:r>
            <a:endParaRPr sz="2095">
              <a:solidFill>
                <a:srgbClr val="000000"/>
              </a:solidFill>
              <a:latin typeface="Calibri"/>
              <a:ea typeface="Calibri"/>
              <a:cs typeface="Calibri"/>
              <a:sym typeface="Calibri"/>
            </a:endParaRPr>
          </a:p>
        </p:txBody>
      </p:sp>
      <p:pic>
        <p:nvPicPr>
          <p:cNvPr id="573" name="Google Shape;573;p49"/>
          <p:cNvPicPr preferRelativeResize="0"/>
          <p:nvPr/>
        </p:nvPicPr>
        <p:blipFill rotWithShape="1">
          <a:blip r:embed="rId3">
            <a:alphaModFix/>
          </a:blip>
          <a:srcRect b="0" l="0" r="0" t="0"/>
          <a:stretch/>
        </p:blipFill>
        <p:spPr>
          <a:xfrm>
            <a:off x="1670208" y="1835240"/>
            <a:ext cx="8851586" cy="462847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pic>
        <p:nvPicPr>
          <p:cNvPr id="578" name="Google Shape;578;p50"/>
          <p:cNvPicPr preferRelativeResize="0"/>
          <p:nvPr>
            <p:ph idx="1" type="body"/>
          </p:nvPr>
        </p:nvPicPr>
        <p:blipFill rotWithShape="1">
          <a:blip r:embed="rId3">
            <a:alphaModFix/>
          </a:blip>
          <a:srcRect b="0" l="0" r="0" t="0"/>
          <a:stretch/>
        </p:blipFill>
        <p:spPr>
          <a:xfrm>
            <a:off x="3359767" y="278691"/>
            <a:ext cx="5214361" cy="6579310"/>
          </a:xfrm>
          <a:prstGeom prst="rect">
            <a:avLst/>
          </a:prstGeom>
          <a:noFill/>
          <a:ln>
            <a:noFill/>
          </a:ln>
        </p:spPr>
      </p:pic>
      <p:sp>
        <p:nvSpPr>
          <p:cNvPr id="579" name="Google Shape;579;p50"/>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t/>
            </a:r>
            <a:endParaRPr>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pic>
        <p:nvPicPr>
          <p:cNvPr id="584" name="Google Shape;584;p51"/>
          <p:cNvPicPr preferRelativeResize="0"/>
          <p:nvPr>
            <p:ph idx="1" type="body"/>
          </p:nvPr>
        </p:nvPicPr>
        <p:blipFill rotWithShape="1">
          <a:blip r:embed="rId3">
            <a:alphaModFix/>
          </a:blip>
          <a:srcRect b="0" l="0" r="0" t="0"/>
          <a:stretch/>
        </p:blipFill>
        <p:spPr>
          <a:xfrm>
            <a:off x="2951233" y="-4750"/>
            <a:ext cx="6235697" cy="6862751"/>
          </a:xfrm>
          <a:prstGeom prst="rect">
            <a:avLst/>
          </a:prstGeom>
          <a:noFill/>
          <a:ln>
            <a:noFill/>
          </a:ln>
        </p:spPr>
      </p:pic>
      <p:sp>
        <p:nvSpPr>
          <p:cNvPr id="585" name="Google Shape;585;p51"/>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t/>
            </a:r>
            <a:endParaRPr>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pic>
        <p:nvPicPr>
          <p:cNvPr id="590" name="Google Shape;590;p52"/>
          <p:cNvPicPr preferRelativeResize="0"/>
          <p:nvPr>
            <p:ph idx="1" type="body"/>
          </p:nvPr>
        </p:nvPicPr>
        <p:blipFill rotWithShape="1">
          <a:blip r:embed="rId3">
            <a:alphaModFix/>
          </a:blip>
          <a:srcRect b="0" l="0" r="0" t="0"/>
          <a:stretch/>
        </p:blipFill>
        <p:spPr>
          <a:xfrm>
            <a:off x="3467443" y="-3166"/>
            <a:ext cx="5257114" cy="6861167"/>
          </a:xfrm>
          <a:prstGeom prst="rect">
            <a:avLst/>
          </a:prstGeom>
          <a:noFill/>
          <a:ln>
            <a:noFill/>
          </a:ln>
        </p:spPr>
      </p:pic>
      <p:sp>
        <p:nvSpPr>
          <p:cNvPr id="591" name="Google Shape;591;p52"/>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t/>
            </a:r>
            <a:endParaRPr>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5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73634" lvl="0" marL="273634" rtl="0" algn="l">
              <a:spcBef>
                <a:spcPts val="0"/>
              </a:spcBef>
              <a:spcAft>
                <a:spcPts val="0"/>
              </a:spcAft>
              <a:buSzPts val="3480"/>
              <a:buFont typeface="Arial"/>
              <a:buChar char="•"/>
            </a:pPr>
            <a:r>
              <a:rPr lang="en-US">
                <a:latin typeface="Calibri"/>
                <a:ea typeface="Calibri"/>
                <a:cs typeface="Calibri"/>
                <a:sym typeface="Calibri"/>
              </a:rPr>
              <a:t>ATM system of BRAC bank</a:t>
            </a:r>
            <a:endParaRPr/>
          </a:p>
          <a:p>
            <a:pPr indent="-184150" lvl="1" marL="547268" rtl="0" algn="l">
              <a:spcBef>
                <a:spcPts val="1000"/>
              </a:spcBef>
              <a:spcAft>
                <a:spcPts val="0"/>
              </a:spcAft>
              <a:buSzPts val="2900"/>
              <a:buFont typeface="Arial"/>
              <a:buChar char="•"/>
            </a:pPr>
            <a:r>
              <a:rPr lang="en-US">
                <a:latin typeface="Calibri"/>
                <a:ea typeface="Calibri"/>
                <a:cs typeface="Calibri"/>
                <a:sym typeface="Calibri"/>
              </a:rPr>
              <a:t>Customer</a:t>
            </a:r>
            <a:endParaRPr/>
          </a:p>
          <a:p>
            <a:pPr indent="-184150" lvl="1" marL="547268" rtl="0" algn="l">
              <a:spcBef>
                <a:spcPts val="1000"/>
              </a:spcBef>
              <a:spcAft>
                <a:spcPts val="0"/>
              </a:spcAft>
              <a:buSzPts val="2900"/>
              <a:buFont typeface="Arial"/>
              <a:buChar char="•"/>
            </a:pPr>
            <a:r>
              <a:rPr lang="en-US">
                <a:latin typeface="Calibri"/>
                <a:ea typeface="Calibri"/>
                <a:cs typeface="Calibri"/>
                <a:sym typeface="Calibri"/>
              </a:rPr>
              <a:t>ATM</a:t>
            </a:r>
            <a:endParaRPr/>
          </a:p>
          <a:p>
            <a:pPr indent="-184150" lvl="1" marL="547268" rtl="0" algn="l">
              <a:spcBef>
                <a:spcPts val="1000"/>
              </a:spcBef>
              <a:spcAft>
                <a:spcPts val="0"/>
              </a:spcAft>
              <a:buSzPts val="2900"/>
              <a:buFont typeface="Arial"/>
              <a:buChar char="•"/>
            </a:pPr>
            <a:r>
              <a:rPr lang="en-US">
                <a:latin typeface="Calibri"/>
                <a:ea typeface="Calibri"/>
                <a:cs typeface="Calibri"/>
                <a:sym typeface="Calibri"/>
              </a:rPr>
              <a:t>Bank server</a:t>
            </a:r>
            <a:endParaRPr/>
          </a:p>
          <a:p>
            <a:pPr indent="-52654" lvl="0" marL="273634" rtl="0" algn="l">
              <a:spcBef>
                <a:spcPts val="1080"/>
              </a:spcBef>
              <a:spcAft>
                <a:spcPts val="0"/>
              </a:spcAft>
              <a:buSzPts val="3480"/>
              <a:buFont typeface="Arial"/>
              <a:buNone/>
            </a:pPr>
            <a:r>
              <a:t/>
            </a:r>
            <a:endParaRPr>
              <a:latin typeface="Calibri"/>
              <a:ea typeface="Calibri"/>
              <a:cs typeface="Calibri"/>
              <a:sym typeface="Calibri"/>
            </a:endParaRPr>
          </a:p>
        </p:txBody>
      </p:sp>
      <p:sp>
        <p:nvSpPr>
          <p:cNvPr id="597" name="Google Shape;597;p53"/>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a:latin typeface="Calibri"/>
                <a:ea typeface="Calibri"/>
                <a:cs typeface="Calibri"/>
                <a:sym typeface="Calibri"/>
              </a:rPr>
              <a:t>Class work</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pic>
        <p:nvPicPr>
          <p:cNvPr id="602" name="Google Shape;602;p54"/>
          <p:cNvPicPr preferRelativeResize="0"/>
          <p:nvPr>
            <p:ph idx="1" type="body"/>
          </p:nvPr>
        </p:nvPicPr>
        <p:blipFill rotWithShape="1">
          <a:blip r:embed="rId3">
            <a:alphaModFix/>
          </a:blip>
          <a:srcRect b="12011" l="0" r="0" t="0"/>
          <a:stretch/>
        </p:blipFill>
        <p:spPr>
          <a:xfrm>
            <a:off x="2720046" y="-7918"/>
            <a:ext cx="6506471" cy="6799413"/>
          </a:xfrm>
          <a:prstGeom prst="rect">
            <a:avLst/>
          </a:prstGeom>
          <a:noFill/>
          <a:ln>
            <a:noFill/>
          </a:ln>
        </p:spPr>
      </p:pic>
      <p:sp>
        <p:nvSpPr>
          <p:cNvPr id="603" name="Google Shape;603;p54"/>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orbel"/>
              <a:buNone/>
            </a:pPr>
            <a:r>
              <a:t/>
            </a:r>
            <a:endParaRPr>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1_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2020-07-05T13:11:47Z</dcterms:created>
  <dc:creator>Windows User</dc:creator>
</cp:coreProperties>
</file>