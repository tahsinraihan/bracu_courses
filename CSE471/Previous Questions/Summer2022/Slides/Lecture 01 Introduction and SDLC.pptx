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45.xml"/>
  <Override ContentType="application/vnd.openxmlformats-officedocument.presentationml.notesSlide+xml" PartName="/ppt/notesSlides/notesSlide3.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3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43.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44.xml"/>
  <Override ContentType="application/vnd.openxmlformats-officedocument.presentationml.notesSlide+xml" PartName="/ppt/notesSlides/notesSlide27.xml"/>
  <Override ContentType="application/vnd.openxmlformats-officedocument.presentationml.notesSlide+xml" PartName="/ppt/notesSlides/notesSlide40.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slide+xml" PartName="/ppt/slides/slide40.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showSpecialPlsOnTitleSld="0">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 id="300" r:id="rId50"/>
    <p:sldId id="301" r:id="rId51"/>
  </p:sldIdLst>
  <p:sldSz cy="6858000" cx="9144000"/>
  <p:notesSz cx="7315200" cy="9601200"/>
  <p:embeddedFontLst>
    <p:embeddedFont>
      <p:font typeface="Corbel"/>
      <p:regular r:id="rId52"/>
      <p:bold r:id="rId53"/>
      <p:italic r:id="rId54"/>
      <p:boldItalic r:id="rId55"/>
    </p:embeddedFont>
    <p:embeddedFont>
      <p:font typeface="Tahoma"/>
      <p:regular r:id="rId56"/>
      <p:bold r:id="rId57"/>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A4A3A4"/>
          </p15:clr>
        </p15:guide>
        <p15:guide id="2" pos="2880">
          <p15:clr>
            <a:srgbClr val="A4A3A4"/>
          </p15:clr>
        </p15:guide>
      </p15:sldGuideLst>
    </p:ext>
    <p:ext uri="http://customooxmlschemas.google.com/">
      <go:slidesCustomData xmlns:go="http://customooxmlschemas.google.com/" r:id="rId58" roundtripDataSignature="AMtx7miUd7piru1x3D/nBIxiyeX7URZEF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42" Type="http://schemas.openxmlformats.org/officeDocument/2006/relationships/slide" Target="slides/slide37.xml"/><Relationship Id="rId41" Type="http://schemas.openxmlformats.org/officeDocument/2006/relationships/slide" Target="slides/slide36.xml"/><Relationship Id="rId44" Type="http://schemas.openxmlformats.org/officeDocument/2006/relationships/slide" Target="slides/slide39.xml"/><Relationship Id="rId43" Type="http://schemas.openxmlformats.org/officeDocument/2006/relationships/slide" Target="slides/slide38.xml"/><Relationship Id="rId46" Type="http://schemas.openxmlformats.org/officeDocument/2006/relationships/slide" Target="slides/slide41.xml"/><Relationship Id="rId45" Type="http://schemas.openxmlformats.org/officeDocument/2006/relationships/slide" Target="slides/slide40.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48" Type="http://schemas.openxmlformats.org/officeDocument/2006/relationships/slide" Target="slides/slide43.xml"/><Relationship Id="rId47" Type="http://schemas.openxmlformats.org/officeDocument/2006/relationships/slide" Target="slides/slide42.xml"/><Relationship Id="rId49" Type="http://schemas.openxmlformats.org/officeDocument/2006/relationships/slide" Target="slides/slide44.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33" Type="http://schemas.openxmlformats.org/officeDocument/2006/relationships/slide" Target="slides/slide28.xml"/><Relationship Id="rId32" Type="http://schemas.openxmlformats.org/officeDocument/2006/relationships/slide" Target="slides/slide27.xml"/><Relationship Id="rId35" Type="http://schemas.openxmlformats.org/officeDocument/2006/relationships/slide" Target="slides/slide30.xml"/><Relationship Id="rId34" Type="http://schemas.openxmlformats.org/officeDocument/2006/relationships/slide" Target="slides/slide29.xml"/><Relationship Id="rId37" Type="http://schemas.openxmlformats.org/officeDocument/2006/relationships/slide" Target="slides/slide32.xml"/><Relationship Id="rId36" Type="http://schemas.openxmlformats.org/officeDocument/2006/relationships/slide" Target="slides/slide31.xml"/><Relationship Id="rId39" Type="http://schemas.openxmlformats.org/officeDocument/2006/relationships/slide" Target="slides/slide34.xml"/><Relationship Id="rId38" Type="http://schemas.openxmlformats.org/officeDocument/2006/relationships/slide" Target="slides/slide33.xml"/><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51" Type="http://schemas.openxmlformats.org/officeDocument/2006/relationships/slide" Target="slides/slide46.xml"/><Relationship Id="rId50" Type="http://schemas.openxmlformats.org/officeDocument/2006/relationships/slide" Target="slides/slide45.xml"/><Relationship Id="rId53" Type="http://schemas.openxmlformats.org/officeDocument/2006/relationships/font" Target="fonts/Corbel-bold.fntdata"/><Relationship Id="rId52" Type="http://schemas.openxmlformats.org/officeDocument/2006/relationships/font" Target="fonts/Corbel-regular.fntdata"/><Relationship Id="rId11" Type="http://schemas.openxmlformats.org/officeDocument/2006/relationships/slide" Target="slides/slide6.xml"/><Relationship Id="rId55" Type="http://schemas.openxmlformats.org/officeDocument/2006/relationships/font" Target="fonts/Corbel-boldItalic.fntdata"/><Relationship Id="rId10" Type="http://schemas.openxmlformats.org/officeDocument/2006/relationships/slide" Target="slides/slide5.xml"/><Relationship Id="rId54" Type="http://schemas.openxmlformats.org/officeDocument/2006/relationships/font" Target="fonts/Corbel-italic.fntdata"/><Relationship Id="rId13" Type="http://schemas.openxmlformats.org/officeDocument/2006/relationships/slide" Target="slides/slide8.xml"/><Relationship Id="rId57" Type="http://schemas.openxmlformats.org/officeDocument/2006/relationships/font" Target="fonts/Tahoma-bold.fntdata"/><Relationship Id="rId12" Type="http://schemas.openxmlformats.org/officeDocument/2006/relationships/slide" Target="slides/slide7.xml"/><Relationship Id="rId56" Type="http://schemas.openxmlformats.org/officeDocument/2006/relationships/font" Target="fonts/Tahoma-regular.fntdata"/><Relationship Id="rId15" Type="http://schemas.openxmlformats.org/officeDocument/2006/relationships/slide" Target="slides/slide10.xml"/><Relationship Id="rId14" Type="http://schemas.openxmlformats.org/officeDocument/2006/relationships/slide" Target="slides/slide9.xml"/><Relationship Id="rId58" Type="http://customschemas.google.com/relationships/presentationmetadata" Target="metadata"/><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3169920" cy="480060"/>
          </a:xfrm>
          <a:prstGeom prst="rect">
            <a:avLst/>
          </a:prstGeom>
          <a:noFill/>
          <a:ln>
            <a:noFill/>
          </a:ln>
        </p:spPr>
        <p:txBody>
          <a:bodyPr anchorCtr="0" anchor="t" bIns="48325" lIns="96650" spcFirstLastPara="1" rIns="96650" wrap="square" tIns="48325">
            <a:noAutofit/>
          </a:bodyPr>
          <a:lstStyle>
            <a:lvl1pPr lvl="0" marR="0" rtl="0" algn="l">
              <a:spcBef>
                <a:spcPts val="0"/>
              </a:spcBef>
              <a:spcAft>
                <a:spcPts val="0"/>
              </a:spcAft>
              <a:buSzPts val="1400"/>
              <a:buNone/>
              <a:defRPr b="0" i="0" sz="13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4143587" y="0"/>
            <a:ext cx="3169920" cy="480060"/>
          </a:xfrm>
          <a:prstGeom prst="rect">
            <a:avLst/>
          </a:prstGeom>
          <a:noFill/>
          <a:ln>
            <a:noFill/>
          </a:ln>
        </p:spPr>
        <p:txBody>
          <a:bodyPr anchorCtr="0" anchor="t" bIns="48325" lIns="96650" spcFirstLastPara="1" rIns="96650" wrap="square" tIns="48325">
            <a:noAutofit/>
          </a:bodyPr>
          <a:lstStyle>
            <a:lvl1pPr lvl="0" marR="0" rtl="0" algn="r">
              <a:spcBef>
                <a:spcPts val="0"/>
              </a:spcBef>
              <a:spcAft>
                <a:spcPts val="0"/>
              </a:spcAft>
              <a:buSzPts val="1400"/>
              <a:buNone/>
              <a:defRPr b="0" i="0" sz="13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1257300" y="720725"/>
            <a:ext cx="4800600" cy="36004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731520" y="4560570"/>
            <a:ext cx="5852160" cy="4320540"/>
          </a:xfrm>
          <a:prstGeom prst="rect">
            <a:avLst/>
          </a:prstGeom>
          <a:noFill/>
          <a:ln>
            <a:noFill/>
          </a:ln>
        </p:spPr>
        <p:txBody>
          <a:bodyPr anchorCtr="0" anchor="t" bIns="48325" lIns="96650" spcFirstLastPara="1" rIns="96650" wrap="square" tIns="48325">
            <a:norm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9119474"/>
            <a:ext cx="3169920" cy="480060"/>
          </a:xfrm>
          <a:prstGeom prst="rect">
            <a:avLst/>
          </a:prstGeom>
          <a:noFill/>
          <a:ln>
            <a:noFill/>
          </a:ln>
        </p:spPr>
        <p:txBody>
          <a:bodyPr anchorCtr="0" anchor="b" bIns="48325" lIns="96650" spcFirstLastPara="1" rIns="96650" wrap="square" tIns="48325">
            <a:noAutofit/>
          </a:bodyPr>
          <a:lstStyle>
            <a:lvl1pPr lvl="0" marR="0" rtl="0" algn="l">
              <a:spcBef>
                <a:spcPts val="0"/>
              </a:spcBef>
              <a:spcAft>
                <a:spcPts val="0"/>
              </a:spcAft>
              <a:buSzPts val="1400"/>
              <a:buNone/>
              <a:defRPr b="0" i="0" sz="13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4143587" y="9119474"/>
            <a:ext cx="3169920" cy="480060"/>
          </a:xfrm>
          <a:prstGeom prst="rect">
            <a:avLst/>
          </a:prstGeom>
          <a:noFill/>
          <a:ln>
            <a:noFill/>
          </a:ln>
        </p:spPr>
        <p:txBody>
          <a:bodyPr anchorCtr="0" anchor="b" bIns="48325" lIns="96650" spcFirstLastPara="1" rIns="96650" wrap="square" tIns="48325">
            <a:noAutofit/>
          </a:bodyPr>
          <a:lstStyle/>
          <a:p>
            <a:pPr indent="0" lvl="0" marL="0" marR="0" rtl="0" algn="r">
              <a:spcBef>
                <a:spcPts val="0"/>
              </a:spcBef>
              <a:spcAft>
                <a:spcPts val="0"/>
              </a:spcAft>
              <a:buNone/>
            </a:pPr>
            <a:fld id="{00000000-1234-1234-1234-123412341234}" type="slidenum">
              <a:rPr b="0" i="0" lang="en-US" sz="1300" u="none" cap="none" strike="noStrike">
                <a:solidFill>
                  <a:schemeClr val="dk1"/>
                </a:solidFill>
                <a:latin typeface="Calibri"/>
                <a:ea typeface="Calibri"/>
                <a:cs typeface="Calibri"/>
                <a:sym typeface="Calibri"/>
              </a:rPr>
              <a:t>‹#›</a:t>
            </a:fld>
            <a:endParaRPr b="0" i="0" sz="13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www.archisys.co/devops-consultancy-solutions-and-services" TargetMode="Externa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8" name="Shape 148"/>
        <p:cNvGrpSpPr/>
        <p:nvPr/>
      </p:nvGrpSpPr>
      <p:grpSpPr>
        <a:xfrm>
          <a:off x="0" y="0"/>
          <a:ext cx="0" cy="0"/>
          <a:chOff x="0" y="0"/>
          <a:chExt cx="0" cy="0"/>
        </a:xfrm>
      </p:grpSpPr>
      <p:sp>
        <p:nvSpPr>
          <p:cNvPr id="149" name="Google Shape;149;p1:notes"/>
          <p:cNvSpPr/>
          <p:nvPr>
            <p:ph idx="2" type="sldImg"/>
          </p:nvPr>
        </p:nvSpPr>
        <p:spPr>
          <a:xfrm>
            <a:off x="1257300" y="720725"/>
            <a:ext cx="4800600" cy="36004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0" name="Google Shape;150;p1:notes"/>
          <p:cNvSpPr txBox="1"/>
          <p:nvPr>
            <p:ph idx="1" type="body"/>
          </p:nvPr>
        </p:nvSpPr>
        <p:spPr>
          <a:xfrm>
            <a:off x="731520" y="4560570"/>
            <a:ext cx="5852160" cy="4320540"/>
          </a:xfrm>
          <a:prstGeom prst="rect">
            <a:avLst/>
          </a:prstGeom>
          <a:noFill/>
          <a:ln>
            <a:noFill/>
          </a:ln>
        </p:spPr>
        <p:txBody>
          <a:bodyPr anchorCtr="0" anchor="t" bIns="48325" lIns="96650" spcFirstLastPara="1" rIns="96650" wrap="square" tIns="48325">
            <a:normAutofit/>
          </a:bodyPr>
          <a:lstStyle/>
          <a:p>
            <a:pPr indent="0" lvl="0" marL="0" rtl="0" algn="l">
              <a:spcBef>
                <a:spcPts val="0"/>
              </a:spcBef>
              <a:spcAft>
                <a:spcPts val="0"/>
              </a:spcAft>
              <a:buNone/>
            </a:pPr>
            <a:r>
              <a:t/>
            </a:r>
            <a:endParaRPr/>
          </a:p>
        </p:txBody>
      </p:sp>
      <p:sp>
        <p:nvSpPr>
          <p:cNvPr id="151" name="Google Shape;151;p1:notes"/>
          <p:cNvSpPr txBox="1"/>
          <p:nvPr>
            <p:ph idx="12" type="sldNum"/>
          </p:nvPr>
        </p:nvSpPr>
        <p:spPr>
          <a:xfrm>
            <a:off x="4143587" y="9119474"/>
            <a:ext cx="3169920" cy="480060"/>
          </a:xfrm>
          <a:prstGeom prst="rect">
            <a:avLst/>
          </a:prstGeom>
          <a:noFill/>
          <a:ln>
            <a:noFill/>
          </a:ln>
        </p:spPr>
        <p:txBody>
          <a:bodyPr anchorCtr="0" anchor="b" bIns="48325" lIns="96650" spcFirstLastPara="1" rIns="96650" wrap="square" tIns="48325">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 name="Shape 155"/>
        <p:cNvGrpSpPr/>
        <p:nvPr/>
      </p:nvGrpSpPr>
      <p:grpSpPr>
        <a:xfrm>
          <a:off x="0" y="0"/>
          <a:ext cx="0" cy="0"/>
          <a:chOff x="0" y="0"/>
          <a:chExt cx="0" cy="0"/>
        </a:xfrm>
      </p:grpSpPr>
      <p:sp>
        <p:nvSpPr>
          <p:cNvPr id="156" name="Google Shape;156;p2:notes"/>
          <p:cNvSpPr txBox="1"/>
          <p:nvPr>
            <p:ph idx="1" type="body"/>
          </p:nvPr>
        </p:nvSpPr>
        <p:spPr>
          <a:xfrm>
            <a:off x="731520" y="4560570"/>
            <a:ext cx="5852160" cy="4320540"/>
          </a:xfrm>
          <a:prstGeom prst="rect">
            <a:avLst/>
          </a:prstGeom>
        </p:spPr>
        <p:txBody>
          <a:bodyPr anchorCtr="0" anchor="t" bIns="48325" lIns="96650" spcFirstLastPara="1" rIns="96650" wrap="square" tIns="48325">
            <a:normAutofit/>
          </a:bodyPr>
          <a:lstStyle/>
          <a:p>
            <a:pPr indent="0" lvl="0" marL="0" rtl="0" algn="l">
              <a:spcBef>
                <a:spcPts val="0"/>
              </a:spcBef>
              <a:spcAft>
                <a:spcPts val="0"/>
              </a:spcAft>
              <a:buNone/>
            </a:pPr>
            <a:r>
              <a:t/>
            </a:r>
            <a:endParaRPr/>
          </a:p>
        </p:txBody>
      </p:sp>
      <p:sp>
        <p:nvSpPr>
          <p:cNvPr id="157" name="Google Shape;157;p2:notes"/>
          <p:cNvSpPr/>
          <p:nvPr>
            <p:ph idx="2" type="sldImg"/>
          </p:nvPr>
        </p:nvSpPr>
        <p:spPr>
          <a:xfrm>
            <a:off x="1257300" y="720725"/>
            <a:ext cx="4800600" cy="36004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4" name="Shape 164"/>
        <p:cNvGrpSpPr/>
        <p:nvPr/>
      </p:nvGrpSpPr>
      <p:grpSpPr>
        <a:xfrm>
          <a:off x="0" y="0"/>
          <a:ext cx="0" cy="0"/>
          <a:chOff x="0" y="0"/>
          <a:chExt cx="0" cy="0"/>
        </a:xfrm>
      </p:grpSpPr>
      <p:sp>
        <p:nvSpPr>
          <p:cNvPr id="165" name="Google Shape;165;p3:notes"/>
          <p:cNvSpPr txBox="1"/>
          <p:nvPr>
            <p:ph idx="1" type="body"/>
          </p:nvPr>
        </p:nvSpPr>
        <p:spPr>
          <a:xfrm>
            <a:off x="731520" y="4560570"/>
            <a:ext cx="5852160" cy="4320540"/>
          </a:xfrm>
          <a:prstGeom prst="rect">
            <a:avLst/>
          </a:prstGeom>
        </p:spPr>
        <p:txBody>
          <a:bodyPr anchorCtr="0" anchor="t" bIns="48325" lIns="96650" spcFirstLastPara="1" rIns="96650" wrap="square" tIns="48325">
            <a:normAutofit/>
          </a:bodyPr>
          <a:lstStyle/>
          <a:p>
            <a:pPr indent="0" lvl="0" marL="0" rtl="0" algn="l">
              <a:spcBef>
                <a:spcPts val="0"/>
              </a:spcBef>
              <a:spcAft>
                <a:spcPts val="0"/>
              </a:spcAft>
              <a:buNone/>
            </a:pPr>
            <a:r>
              <a:t/>
            </a:r>
            <a:endParaRPr/>
          </a:p>
        </p:txBody>
      </p:sp>
      <p:sp>
        <p:nvSpPr>
          <p:cNvPr id="166" name="Google Shape;166;p3:notes"/>
          <p:cNvSpPr/>
          <p:nvPr>
            <p:ph idx="2" type="sldImg"/>
          </p:nvPr>
        </p:nvSpPr>
        <p:spPr>
          <a:xfrm>
            <a:off x="1257300" y="720725"/>
            <a:ext cx="4800600" cy="36004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3" name="Shape 173"/>
        <p:cNvGrpSpPr/>
        <p:nvPr/>
      </p:nvGrpSpPr>
      <p:grpSpPr>
        <a:xfrm>
          <a:off x="0" y="0"/>
          <a:ext cx="0" cy="0"/>
          <a:chOff x="0" y="0"/>
          <a:chExt cx="0" cy="0"/>
        </a:xfrm>
      </p:grpSpPr>
      <p:sp>
        <p:nvSpPr>
          <p:cNvPr id="174" name="Google Shape;174;p4:notes"/>
          <p:cNvSpPr txBox="1"/>
          <p:nvPr>
            <p:ph idx="12" type="sldNum"/>
          </p:nvPr>
        </p:nvSpPr>
        <p:spPr>
          <a:xfrm>
            <a:off x="4143587" y="9119474"/>
            <a:ext cx="3169920" cy="480060"/>
          </a:xfrm>
          <a:prstGeom prst="rect">
            <a:avLst/>
          </a:prstGeom>
          <a:noFill/>
          <a:ln>
            <a:noFill/>
          </a:ln>
        </p:spPr>
        <p:txBody>
          <a:bodyPr anchorCtr="0" anchor="b" bIns="48325" lIns="96650" spcFirstLastPara="1" rIns="96650" wrap="square" tIns="48325">
            <a:noAutofit/>
          </a:bodyPr>
          <a:lstStyle/>
          <a:p>
            <a:pPr indent="0" lvl="0" marL="0" rtl="0" algn="r">
              <a:spcBef>
                <a:spcPts val="0"/>
              </a:spcBef>
              <a:spcAft>
                <a:spcPts val="0"/>
              </a:spcAft>
              <a:buNone/>
            </a:pPr>
            <a:fld id="{00000000-1234-1234-1234-123412341234}" type="slidenum">
              <a:rPr b="0" i="0" lang="en-US" sz="1300" u="none" cap="none" strike="noStrike">
                <a:solidFill>
                  <a:schemeClr val="dk1"/>
                </a:solidFill>
                <a:latin typeface="Tahoma"/>
                <a:ea typeface="Tahoma"/>
                <a:cs typeface="Tahoma"/>
                <a:sym typeface="Tahoma"/>
              </a:rPr>
              <a:t>‹#›</a:t>
            </a:fld>
            <a:endParaRPr b="0" i="0" sz="1300" u="none" cap="none" strike="noStrike">
              <a:solidFill>
                <a:schemeClr val="dk1"/>
              </a:solidFill>
              <a:latin typeface="Tahoma"/>
              <a:ea typeface="Tahoma"/>
              <a:cs typeface="Tahoma"/>
              <a:sym typeface="Tahoma"/>
            </a:endParaRPr>
          </a:p>
        </p:txBody>
      </p:sp>
      <p:sp>
        <p:nvSpPr>
          <p:cNvPr id="175" name="Google Shape;175;p4:notes"/>
          <p:cNvSpPr txBox="1"/>
          <p:nvPr>
            <p:ph idx="1" type="body"/>
          </p:nvPr>
        </p:nvSpPr>
        <p:spPr>
          <a:xfrm>
            <a:off x="731520" y="4560570"/>
            <a:ext cx="5852160" cy="4320540"/>
          </a:xfrm>
          <a:prstGeom prst="rect">
            <a:avLst/>
          </a:prstGeom>
        </p:spPr>
        <p:txBody>
          <a:bodyPr anchorCtr="0" anchor="t" bIns="48325" lIns="96650" spcFirstLastPara="1" rIns="96650" wrap="square" tIns="48325">
            <a:normAutofit/>
          </a:bodyPr>
          <a:lstStyle/>
          <a:p>
            <a:pPr indent="0" lvl="0" marL="0" rtl="0" algn="l">
              <a:spcBef>
                <a:spcPts val="0"/>
              </a:spcBef>
              <a:spcAft>
                <a:spcPts val="0"/>
              </a:spcAft>
              <a:buNone/>
            </a:pPr>
            <a:r>
              <a:t/>
            </a:r>
            <a:endParaRPr/>
          </a:p>
        </p:txBody>
      </p:sp>
      <p:sp>
        <p:nvSpPr>
          <p:cNvPr id="176" name="Google Shape;176;p4:notes"/>
          <p:cNvSpPr/>
          <p:nvPr>
            <p:ph idx="2" type="sldImg"/>
          </p:nvPr>
        </p:nvSpPr>
        <p:spPr>
          <a:xfrm>
            <a:off x="1257300" y="720725"/>
            <a:ext cx="4800600" cy="36004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0" name="Shape 180"/>
        <p:cNvGrpSpPr/>
        <p:nvPr/>
      </p:nvGrpSpPr>
      <p:grpSpPr>
        <a:xfrm>
          <a:off x="0" y="0"/>
          <a:ext cx="0" cy="0"/>
          <a:chOff x="0" y="0"/>
          <a:chExt cx="0" cy="0"/>
        </a:xfrm>
      </p:grpSpPr>
      <p:sp>
        <p:nvSpPr>
          <p:cNvPr id="181" name="Google Shape;181;p5:notes"/>
          <p:cNvSpPr txBox="1"/>
          <p:nvPr>
            <p:ph idx="1" type="body"/>
          </p:nvPr>
        </p:nvSpPr>
        <p:spPr>
          <a:xfrm>
            <a:off x="731520" y="4560570"/>
            <a:ext cx="5852160" cy="4320540"/>
          </a:xfrm>
          <a:prstGeom prst="rect">
            <a:avLst/>
          </a:prstGeom>
        </p:spPr>
        <p:txBody>
          <a:bodyPr anchorCtr="0" anchor="t" bIns="48325" lIns="96650" spcFirstLastPara="1" rIns="96650" wrap="square" tIns="48325">
            <a:normAutofit/>
          </a:bodyPr>
          <a:lstStyle/>
          <a:p>
            <a:pPr indent="0" lvl="0" marL="0" rtl="0" algn="l">
              <a:spcBef>
                <a:spcPts val="0"/>
              </a:spcBef>
              <a:spcAft>
                <a:spcPts val="0"/>
              </a:spcAft>
              <a:buNone/>
            </a:pPr>
            <a:r>
              <a:t/>
            </a:r>
            <a:endParaRPr/>
          </a:p>
        </p:txBody>
      </p:sp>
      <p:sp>
        <p:nvSpPr>
          <p:cNvPr id="182" name="Google Shape;182;p5:notes"/>
          <p:cNvSpPr/>
          <p:nvPr>
            <p:ph idx="2" type="sldImg"/>
          </p:nvPr>
        </p:nvSpPr>
        <p:spPr>
          <a:xfrm>
            <a:off x="1257300" y="720725"/>
            <a:ext cx="4800600" cy="36004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8" name="Shape 188"/>
        <p:cNvGrpSpPr/>
        <p:nvPr/>
      </p:nvGrpSpPr>
      <p:grpSpPr>
        <a:xfrm>
          <a:off x="0" y="0"/>
          <a:ext cx="0" cy="0"/>
          <a:chOff x="0" y="0"/>
          <a:chExt cx="0" cy="0"/>
        </a:xfrm>
      </p:grpSpPr>
      <p:sp>
        <p:nvSpPr>
          <p:cNvPr id="189" name="Google Shape;189;p6:notes"/>
          <p:cNvSpPr txBox="1"/>
          <p:nvPr>
            <p:ph idx="1" type="body"/>
          </p:nvPr>
        </p:nvSpPr>
        <p:spPr>
          <a:xfrm>
            <a:off x="731520" y="4560570"/>
            <a:ext cx="5852160" cy="4320540"/>
          </a:xfrm>
          <a:prstGeom prst="rect">
            <a:avLst/>
          </a:prstGeom>
        </p:spPr>
        <p:txBody>
          <a:bodyPr anchorCtr="0" anchor="t" bIns="48325" lIns="96650" spcFirstLastPara="1" rIns="96650" wrap="square" tIns="48325">
            <a:normAutofit/>
          </a:bodyPr>
          <a:lstStyle/>
          <a:p>
            <a:pPr indent="0" lvl="0" marL="0" rtl="0" algn="l">
              <a:spcBef>
                <a:spcPts val="0"/>
              </a:spcBef>
              <a:spcAft>
                <a:spcPts val="0"/>
              </a:spcAft>
              <a:buNone/>
            </a:pPr>
            <a:r>
              <a:t/>
            </a:r>
            <a:endParaRPr/>
          </a:p>
        </p:txBody>
      </p:sp>
      <p:sp>
        <p:nvSpPr>
          <p:cNvPr id="190" name="Google Shape;190;p6:notes"/>
          <p:cNvSpPr/>
          <p:nvPr>
            <p:ph idx="2" type="sldImg"/>
          </p:nvPr>
        </p:nvSpPr>
        <p:spPr>
          <a:xfrm>
            <a:off x="1257300" y="720725"/>
            <a:ext cx="4800600" cy="36004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7" name="Shape 197"/>
        <p:cNvGrpSpPr/>
        <p:nvPr/>
      </p:nvGrpSpPr>
      <p:grpSpPr>
        <a:xfrm>
          <a:off x="0" y="0"/>
          <a:ext cx="0" cy="0"/>
          <a:chOff x="0" y="0"/>
          <a:chExt cx="0" cy="0"/>
        </a:xfrm>
      </p:grpSpPr>
      <p:sp>
        <p:nvSpPr>
          <p:cNvPr id="198" name="Google Shape;198;p7:notes"/>
          <p:cNvSpPr/>
          <p:nvPr>
            <p:ph idx="2" type="sldImg"/>
          </p:nvPr>
        </p:nvSpPr>
        <p:spPr>
          <a:xfrm>
            <a:off x="1257300" y="720725"/>
            <a:ext cx="4800600" cy="36004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99" name="Google Shape;199;p7:notes"/>
          <p:cNvSpPr txBox="1"/>
          <p:nvPr>
            <p:ph idx="1" type="body"/>
          </p:nvPr>
        </p:nvSpPr>
        <p:spPr>
          <a:xfrm>
            <a:off x="731520" y="4560570"/>
            <a:ext cx="5852160" cy="4320540"/>
          </a:xfrm>
          <a:prstGeom prst="rect">
            <a:avLst/>
          </a:prstGeom>
          <a:noFill/>
          <a:ln>
            <a:noFill/>
          </a:ln>
        </p:spPr>
        <p:txBody>
          <a:bodyPr anchorCtr="0" anchor="t" bIns="48325" lIns="96650" spcFirstLastPara="1" rIns="96650" wrap="square" tIns="48325">
            <a:normAutofit/>
          </a:bodyPr>
          <a:lstStyle/>
          <a:p>
            <a:pPr indent="0" lvl="0" marL="0" rtl="0" algn="l">
              <a:spcBef>
                <a:spcPts val="0"/>
              </a:spcBef>
              <a:spcAft>
                <a:spcPts val="0"/>
              </a:spcAft>
              <a:buNone/>
            </a:pPr>
            <a:r>
              <a:rPr lang="en-US"/>
              <a:t>Facebook processes 2.5 billion pieces of content and 500+ terabytes of data each day. It’s pulling in 2.7 billion Like actions and 300 million photos per day, and it scans roughly 105 terabytes of data each half hour.</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Youtube: 100 million videos watched per day, 65,000 videos added each day, 60% of all videos watched online, At least 45 terabytes of videos</a:t>
            </a:r>
            <a:endParaRPr/>
          </a:p>
          <a:p>
            <a:pPr indent="0" lvl="0" marL="0" rtl="0" algn="l">
              <a:spcBef>
                <a:spcPts val="0"/>
              </a:spcBef>
              <a:spcAft>
                <a:spcPts val="0"/>
              </a:spcAft>
              <a:buNone/>
            </a:pPr>
            <a:r>
              <a:t/>
            </a:r>
            <a:endParaRPr/>
          </a:p>
        </p:txBody>
      </p:sp>
      <p:sp>
        <p:nvSpPr>
          <p:cNvPr id="200" name="Google Shape;200;p7:notes"/>
          <p:cNvSpPr txBox="1"/>
          <p:nvPr>
            <p:ph idx="12" type="sldNum"/>
          </p:nvPr>
        </p:nvSpPr>
        <p:spPr>
          <a:xfrm>
            <a:off x="4143587" y="9119474"/>
            <a:ext cx="3169920" cy="480060"/>
          </a:xfrm>
          <a:prstGeom prst="rect">
            <a:avLst/>
          </a:prstGeom>
          <a:noFill/>
          <a:ln>
            <a:noFill/>
          </a:ln>
        </p:spPr>
        <p:txBody>
          <a:bodyPr anchorCtr="0" anchor="b" bIns="48325" lIns="96650" spcFirstLastPara="1" rIns="96650" wrap="square" tIns="48325">
            <a:noAutofit/>
          </a:bodyPr>
          <a:lstStyle/>
          <a:p>
            <a:pPr indent="0" lvl="0" marL="0" rtl="0" algn="r">
              <a:spcBef>
                <a:spcPts val="0"/>
              </a:spcBef>
              <a:spcAft>
                <a:spcPts val="0"/>
              </a:spcAft>
              <a:buNone/>
            </a:pPr>
            <a:fld id="{00000000-1234-1234-1234-123412341234}" type="slidenum">
              <a:rPr b="0" i="0" lang="en-US" sz="1300" u="none" cap="none" strike="noStrike">
                <a:solidFill>
                  <a:schemeClr val="dk1"/>
                </a:solidFill>
                <a:latin typeface="Calibri"/>
                <a:ea typeface="Calibri"/>
                <a:cs typeface="Calibri"/>
                <a:sym typeface="Calibri"/>
              </a:rPr>
              <a:t>‹#›</a:t>
            </a:fld>
            <a:endParaRPr b="0" i="0" sz="1300" u="none" cap="none" strike="noStrike">
              <a:solidFill>
                <a:schemeClr val="dk1"/>
              </a:solidFill>
              <a:latin typeface="Calibri"/>
              <a:ea typeface="Calibri"/>
              <a:cs typeface="Calibri"/>
              <a:sym typeface="Calibri"/>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7" name="Shape 207"/>
        <p:cNvGrpSpPr/>
        <p:nvPr/>
      </p:nvGrpSpPr>
      <p:grpSpPr>
        <a:xfrm>
          <a:off x="0" y="0"/>
          <a:ext cx="0" cy="0"/>
          <a:chOff x="0" y="0"/>
          <a:chExt cx="0" cy="0"/>
        </a:xfrm>
      </p:grpSpPr>
      <p:sp>
        <p:nvSpPr>
          <p:cNvPr id="208" name="Google Shape;208;p8:notes"/>
          <p:cNvSpPr/>
          <p:nvPr>
            <p:ph idx="2" type="sldImg"/>
          </p:nvPr>
        </p:nvSpPr>
        <p:spPr>
          <a:xfrm>
            <a:off x="1257300" y="720725"/>
            <a:ext cx="4800600" cy="36004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09" name="Google Shape;209;p8:notes"/>
          <p:cNvSpPr txBox="1"/>
          <p:nvPr>
            <p:ph idx="1" type="body"/>
          </p:nvPr>
        </p:nvSpPr>
        <p:spPr>
          <a:xfrm>
            <a:off x="731520" y="4560570"/>
            <a:ext cx="5852160" cy="4320540"/>
          </a:xfrm>
          <a:prstGeom prst="rect">
            <a:avLst/>
          </a:prstGeom>
          <a:noFill/>
          <a:ln>
            <a:noFill/>
          </a:ln>
        </p:spPr>
        <p:txBody>
          <a:bodyPr anchorCtr="0" anchor="t" bIns="48325" lIns="96650" spcFirstLastPara="1" rIns="96650" wrap="square" tIns="48325">
            <a:normAutofit/>
          </a:bodyPr>
          <a:lstStyle/>
          <a:p>
            <a:pPr indent="0" lvl="0" marL="0" rtl="0" algn="l">
              <a:spcBef>
                <a:spcPts val="0"/>
              </a:spcBef>
              <a:spcAft>
                <a:spcPts val="0"/>
              </a:spcAft>
              <a:buNone/>
            </a:pPr>
            <a:r>
              <a:rPr lang="en-US" sz="800">
                <a:solidFill>
                  <a:schemeClr val="dk1"/>
                </a:solidFill>
                <a:latin typeface="Calibri"/>
                <a:ea typeface="Calibri"/>
                <a:cs typeface="Calibri"/>
                <a:sym typeface="Calibri"/>
              </a:rPr>
              <a:t>23,000,000 = </a:t>
            </a:r>
            <a:r>
              <a:rPr b="0" i="0" lang="en-US" sz="1200">
                <a:solidFill>
                  <a:schemeClr val="dk1"/>
                </a:solidFill>
                <a:latin typeface="Calibri"/>
                <a:ea typeface="Calibri"/>
                <a:cs typeface="Calibri"/>
                <a:sym typeface="Calibri"/>
              </a:rPr>
              <a:t>twenty three million</a:t>
            </a:r>
            <a:endParaRPr/>
          </a:p>
          <a:p>
            <a:pPr indent="0" lvl="0" marL="0" marR="0" rtl="0" algn="l">
              <a:lnSpc>
                <a:spcPct val="100000"/>
              </a:lnSpc>
              <a:spcBef>
                <a:spcPts val="0"/>
              </a:spcBef>
              <a:spcAft>
                <a:spcPts val="0"/>
              </a:spcAft>
              <a:buClr>
                <a:schemeClr val="dk1"/>
              </a:buClr>
              <a:buSzPts val="800"/>
              <a:buFont typeface="Calibri"/>
              <a:buNone/>
            </a:pPr>
            <a:r>
              <a:rPr lang="en-US" sz="800">
                <a:solidFill>
                  <a:schemeClr val="dk1"/>
                </a:solidFill>
                <a:latin typeface="Calibri"/>
                <a:ea typeface="Calibri"/>
                <a:cs typeface="Calibri"/>
                <a:sym typeface="Calibri"/>
              </a:rPr>
              <a:t>1,000,000,000 = </a:t>
            </a:r>
            <a:r>
              <a:rPr b="0" i="0" lang="en-US" sz="1200">
                <a:solidFill>
                  <a:schemeClr val="dk1"/>
                </a:solidFill>
                <a:latin typeface="Calibri"/>
                <a:ea typeface="Calibri"/>
                <a:cs typeface="Calibri"/>
                <a:sym typeface="Calibri"/>
              </a:rPr>
              <a:t>one billion</a:t>
            </a:r>
            <a:endParaRPr/>
          </a:p>
          <a:p>
            <a:pPr indent="0" lvl="0" marL="0" marR="0" rtl="0" algn="l">
              <a:lnSpc>
                <a:spcPct val="100000"/>
              </a:lnSpc>
              <a:spcBef>
                <a:spcPts val="0"/>
              </a:spcBef>
              <a:spcAft>
                <a:spcPts val="0"/>
              </a:spcAft>
              <a:buClr>
                <a:srgbClr val="262626"/>
              </a:buClr>
              <a:buSzPts val="800"/>
              <a:buFont typeface="Calibri"/>
              <a:buNone/>
            </a:pPr>
            <a:r>
              <a:rPr lang="en-US" sz="800">
                <a:solidFill>
                  <a:srgbClr val="262626"/>
                </a:solidFill>
                <a:latin typeface="Calibri"/>
                <a:ea typeface="Calibri"/>
                <a:cs typeface="Calibri"/>
                <a:sym typeface="Calibri"/>
              </a:rPr>
              <a:t>500,000,000 = </a:t>
            </a:r>
            <a:r>
              <a:rPr b="0" i="0" lang="en-US" sz="1200">
                <a:solidFill>
                  <a:schemeClr val="dk1"/>
                </a:solidFill>
                <a:latin typeface="Calibri"/>
                <a:ea typeface="Calibri"/>
                <a:cs typeface="Calibri"/>
                <a:sym typeface="Calibri"/>
              </a:rPr>
              <a:t>five hundred million</a:t>
            </a:r>
            <a:endParaRPr sz="800">
              <a:solidFill>
                <a:schemeClr val="dk1"/>
              </a:solidFill>
              <a:latin typeface="Calibri"/>
              <a:ea typeface="Calibri"/>
              <a:cs typeface="Calibri"/>
              <a:sym typeface="Calibri"/>
            </a:endParaRPr>
          </a:p>
          <a:p>
            <a:pPr indent="0" lvl="0" marL="0" rtl="0" algn="l">
              <a:spcBef>
                <a:spcPts val="0"/>
              </a:spcBef>
              <a:spcAft>
                <a:spcPts val="0"/>
              </a:spcAft>
              <a:buNone/>
            </a:pPr>
            <a:r>
              <a:t/>
            </a:r>
            <a:endParaRPr/>
          </a:p>
        </p:txBody>
      </p:sp>
      <p:sp>
        <p:nvSpPr>
          <p:cNvPr id="210" name="Google Shape;210;p8:notes"/>
          <p:cNvSpPr txBox="1"/>
          <p:nvPr>
            <p:ph idx="12" type="sldNum"/>
          </p:nvPr>
        </p:nvSpPr>
        <p:spPr>
          <a:xfrm>
            <a:off x="4143587" y="9119474"/>
            <a:ext cx="3169920" cy="480060"/>
          </a:xfrm>
          <a:prstGeom prst="rect">
            <a:avLst/>
          </a:prstGeom>
          <a:noFill/>
          <a:ln>
            <a:noFill/>
          </a:ln>
        </p:spPr>
        <p:txBody>
          <a:bodyPr anchorCtr="0" anchor="b" bIns="48325" lIns="96650" spcFirstLastPara="1" rIns="96650" wrap="square" tIns="48325">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7" name="Shape 217"/>
        <p:cNvGrpSpPr/>
        <p:nvPr/>
      </p:nvGrpSpPr>
      <p:grpSpPr>
        <a:xfrm>
          <a:off x="0" y="0"/>
          <a:ext cx="0" cy="0"/>
          <a:chOff x="0" y="0"/>
          <a:chExt cx="0" cy="0"/>
        </a:xfrm>
      </p:grpSpPr>
      <p:sp>
        <p:nvSpPr>
          <p:cNvPr id="218" name="Google Shape;218;p9:notes"/>
          <p:cNvSpPr txBox="1"/>
          <p:nvPr>
            <p:ph idx="1" type="body"/>
          </p:nvPr>
        </p:nvSpPr>
        <p:spPr>
          <a:xfrm>
            <a:off x="731520" y="4560570"/>
            <a:ext cx="5852160" cy="4320540"/>
          </a:xfrm>
          <a:prstGeom prst="rect">
            <a:avLst/>
          </a:prstGeom>
        </p:spPr>
        <p:txBody>
          <a:bodyPr anchorCtr="0" anchor="t" bIns="48325" lIns="96650" spcFirstLastPara="1" rIns="96650" wrap="square" tIns="48325">
            <a:normAutofit/>
          </a:bodyPr>
          <a:lstStyle/>
          <a:p>
            <a:pPr indent="0" lvl="0" marL="0" rtl="0" algn="l">
              <a:spcBef>
                <a:spcPts val="0"/>
              </a:spcBef>
              <a:spcAft>
                <a:spcPts val="0"/>
              </a:spcAft>
              <a:buNone/>
            </a:pPr>
            <a:r>
              <a:t/>
            </a:r>
            <a:endParaRPr/>
          </a:p>
        </p:txBody>
      </p:sp>
      <p:sp>
        <p:nvSpPr>
          <p:cNvPr id="219" name="Google Shape;219;p9:notes"/>
          <p:cNvSpPr/>
          <p:nvPr>
            <p:ph idx="2" type="sldImg"/>
          </p:nvPr>
        </p:nvSpPr>
        <p:spPr>
          <a:xfrm>
            <a:off x="1257300" y="720725"/>
            <a:ext cx="4800600" cy="36004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6" name="Shape 226"/>
        <p:cNvGrpSpPr/>
        <p:nvPr/>
      </p:nvGrpSpPr>
      <p:grpSpPr>
        <a:xfrm>
          <a:off x="0" y="0"/>
          <a:ext cx="0" cy="0"/>
          <a:chOff x="0" y="0"/>
          <a:chExt cx="0" cy="0"/>
        </a:xfrm>
      </p:grpSpPr>
      <p:sp>
        <p:nvSpPr>
          <p:cNvPr id="227" name="Google Shape;227;p10:notes"/>
          <p:cNvSpPr txBox="1"/>
          <p:nvPr>
            <p:ph idx="1" type="body"/>
          </p:nvPr>
        </p:nvSpPr>
        <p:spPr>
          <a:xfrm>
            <a:off x="731520" y="4560570"/>
            <a:ext cx="5852160" cy="4320540"/>
          </a:xfrm>
          <a:prstGeom prst="rect">
            <a:avLst/>
          </a:prstGeom>
        </p:spPr>
        <p:txBody>
          <a:bodyPr anchorCtr="0" anchor="t" bIns="48325" lIns="96650" spcFirstLastPara="1" rIns="96650" wrap="square" tIns="48325">
            <a:normAutofit/>
          </a:bodyPr>
          <a:lstStyle/>
          <a:p>
            <a:pPr indent="0" lvl="0" marL="0" rtl="0" algn="l">
              <a:spcBef>
                <a:spcPts val="0"/>
              </a:spcBef>
              <a:spcAft>
                <a:spcPts val="0"/>
              </a:spcAft>
              <a:buNone/>
            </a:pPr>
            <a:r>
              <a:t/>
            </a:r>
            <a:endParaRPr/>
          </a:p>
        </p:txBody>
      </p:sp>
      <p:sp>
        <p:nvSpPr>
          <p:cNvPr id="228" name="Google Shape;228;p10:notes"/>
          <p:cNvSpPr/>
          <p:nvPr>
            <p:ph idx="2" type="sldImg"/>
          </p:nvPr>
        </p:nvSpPr>
        <p:spPr>
          <a:xfrm>
            <a:off x="1257300" y="720725"/>
            <a:ext cx="4800600" cy="36004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5" name="Shape 235"/>
        <p:cNvGrpSpPr/>
        <p:nvPr/>
      </p:nvGrpSpPr>
      <p:grpSpPr>
        <a:xfrm>
          <a:off x="0" y="0"/>
          <a:ext cx="0" cy="0"/>
          <a:chOff x="0" y="0"/>
          <a:chExt cx="0" cy="0"/>
        </a:xfrm>
      </p:grpSpPr>
      <p:sp>
        <p:nvSpPr>
          <p:cNvPr id="236" name="Google Shape;236;p11:notes"/>
          <p:cNvSpPr/>
          <p:nvPr>
            <p:ph idx="2" type="sldImg"/>
          </p:nvPr>
        </p:nvSpPr>
        <p:spPr>
          <a:xfrm>
            <a:off x="1257300" y="720725"/>
            <a:ext cx="4800600" cy="36004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37" name="Google Shape;237;p11:notes"/>
          <p:cNvSpPr txBox="1"/>
          <p:nvPr>
            <p:ph idx="1" type="body"/>
          </p:nvPr>
        </p:nvSpPr>
        <p:spPr>
          <a:xfrm>
            <a:off x="731520" y="4560570"/>
            <a:ext cx="5852160" cy="4320540"/>
          </a:xfrm>
          <a:prstGeom prst="rect">
            <a:avLst/>
          </a:prstGeom>
          <a:noFill/>
          <a:ln>
            <a:noFill/>
          </a:ln>
        </p:spPr>
        <p:txBody>
          <a:bodyPr anchorCtr="0" anchor="t" bIns="48325" lIns="96650" spcFirstLastPara="1" rIns="96650" wrap="square" tIns="48325">
            <a:normAutofit/>
          </a:bodyPr>
          <a:lstStyle/>
          <a:p>
            <a:pPr indent="0" lvl="0" marL="0" rtl="0" algn="l">
              <a:spcBef>
                <a:spcPts val="0"/>
              </a:spcBef>
              <a:spcAft>
                <a:spcPts val="0"/>
              </a:spcAft>
              <a:buNone/>
            </a:pPr>
            <a:r>
              <a:t/>
            </a:r>
            <a:endParaRPr/>
          </a:p>
        </p:txBody>
      </p:sp>
      <p:sp>
        <p:nvSpPr>
          <p:cNvPr id="238" name="Google Shape;238;p11:notes"/>
          <p:cNvSpPr txBox="1"/>
          <p:nvPr>
            <p:ph idx="12" type="sldNum"/>
          </p:nvPr>
        </p:nvSpPr>
        <p:spPr>
          <a:xfrm>
            <a:off x="4143587" y="9119474"/>
            <a:ext cx="3169920" cy="480060"/>
          </a:xfrm>
          <a:prstGeom prst="rect">
            <a:avLst/>
          </a:prstGeom>
          <a:noFill/>
          <a:ln>
            <a:noFill/>
          </a:ln>
        </p:spPr>
        <p:txBody>
          <a:bodyPr anchorCtr="0" anchor="b" bIns="48325" lIns="96650" spcFirstLastPara="1" rIns="96650" wrap="square" tIns="48325">
            <a:noAutofit/>
          </a:bodyPr>
          <a:lstStyle/>
          <a:p>
            <a:pPr indent="0" lvl="0" marL="0" rtl="0" algn="r">
              <a:spcBef>
                <a:spcPts val="0"/>
              </a:spcBef>
              <a:spcAft>
                <a:spcPts val="0"/>
              </a:spcAft>
              <a:buNone/>
            </a:pPr>
            <a:fld id="{00000000-1234-1234-1234-123412341234}" type="slidenum">
              <a:rPr b="0" i="0" lang="en-US" sz="1300" u="none" cap="none" strike="noStrike">
                <a:solidFill>
                  <a:schemeClr val="dk1"/>
                </a:solidFill>
                <a:latin typeface="Tahoma"/>
                <a:ea typeface="Tahoma"/>
                <a:cs typeface="Tahoma"/>
                <a:sym typeface="Tahoma"/>
              </a:rPr>
              <a:t>‹#›</a:t>
            </a:fld>
            <a:endParaRPr b="0" i="0" sz="1300" u="none" cap="none" strike="noStrike">
              <a:solidFill>
                <a:schemeClr val="dk1"/>
              </a:solidFill>
              <a:latin typeface="Tahoma"/>
              <a:ea typeface="Tahoma"/>
              <a:cs typeface="Tahoma"/>
              <a:sym typeface="Tahoma"/>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4" name="Shape 244"/>
        <p:cNvGrpSpPr/>
        <p:nvPr/>
      </p:nvGrpSpPr>
      <p:grpSpPr>
        <a:xfrm>
          <a:off x="0" y="0"/>
          <a:ext cx="0" cy="0"/>
          <a:chOff x="0" y="0"/>
          <a:chExt cx="0" cy="0"/>
        </a:xfrm>
      </p:grpSpPr>
      <p:sp>
        <p:nvSpPr>
          <p:cNvPr id="245" name="Google Shape;245;p12:notes"/>
          <p:cNvSpPr txBox="1"/>
          <p:nvPr>
            <p:ph idx="1" type="body"/>
          </p:nvPr>
        </p:nvSpPr>
        <p:spPr>
          <a:xfrm>
            <a:off x="731520" y="4560570"/>
            <a:ext cx="5852160" cy="4320540"/>
          </a:xfrm>
          <a:prstGeom prst="rect">
            <a:avLst/>
          </a:prstGeom>
        </p:spPr>
        <p:txBody>
          <a:bodyPr anchorCtr="0" anchor="t" bIns="48325" lIns="96650" spcFirstLastPara="1" rIns="96650" wrap="square" tIns="48325">
            <a:normAutofit/>
          </a:bodyPr>
          <a:lstStyle/>
          <a:p>
            <a:pPr indent="0" lvl="0" marL="0" rtl="0" algn="l">
              <a:spcBef>
                <a:spcPts val="0"/>
              </a:spcBef>
              <a:spcAft>
                <a:spcPts val="0"/>
              </a:spcAft>
              <a:buNone/>
            </a:pPr>
            <a:r>
              <a:t/>
            </a:r>
            <a:endParaRPr/>
          </a:p>
        </p:txBody>
      </p:sp>
      <p:sp>
        <p:nvSpPr>
          <p:cNvPr id="246" name="Google Shape;246;p12:notes"/>
          <p:cNvSpPr/>
          <p:nvPr>
            <p:ph idx="2" type="sldImg"/>
          </p:nvPr>
        </p:nvSpPr>
        <p:spPr>
          <a:xfrm>
            <a:off x="1257300" y="720725"/>
            <a:ext cx="4800600" cy="36004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3" name="Shape 253"/>
        <p:cNvGrpSpPr/>
        <p:nvPr/>
      </p:nvGrpSpPr>
      <p:grpSpPr>
        <a:xfrm>
          <a:off x="0" y="0"/>
          <a:ext cx="0" cy="0"/>
          <a:chOff x="0" y="0"/>
          <a:chExt cx="0" cy="0"/>
        </a:xfrm>
      </p:grpSpPr>
      <p:sp>
        <p:nvSpPr>
          <p:cNvPr id="254" name="Google Shape;254;p13:notes"/>
          <p:cNvSpPr/>
          <p:nvPr>
            <p:ph idx="2" type="sldImg"/>
          </p:nvPr>
        </p:nvSpPr>
        <p:spPr>
          <a:xfrm>
            <a:off x="1257300" y="720725"/>
            <a:ext cx="4800600" cy="36004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55" name="Google Shape;255;p13:notes"/>
          <p:cNvSpPr txBox="1"/>
          <p:nvPr>
            <p:ph idx="1" type="body"/>
          </p:nvPr>
        </p:nvSpPr>
        <p:spPr>
          <a:xfrm>
            <a:off x="731520" y="4560570"/>
            <a:ext cx="5852160" cy="4320540"/>
          </a:xfrm>
          <a:prstGeom prst="rect">
            <a:avLst/>
          </a:prstGeom>
          <a:noFill/>
          <a:ln>
            <a:noFill/>
          </a:ln>
        </p:spPr>
        <p:txBody>
          <a:bodyPr anchorCtr="0" anchor="t" bIns="48325" lIns="96650" spcFirstLastPara="1" rIns="96650" wrap="square" tIns="48325">
            <a:normAutofit/>
          </a:bodyPr>
          <a:lstStyle/>
          <a:p>
            <a:pPr indent="0" lvl="0" marL="0" rtl="0" algn="l">
              <a:spcBef>
                <a:spcPts val="0"/>
              </a:spcBef>
              <a:spcAft>
                <a:spcPts val="0"/>
              </a:spcAft>
              <a:buNone/>
            </a:pPr>
            <a:r>
              <a:t/>
            </a:r>
            <a:endParaRPr/>
          </a:p>
        </p:txBody>
      </p:sp>
      <p:sp>
        <p:nvSpPr>
          <p:cNvPr id="256" name="Google Shape;256;p13:notes"/>
          <p:cNvSpPr txBox="1"/>
          <p:nvPr>
            <p:ph idx="12" type="sldNum"/>
          </p:nvPr>
        </p:nvSpPr>
        <p:spPr>
          <a:xfrm>
            <a:off x="4143587" y="9119474"/>
            <a:ext cx="3169920" cy="480060"/>
          </a:xfrm>
          <a:prstGeom prst="rect">
            <a:avLst/>
          </a:prstGeom>
          <a:noFill/>
          <a:ln>
            <a:noFill/>
          </a:ln>
        </p:spPr>
        <p:txBody>
          <a:bodyPr anchorCtr="0" anchor="b" bIns="48325" lIns="96650" spcFirstLastPara="1" rIns="96650" wrap="square" tIns="48325">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3" name="Shape 263"/>
        <p:cNvGrpSpPr/>
        <p:nvPr/>
      </p:nvGrpSpPr>
      <p:grpSpPr>
        <a:xfrm>
          <a:off x="0" y="0"/>
          <a:ext cx="0" cy="0"/>
          <a:chOff x="0" y="0"/>
          <a:chExt cx="0" cy="0"/>
        </a:xfrm>
      </p:grpSpPr>
      <p:sp>
        <p:nvSpPr>
          <p:cNvPr id="264" name="Google Shape;264;p14:notes"/>
          <p:cNvSpPr txBox="1"/>
          <p:nvPr>
            <p:ph idx="1" type="body"/>
          </p:nvPr>
        </p:nvSpPr>
        <p:spPr>
          <a:xfrm>
            <a:off x="731520" y="4560570"/>
            <a:ext cx="5852160" cy="4320540"/>
          </a:xfrm>
          <a:prstGeom prst="rect">
            <a:avLst/>
          </a:prstGeom>
        </p:spPr>
        <p:txBody>
          <a:bodyPr anchorCtr="0" anchor="t" bIns="48325" lIns="96650" spcFirstLastPara="1" rIns="96650" wrap="square" tIns="48325">
            <a:normAutofit/>
          </a:bodyPr>
          <a:lstStyle/>
          <a:p>
            <a:pPr indent="0" lvl="0" marL="0" rtl="0" algn="l">
              <a:spcBef>
                <a:spcPts val="0"/>
              </a:spcBef>
              <a:spcAft>
                <a:spcPts val="0"/>
              </a:spcAft>
              <a:buNone/>
            </a:pPr>
            <a:r>
              <a:t/>
            </a:r>
            <a:endParaRPr/>
          </a:p>
        </p:txBody>
      </p:sp>
      <p:sp>
        <p:nvSpPr>
          <p:cNvPr id="265" name="Google Shape;265;p14:notes"/>
          <p:cNvSpPr/>
          <p:nvPr>
            <p:ph idx="2" type="sldImg"/>
          </p:nvPr>
        </p:nvSpPr>
        <p:spPr>
          <a:xfrm>
            <a:off x="1257300" y="720725"/>
            <a:ext cx="4800600" cy="36004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2" name="Shape 272"/>
        <p:cNvGrpSpPr/>
        <p:nvPr/>
      </p:nvGrpSpPr>
      <p:grpSpPr>
        <a:xfrm>
          <a:off x="0" y="0"/>
          <a:ext cx="0" cy="0"/>
          <a:chOff x="0" y="0"/>
          <a:chExt cx="0" cy="0"/>
        </a:xfrm>
      </p:grpSpPr>
      <p:sp>
        <p:nvSpPr>
          <p:cNvPr id="273" name="Google Shape;273;p15:notes"/>
          <p:cNvSpPr txBox="1"/>
          <p:nvPr>
            <p:ph idx="1" type="body"/>
          </p:nvPr>
        </p:nvSpPr>
        <p:spPr>
          <a:xfrm>
            <a:off x="731520" y="4560570"/>
            <a:ext cx="5852160" cy="4320540"/>
          </a:xfrm>
          <a:prstGeom prst="rect">
            <a:avLst/>
          </a:prstGeom>
        </p:spPr>
        <p:txBody>
          <a:bodyPr anchorCtr="0" anchor="t" bIns="48325" lIns="96650" spcFirstLastPara="1" rIns="96650" wrap="square" tIns="48325">
            <a:normAutofit/>
          </a:bodyPr>
          <a:lstStyle/>
          <a:p>
            <a:pPr indent="0" lvl="0" marL="0" rtl="0" algn="l">
              <a:spcBef>
                <a:spcPts val="0"/>
              </a:spcBef>
              <a:spcAft>
                <a:spcPts val="0"/>
              </a:spcAft>
              <a:buNone/>
            </a:pPr>
            <a:r>
              <a:t/>
            </a:r>
            <a:endParaRPr/>
          </a:p>
        </p:txBody>
      </p:sp>
      <p:sp>
        <p:nvSpPr>
          <p:cNvPr id="274" name="Google Shape;274;p15:notes"/>
          <p:cNvSpPr/>
          <p:nvPr>
            <p:ph idx="2" type="sldImg"/>
          </p:nvPr>
        </p:nvSpPr>
        <p:spPr>
          <a:xfrm>
            <a:off x="1257300" y="720725"/>
            <a:ext cx="4800600" cy="36004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2" name="Shape 282"/>
        <p:cNvGrpSpPr/>
        <p:nvPr/>
      </p:nvGrpSpPr>
      <p:grpSpPr>
        <a:xfrm>
          <a:off x="0" y="0"/>
          <a:ext cx="0" cy="0"/>
          <a:chOff x="0" y="0"/>
          <a:chExt cx="0" cy="0"/>
        </a:xfrm>
      </p:grpSpPr>
      <p:sp>
        <p:nvSpPr>
          <p:cNvPr id="283" name="Google Shape;283;p16:notes"/>
          <p:cNvSpPr txBox="1"/>
          <p:nvPr>
            <p:ph idx="1" type="body"/>
          </p:nvPr>
        </p:nvSpPr>
        <p:spPr>
          <a:xfrm>
            <a:off x="731520" y="4560570"/>
            <a:ext cx="5852160" cy="4320540"/>
          </a:xfrm>
          <a:prstGeom prst="rect">
            <a:avLst/>
          </a:prstGeom>
        </p:spPr>
        <p:txBody>
          <a:bodyPr anchorCtr="0" anchor="t" bIns="48325" lIns="96650" spcFirstLastPara="1" rIns="96650" wrap="square" tIns="48325">
            <a:normAutofit/>
          </a:bodyPr>
          <a:lstStyle/>
          <a:p>
            <a:pPr indent="0" lvl="0" marL="0" rtl="0" algn="l">
              <a:spcBef>
                <a:spcPts val="0"/>
              </a:spcBef>
              <a:spcAft>
                <a:spcPts val="0"/>
              </a:spcAft>
              <a:buNone/>
            </a:pPr>
            <a:r>
              <a:t/>
            </a:r>
            <a:endParaRPr/>
          </a:p>
        </p:txBody>
      </p:sp>
      <p:sp>
        <p:nvSpPr>
          <p:cNvPr id="284" name="Google Shape;284;p16:notes"/>
          <p:cNvSpPr/>
          <p:nvPr>
            <p:ph idx="2" type="sldImg"/>
          </p:nvPr>
        </p:nvSpPr>
        <p:spPr>
          <a:xfrm>
            <a:off x="1257300" y="720725"/>
            <a:ext cx="4800600" cy="36004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8" name="Shape 288"/>
        <p:cNvGrpSpPr/>
        <p:nvPr/>
      </p:nvGrpSpPr>
      <p:grpSpPr>
        <a:xfrm>
          <a:off x="0" y="0"/>
          <a:ext cx="0" cy="0"/>
          <a:chOff x="0" y="0"/>
          <a:chExt cx="0" cy="0"/>
        </a:xfrm>
      </p:grpSpPr>
      <p:sp>
        <p:nvSpPr>
          <p:cNvPr id="289" name="Google Shape;289;p17:notes"/>
          <p:cNvSpPr txBox="1"/>
          <p:nvPr>
            <p:ph idx="1" type="body"/>
          </p:nvPr>
        </p:nvSpPr>
        <p:spPr>
          <a:xfrm>
            <a:off x="731520" y="4560570"/>
            <a:ext cx="5852160" cy="4320540"/>
          </a:xfrm>
          <a:prstGeom prst="rect">
            <a:avLst/>
          </a:prstGeom>
        </p:spPr>
        <p:txBody>
          <a:bodyPr anchorCtr="0" anchor="t" bIns="48325" lIns="96650" spcFirstLastPara="1" rIns="96650" wrap="square" tIns="48325">
            <a:normAutofit/>
          </a:bodyPr>
          <a:lstStyle/>
          <a:p>
            <a:pPr indent="0" lvl="0" marL="0" rtl="0" algn="l">
              <a:spcBef>
                <a:spcPts val="0"/>
              </a:spcBef>
              <a:spcAft>
                <a:spcPts val="0"/>
              </a:spcAft>
              <a:buNone/>
            </a:pPr>
            <a:r>
              <a:t/>
            </a:r>
            <a:endParaRPr/>
          </a:p>
        </p:txBody>
      </p:sp>
      <p:sp>
        <p:nvSpPr>
          <p:cNvPr id="290" name="Google Shape;290;p17:notes"/>
          <p:cNvSpPr/>
          <p:nvPr>
            <p:ph idx="2" type="sldImg"/>
          </p:nvPr>
        </p:nvSpPr>
        <p:spPr>
          <a:xfrm>
            <a:off x="1257300" y="720725"/>
            <a:ext cx="4800600" cy="36004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7" name="Shape 297"/>
        <p:cNvGrpSpPr/>
        <p:nvPr/>
      </p:nvGrpSpPr>
      <p:grpSpPr>
        <a:xfrm>
          <a:off x="0" y="0"/>
          <a:ext cx="0" cy="0"/>
          <a:chOff x="0" y="0"/>
          <a:chExt cx="0" cy="0"/>
        </a:xfrm>
      </p:grpSpPr>
      <p:sp>
        <p:nvSpPr>
          <p:cNvPr id="298" name="Google Shape;298;p18:notes"/>
          <p:cNvSpPr txBox="1"/>
          <p:nvPr>
            <p:ph idx="1" type="body"/>
          </p:nvPr>
        </p:nvSpPr>
        <p:spPr>
          <a:xfrm>
            <a:off x="731520" y="4560570"/>
            <a:ext cx="5852160" cy="4320540"/>
          </a:xfrm>
          <a:prstGeom prst="rect">
            <a:avLst/>
          </a:prstGeom>
        </p:spPr>
        <p:txBody>
          <a:bodyPr anchorCtr="0" anchor="t" bIns="48325" lIns="96650" spcFirstLastPara="1" rIns="96650" wrap="square" tIns="48325">
            <a:normAutofit/>
          </a:bodyPr>
          <a:lstStyle/>
          <a:p>
            <a:pPr indent="0" lvl="0" marL="0" rtl="0" algn="l">
              <a:spcBef>
                <a:spcPts val="0"/>
              </a:spcBef>
              <a:spcAft>
                <a:spcPts val="0"/>
              </a:spcAft>
              <a:buNone/>
            </a:pPr>
            <a:r>
              <a:t/>
            </a:r>
            <a:endParaRPr/>
          </a:p>
        </p:txBody>
      </p:sp>
      <p:sp>
        <p:nvSpPr>
          <p:cNvPr id="299" name="Google Shape;299;p18:notes"/>
          <p:cNvSpPr/>
          <p:nvPr>
            <p:ph idx="2" type="sldImg"/>
          </p:nvPr>
        </p:nvSpPr>
        <p:spPr>
          <a:xfrm>
            <a:off x="1257300" y="720725"/>
            <a:ext cx="4800600" cy="36004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6" name="Shape 306"/>
        <p:cNvGrpSpPr/>
        <p:nvPr/>
      </p:nvGrpSpPr>
      <p:grpSpPr>
        <a:xfrm>
          <a:off x="0" y="0"/>
          <a:ext cx="0" cy="0"/>
          <a:chOff x="0" y="0"/>
          <a:chExt cx="0" cy="0"/>
        </a:xfrm>
      </p:grpSpPr>
      <p:sp>
        <p:nvSpPr>
          <p:cNvPr id="307" name="Google Shape;307;p19:notes"/>
          <p:cNvSpPr txBox="1"/>
          <p:nvPr>
            <p:ph idx="1" type="body"/>
          </p:nvPr>
        </p:nvSpPr>
        <p:spPr>
          <a:xfrm>
            <a:off x="731520" y="4560570"/>
            <a:ext cx="5852160" cy="4320540"/>
          </a:xfrm>
          <a:prstGeom prst="rect">
            <a:avLst/>
          </a:prstGeom>
        </p:spPr>
        <p:txBody>
          <a:bodyPr anchorCtr="0" anchor="t" bIns="48325" lIns="96650" spcFirstLastPara="1" rIns="96650" wrap="square" tIns="48325">
            <a:normAutofit/>
          </a:bodyPr>
          <a:lstStyle/>
          <a:p>
            <a:pPr indent="0" lvl="0" marL="0" rtl="0" algn="l">
              <a:spcBef>
                <a:spcPts val="0"/>
              </a:spcBef>
              <a:spcAft>
                <a:spcPts val="0"/>
              </a:spcAft>
              <a:buNone/>
            </a:pPr>
            <a:r>
              <a:t/>
            </a:r>
            <a:endParaRPr/>
          </a:p>
        </p:txBody>
      </p:sp>
      <p:sp>
        <p:nvSpPr>
          <p:cNvPr id="308" name="Google Shape;308;p19:notes"/>
          <p:cNvSpPr/>
          <p:nvPr>
            <p:ph idx="2" type="sldImg"/>
          </p:nvPr>
        </p:nvSpPr>
        <p:spPr>
          <a:xfrm>
            <a:off x="1257300" y="720725"/>
            <a:ext cx="4800600" cy="36004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5" name="Shape 315"/>
        <p:cNvGrpSpPr/>
        <p:nvPr/>
      </p:nvGrpSpPr>
      <p:grpSpPr>
        <a:xfrm>
          <a:off x="0" y="0"/>
          <a:ext cx="0" cy="0"/>
          <a:chOff x="0" y="0"/>
          <a:chExt cx="0" cy="0"/>
        </a:xfrm>
      </p:grpSpPr>
      <p:sp>
        <p:nvSpPr>
          <p:cNvPr id="316" name="Google Shape;316;p20:notes"/>
          <p:cNvSpPr txBox="1"/>
          <p:nvPr>
            <p:ph idx="1" type="body"/>
          </p:nvPr>
        </p:nvSpPr>
        <p:spPr>
          <a:xfrm>
            <a:off x="731520" y="4560570"/>
            <a:ext cx="5852160" cy="4320540"/>
          </a:xfrm>
          <a:prstGeom prst="rect">
            <a:avLst/>
          </a:prstGeom>
        </p:spPr>
        <p:txBody>
          <a:bodyPr anchorCtr="0" anchor="t" bIns="48325" lIns="96650" spcFirstLastPara="1" rIns="96650" wrap="square" tIns="48325">
            <a:normAutofit/>
          </a:bodyPr>
          <a:lstStyle/>
          <a:p>
            <a:pPr indent="0" lvl="0" marL="0" rtl="0" algn="l">
              <a:spcBef>
                <a:spcPts val="0"/>
              </a:spcBef>
              <a:spcAft>
                <a:spcPts val="0"/>
              </a:spcAft>
              <a:buNone/>
            </a:pPr>
            <a:r>
              <a:t/>
            </a:r>
            <a:endParaRPr/>
          </a:p>
        </p:txBody>
      </p:sp>
      <p:sp>
        <p:nvSpPr>
          <p:cNvPr id="317" name="Google Shape;317;p20:notes"/>
          <p:cNvSpPr/>
          <p:nvPr>
            <p:ph idx="2" type="sldImg"/>
          </p:nvPr>
        </p:nvSpPr>
        <p:spPr>
          <a:xfrm>
            <a:off x="1257300" y="720725"/>
            <a:ext cx="4800600" cy="36004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4" name="Shape 324"/>
        <p:cNvGrpSpPr/>
        <p:nvPr/>
      </p:nvGrpSpPr>
      <p:grpSpPr>
        <a:xfrm>
          <a:off x="0" y="0"/>
          <a:ext cx="0" cy="0"/>
          <a:chOff x="0" y="0"/>
          <a:chExt cx="0" cy="0"/>
        </a:xfrm>
      </p:grpSpPr>
      <p:sp>
        <p:nvSpPr>
          <p:cNvPr id="325" name="Google Shape;325;p21:notes"/>
          <p:cNvSpPr txBox="1"/>
          <p:nvPr>
            <p:ph idx="1" type="body"/>
          </p:nvPr>
        </p:nvSpPr>
        <p:spPr>
          <a:xfrm>
            <a:off x="731520" y="4560570"/>
            <a:ext cx="5852160" cy="4320540"/>
          </a:xfrm>
          <a:prstGeom prst="rect">
            <a:avLst/>
          </a:prstGeom>
        </p:spPr>
        <p:txBody>
          <a:bodyPr anchorCtr="0" anchor="t" bIns="48325" lIns="96650" spcFirstLastPara="1" rIns="96650" wrap="square" tIns="48325">
            <a:normAutofit/>
          </a:bodyPr>
          <a:lstStyle/>
          <a:p>
            <a:pPr indent="0" lvl="0" marL="0" rtl="0" algn="l">
              <a:spcBef>
                <a:spcPts val="0"/>
              </a:spcBef>
              <a:spcAft>
                <a:spcPts val="0"/>
              </a:spcAft>
              <a:buNone/>
            </a:pPr>
            <a:r>
              <a:t/>
            </a:r>
            <a:endParaRPr/>
          </a:p>
        </p:txBody>
      </p:sp>
      <p:sp>
        <p:nvSpPr>
          <p:cNvPr id="326" name="Google Shape;326;p21:notes"/>
          <p:cNvSpPr/>
          <p:nvPr>
            <p:ph idx="2" type="sldImg"/>
          </p:nvPr>
        </p:nvSpPr>
        <p:spPr>
          <a:xfrm>
            <a:off x="1257300" y="720725"/>
            <a:ext cx="4800600" cy="36004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3" name="Shape 333"/>
        <p:cNvGrpSpPr/>
        <p:nvPr/>
      </p:nvGrpSpPr>
      <p:grpSpPr>
        <a:xfrm>
          <a:off x="0" y="0"/>
          <a:ext cx="0" cy="0"/>
          <a:chOff x="0" y="0"/>
          <a:chExt cx="0" cy="0"/>
        </a:xfrm>
      </p:grpSpPr>
      <p:sp>
        <p:nvSpPr>
          <p:cNvPr id="334" name="Google Shape;334;p22:notes"/>
          <p:cNvSpPr txBox="1"/>
          <p:nvPr>
            <p:ph idx="1" type="body"/>
          </p:nvPr>
        </p:nvSpPr>
        <p:spPr>
          <a:xfrm>
            <a:off x="731520" y="4560570"/>
            <a:ext cx="5852160" cy="4320540"/>
          </a:xfrm>
          <a:prstGeom prst="rect">
            <a:avLst/>
          </a:prstGeom>
        </p:spPr>
        <p:txBody>
          <a:bodyPr anchorCtr="0" anchor="t" bIns="48325" lIns="96650" spcFirstLastPara="1" rIns="96650" wrap="square" tIns="48325">
            <a:normAutofit/>
          </a:bodyPr>
          <a:lstStyle/>
          <a:p>
            <a:pPr indent="0" lvl="0" marL="0" rtl="0" algn="l">
              <a:spcBef>
                <a:spcPts val="0"/>
              </a:spcBef>
              <a:spcAft>
                <a:spcPts val="0"/>
              </a:spcAft>
              <a:buNone/>
            </a:pPr>
            <a:r>
              <a:t/>
            </a:r>
            <a:endParaRPr/>
          </a:p>
        </p:txBody>
      </p:sp>
      <p:sp>
        <p:nvSpPr>
          <p:cNvPr id="335" name="Google Shape;335;p22:notes"/>
          <p:cNvSpPr/>
          <p:nvPr>
            <p:ph idx="2" type="sldImg"/>
          </p:nvPr>
        </p:nvSpPr>
        <p:spPr>
          <a:xfrm>
            <a:off x="1257300" y="720725"/>
            <a:ext cx="4800600" cy="36004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2" name="Shape 342"/>
        <p:cNvGrpSpPr/>
        <p:nvPr/>
      </p:nvGrpSpPr>
      <p:grpSpPr>
        <a:xfrm>
          <a:off x="0" y="0"/>
          <a:ext cx="0" cy="0"/>
          <a:chOff x="0" y="0"/>
          <a:chExt cx="0" cy="0"/>
        </a:xfrm>
      </p:grpSpPr>
      <p:sp>
        <p:nvSpPr>
          <p:cNvPr id="343" name="Google Shape;343;p23:notes"/>
          <p:cNvSpPr txBox="1"/>
          <p:nvPr>
            <p:ph idx="1" type="body"/>
          </p:nvPr>
        </p:nvSpPr>
        <p:spPr>
          <a:xfrm>
            <a:off x="731520" y="4560570"/>
            <a:ext cx="5852160" cy="4320540"/>
          </a:xfrm>
          <a:prstGeom prst="rect">
            <a:avLst/>
          </a:prstGeom>
        </p:spPr>
        <p:txBody>
          <a:bodyPr anchorCtr="0" anchor="t" bIns="48325" lIns="96650" spcFirstLastPara="1" rIns="96650" wrap="square" tIns="48325">
            <a:normAutofit/>
          </a:bodyPr>
          <a:lstStyle/>
          <a:p>
            <a:pPr indent="0" lvl="0" marL="0" rtl="0" algn="l">
              <a:spcBef>
                <a:spcPts val="0"/>
              </a:spcBef>
              <a:spcAft>
                <a:spcPts val="0"/>
              </a:spcAft>
              <a:buNone/>
            </a:pPr>
            <a:r>
              <a:t/>
            </a:r>
            <a:endParaRPr/>
          </a:p>
        </p:txBody>
      </p:sp>
      <p:sp>
        <p:nvSpPr>
          <p:cNvPr id="344" name="Google Shape;344;p23:notes"/>
          <p:cNvSpPr/>
          <p:nvPr>
            <p:ph idx="2" type="sldImg"/>
          </p:nvPr>
        </p:nvSpPr>
        <p:spPr>
          <a:xfrm>
            <a:off x="1257300" y="720725"/>
            <a:ext cx="4800600" cy="36004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5" name="Shape 365"/>
        <p:cNvGrpSpPr/>
        <p:nvPr/>
      </p:nvGrpSpPr>
      <p:grpSpPr>
        <a:xfrm>
          <a:off x="0" y="0"/>
          <a:ext cx="0" cy="0"/>
          <a:chOff x="0" y="0"/>
          <a:chExt cx="0" cy="0"/>
        </a:xfrm>
      </p:grpSpPr>
      <p:sp>
        <p:nvSpPr>
          <p:cNvPr id="366" name="Google Shape;366;p24:notes"/>
          <p:cNvSpPr txBox="1"/>
          <p:nvPr>
            <p:ph idx="1" type="body"/>
          </p:nvPr>
        </p:nvSpPr>
        <p:spPr>
          <a:xfrm>
            <a:off x="731520" y="4560570"/>
            <a:ext cx="5852160" cy="4320540"/>
          </a:xfrm>
          <a:prstGeom prst="rect">
            <a:avLst/>
          </a:prstGeom>
        </p:spPr>
        <p:txBody>
          <a:bodyPr anchorCtr="0" anchor="t" bIns="48325" lIns="96650" spcFirstLastPara="1" rIns="96650" wrap="square" tIns="48325">
            <a:normAutofit/>
          </a:bodyPr>
          <a:lstStyle/>
          <a:p>
            <a:pPr indent="0" lvl="0" marL="0" rtl="0" algn="l">
              <a:spcBef>
                <a:spcPts val="0"/>
              </a:spcBef>
              <a:spcAft>
                <a:spcPts val="0"/>
              </a:spcAft>
              <a:buNone/>
            </a:pPr>
            <a:r>
              <a:t/>
            </a:r>
            <a:endParaRPr/>
          </a:p>
        </p:txBody>
      </p:sp>
      <p:sp>
        <p:nvSpPr>
          <p:cNvPr id="367" name="Google Shape;367;p24:notes"/>
          <p:cNvSpPr/>
          <p:nvPr>
            <p:ph idx="2" type="sldImg"/>
          </p:nvPr>
        </p:nvSpPr>
        <p:spPr>
          <a:xfrm>
            <a:off x="1257300" y="720725"/>
            <a:ext cx="4800600" cy="36004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4" name="Shape 374"/>
        <p:cNvGrpSpPr/>
        <p:nvPr/>
      </p:nvGrpSpPr>
      <p:grpSpPr>
        <a:xfrm>
          <a:off x="0" y="0"/>
          <a:ext cx="0" cy="0"/>
          <a:chOff x="0" y="0"/>
          <a:chExt cx="0" cy="0"/>
        </a:xfrm>
      </p:grpSpPr>
      <p:sp>
        <p:nvSpPr>
          <p:cNvPr id="375" name="Google Shape;375;p25:notes"/>
          <p:cNvSpPr txBox="1"/>
          <p:nvPr>
            <p:ph idx="1" type="body"/>
          </p:nvPr>
        </p:nvSpPr>
        <p:spPr>
          <a:xfrm>
            <a:off x="731520" y="4560570"/>
            <a:ext cx="5852160" cy="4320540"/>
          </a:xfrm>
          <a:prstGeom prst="rect">
            <a:avLst/>
          </a:prstGeom>
        </p:spPr>
        <p:txBody>
          <a:bodyPr anchorCtr="0" anchor="t" bIns="48325" lIns="96650" spcFirstLastPara="1" rIns="96650" wrap="square" tIns="48325">
            <a:normAutofit/>
          </a:bodyPr>
          <a:lstStyle/>
          <a:p>
            <a:pPr indent="0" lvl="0" marL="0" rtl="0" algn="l">
              <a:spcBef>
                <a:spcPts val="0"/>
              </a:spcBef>
              <a:spcAft>
                <a:spcPts val="0"/>
              </a:spcAft>
              <a:buNone/>
            </a:pPr>
            <a:r>
              <a:t/>
            </a:r>
            <a:endParaRPr/>
          </a:p>
        </p:txBody>
      </p:sp>
      <p:sp>
        <p:nvSpPr>
          <p:cNvPr id="376" name="Google Shape;376;p25:notes"/>
          <p:cNvSpPr/>
          <p:nvPr>
            <p:ph idx="2" type="sldImg"/>
          </p:nvPr>
        </p:nvSpPr>
        <p:spPr>
          <a:xfrm>
            <a:off x="1257300" y="720725"/>
            <a:ext cx="4800600" cy="36004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3" name="Shape 383"/>
        <p:cNvGrpSpPr/>
        <p:nvPr/>
      </p:nvGrpSpPr>
      <p:grpSpPr>
        <a:xfrm>
          <a:off x="0" y="0"/>
          <a:ext cx="0" cy="0"/>
          <a:chOff x="0" y="0"/>
          <a:chExt cx="0" cy="0"/>
        </a:xfrm>
      </p:grpSpPr>
      <p:sp>
        <p:nvSpPr>
          <p:cNvPr id="384" name="Google Shape;384;p26:notes"/>
          <p:cNvSpPr txBox="1"/>
          <p:nvPr>
            <p:ph idx="1" type="body"/>
          </p:nvPr>
        </p:nvSpPr>
        <p:spPr>
          <a:xfrm>
            <a:off x="731520" y="4560570"/>
            <a:ext cx="5852160" cy="4320540"/>
          </a:xfrm>
          <a:prstGeom prst="rect">
            <a:avLst/>
          </a:prstGeom>
        </p:spPr>
        <p:txBody>
          <a:bodyPr anchorCtr="0" anchor="t" bIns="48325" lIns="96650" spcFirstLastPara="1" rIns="96650" wrap="square" tIns="48325">
            <a:normAutofit/>
          </a:bodyPr>
          <a:lstStyle/>
          <a:p>
            <a:pPr indent="0" lvl="0" marL="0" rtl="0" algn="l">
              <a:spcBef>
                <a:spcPts val="0"/>
              </a:spcBef>
              <a:spcAft>
                <a:spcPts val="0"/>
              </a:spcAft>
              <a:buNone/>
            </a:pPr>
            <a:r>
              <a:t/>
            </a:r>
            <a:endParaRPr/>
          </a:p>
        </p:txBody>
      </p:sp>
      <p:sp>
        <p:nvSpPr>
          <p:cNvPr id="385" name="Google Shape;385;p26:notes"/>
          <p:cNvSpPr/>
          <p:nvPr>
            <p:ph idx="2" type="sldImg"/>
          </p:nvPr>
        </p:nvSpPr>
        <p:spPr>
          <a:xfrm>
            <a:off x="1257300" y="720725"/>
            <a:ext cx="4800600" cy="36004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3" name="Shape 393"/>
        <p:cNvGrpSpPr/>
        <p:nvPr/>
      </p:nvGrpSpPr>
      <p:grpSpPr>
        <a:xfrm>
          <a:off x="0" y="0"/>
          <a:ext cx="0" cy="0"/>
          <a:chOff x="0" y="0"/>
          <a:chExt cx="0" cy="0"/>
        </a:xfrm>
      </p:grpSpPr>
      <p:sp>
        <p:nvSpPr>
          <p:cNvPr id="394" name="Google Shape;394;p27:notes"/>
          <p:cNvSpPr txBox="1"/>
          <p:nvPr>
            <p:ph idx="1" type="body"/>
          </p:nvPr>
        </p:nvSpPr>
        <p:spPr>
          <a:xfrm>
            <a:off x="731520" y="4560570"/>
            <a:ext cx="5852160" cy="4320540"/>
          </a:xfrm>
          <a:prstGeom prst="rect">
            <a:avLst/>
          </a:prstGeom>
        </p:spPr>
        <p:txBody>
          <a:bodyPr anchorCtr="0" anchor="t" bIns="48325" lIns="96650" spcFirstLastPara="1" rIns="96650" wrap="square" tIns="48325">
            <a:normAutofit/>
          </a:bodyPr>
          <a:lstStyle/>
          <a:p>
            <a:pPr indent="0" lvl="0" marL="0" rtl="0" algn="l">
              <a:spcBef>
                <a:spcPts val="0"/>
              </a:spcBef>
              <a:spcAft>
                <a:spcPts val="0"/>
              </a:spcAft>
              <a:buNone/>
            </a:pPr>
            <a:r>
              <a:t/>
            </a:r>
            <a:endParaRPr/>
          </a:p>
        </p:txBody>
      </p:sp>
      <p:sp>
        <p:nvSpPr>
          <p:cNvPr id="395" name="Google Shape;395;p27:notes"/>
          <p:cNvSpPr/>
          <p:nvPr>
            <p:ph idx="2" type="sldImg"/>
          </p:nvPr>
        </p:nvSpPr>
        <p:spPr>
          <a:xfrm>
            <a:off x="1257300" y="720725"/>
            <a:ext cx="4800600" cy="36004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8" name="Shape 398"/>
        <p:cNvGrpSpPr/>
        <p:nvPr/>
      </p:nvGrpSpPr>
      <p:grpSpPr>
        <a:xfrm>
          <a:off x="0" y="0"/>
          <a:ext cx="0" cy="0"/>
          <a:chOff x="0" y="0"/>
          <a:chExt cx="0" cy="0"/>
        </a:xfrm>
      </p:grpSpPr>
      <p:sp>
        <p:nvSpPr>
          <p:cNvPr id="399" name="Google Shape;399;p28:notes"/>
          <p:cNvSpPr/>
          <p:nvPr>
            <p:ph idx="2" type="sldImg"/>
          </p:nvPr>
        </p:nvSpPr>
        <p:spPr>
          <a:xfrm>
            <a:off x="1257300" y="720725"/>
            <a:ext cx="4800600" cy="36004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00" name="Google Shape;400;p28:notes"/>
          <p:cNvSpPr txBox="1"/>
          <p:nvPr>
            <p:ph idx="1" type="body"/>
          </p:nvPr>
        </p:nvSpPr>
        <p:spPr>
          <a:xfrm>
            <a:off x="731520" y="4560570"/>
            <a:ext cx="5852160" cy="4320540"/>
          </a:xfrm>
          <a:prstGeom prst="rect">
            <a:avLst/>
          </a:prstGeom>
          <a:noFill/>
          <a:ln>
            <a:noFill/>
          </a:ln>
        </p:spPr>
        <p:txBody>
          <a:bodyPr anchorCtr="0" anchor="t" bIns="48325" lIns="96650" spcFirstLastPara="1" rIns="96650" wrap="square" tIns="48325">
            <a:normAutofit/>
          </a:bodyPr>
          <a:lstStyle/>
          <a:p>
            <a:pPr indent="0" lvl="0" marL="0" rtl="0" algn="l">
              <a:spcBef>
                <a:spcPts val="0"/>
              </a:spcBef>
              <a:spcAft>
                <a:spcPts val="0"/>
              </a:spcAft>
              <a:buNone/>
            </a:pPr>
            <a:r>
              <a:t/>
            </a:r>
            <a:endParaRPr/>
          </a:p>
        </p:txBody>
      </p:sp>
      <p:sp>
        <p:nvSpPr>
          <p:cNvPr id="401" name="Google Shape;401;p28:notes"/>
          <p:cNvSpPr txBox="1"/>
          <p:nvPr>
            <p:ph idx="12" type="sldNum"/>
          </p:nvPr>
        </p:nvSpPr>
        <p:spPr>
          <a:xfrm>
            <a:off x="4143587" y="9119474"/>
            <a:ext cx="3169920" cy="480060"/>
          </a:xfrm>
          <a:prstGeom prst="rect">
            <a:avLst/>
          </a:prstGeom>
          <a:noFill/>
          <a:ln>
            <a:noFill/>
          </a:ln>
        </p:spPr>
        <p:txBody>
          <a:bodyPr anchorCtr="0" anchor="b" bIns="48325" lIns="96650" spcFirstLastPara="1" rIns="96650" wrap="square" tIns="48325">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9" name="Shape 409"/>
        <p:cNvGrpSpPr/>
        <p:nvPr/>
      </p:nvGrpSpPr>
      <p:grpSpPr>
        <a:xfrm>
          <a:off x="0" y="0"/>
          <a:ext cx="0" cy="0"/>
          <a:chOff x="0" y="0"/>
          <a:chExt cx="0" cy="0"/>
        </a:xfrm>
      </p:grpSpPr>
      <p:sp>
        <p:nvSpPr>
          <p:cNvPr id="410" name="Google Shape;410;p29:notes"/>
          <p:cNvSpPr/>
          <p:nvPr>
            <p:ph idx="2" type="sldImg"/>
          </p:nvPr>
        </p:nvSpPr>
        <p:spPr>
          <a:xfrm>
            <a:off x="1257300" y="720725"/>
            <a:ext cx="4800600" cy="36004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11" name="Google Shape;411;p29:notes"/>
          <p:cNvSpPr txBox="1"/>
          <p:nvPr>
            <p:ph idx="1" type="body"/>
          </p:nvPr>
        </p:nvSpPr>
        <p:spPr>
          <a:xfrm>
            <a:off x="731520" y="4560570"/>
            <a:ext cx="5852160" cy="4320540"/>
          </a:xfrm>
          <a:prstGeom prst="rect">
            <a:avLst/>
          </a:prstGeom>
          <a:noFill/>
          <a:ln>
            <a:noFill/>
          </a:ln>
        </p:spPr>
        <p:txBody>
          <a:bodyPr anchorCtr="0" anchor="t" bIns="48325" lIns="96650" spcFirstLastPara="1" rIns="96650" wrap="square" tIns="48325">
            <a:normAutofit/>
          </a:bodyPr>
          <a:lstStyle/>
          <a:p>
            <a:pPr indent="0" lvl="0" marL="0" rtl="0" algn="just">
              <a:spcBef>
                <a:spcPts val="0"/>
              </a:spcBef>
              <a:spcAft>
                <a:spcPts val="0"/>
              </a:spcAft>
              <a:buNone/>
            </a:pPr>
            <a:r>
              <a:rPr lang="en-US" sz="1200"/>
              <a:t>Devops is not a tool or a team, it is the process or a methodology of using various tools to solve the problems between Developers and Operations team, hence the term “Dev-Ops”</a:t>
            </a:r>
            <a:endParaRPr/>
          </a:p>
          <a:p>
            <a:pPr indent="0" lvl="0" marL="0" rtl="0" algn="l">
              <a:spcBef>
                <a:spcPts val="0"/>
              </a:spcBef>
              <a:spcAft>
                <a:spcPts val="0"/>
              </a:spcAft>
              <a:buNone/>
            </a:pPr>
            <a:r>
              <a:t/>
            </a:r>
            <a:endParaRPr/>
          </a:p>
          <a:p>
            <a:pPr indent="0" lvl="0" marL="0" rtl="0" algn="l">
              <a:spcBef>
                <a:spcPts val="0"/>
              </a:spcBef>
              <a:spcAft>
                <a:spcPts val="0"/>
              </a:spcAft>
              <a:buNone/>
            </a:pPr>
            <a:r>
              <a:rPr b="0" i="0" lang="en-US" sz="1200">
                <a:solidFill>
                  <a:schemeClr val="dk1"/>
                </a:solidFill>
                <a:latin typeface="Calibri"/>
                <a:ea typeface="Calibri"/>
                <a:cs typeface="Calibri"/>
                <a:sym typeface="Calibri"/>
              </a:rPr>
              <a:t>The term “DevOps” was introduced by Patrick Debois in 2007.</a:t>
            </a:r>
            <a:endParaRPr/>
          </a:p>
          <a:p>
            <a:pPr indent="0" lvl="0" marL="0" rtl="0" algn="l">
              <a:spcBef>
                <a:spcPts val="0"/>
              </a:spcBef>
              <a:spcAft>
                <a:spcPts val="0"/>
              </a:spcAft>
              <a:buNone/>
            </a:pPr>
            <a:r>
              <a:t/>
            </a:r>
            <a:endParaRPr b="0" i="0" sz="1200">
              <a:solidFill>
                <a:schemeClr val="dk1"/>
              </a:solidFill>
              <a:latin typeface="Calibri"/>
              <a:ea typeface="Calibri"/>
              <a:cs typeface="Calibri"/>
              <a:sym typeface="Calibri"/>
            </a:endParaRPr>
          </a:p>
          <a:p>
            <a:pPr indent="0" lvl="0" marL="0" rtl="0" algn="l">
              <a:spcBef>
                <a:spcPts val="0"/>
              </a:spcBef>
              <a:spcAft>
                <a:spcPts val="0"/>
              </a:spcAft>
              <a:buNone/>
            </a:pPr>
            <a:r>
              <a:rPr b="0" i="0" lang="en-US" sz="1200">
                <a:solidFill>
                  <a:schemeClr val="dk1"/>
                </a:solidFill>
                <a:latin typeface="Calibri"/>
                <a:ea typeface="Calibri"/>
                <a:cs typeface="Calibri"/>
                <a:sym typeface="Calibri"/>
              </a:rPr>
              <a:t>DevOps is a fusion of terms–software development and information technology operations. It’s possible to gain insight over your business’ entire pipeline when incorporating </a:t>
            </a:r>
            <a:r>
              <a:rPr b="0" i="0" lang="en-US" sz="1200" u="sng" strike="noStrike">
                <a:solidFill>
                  <a:schemeClr val="dk1"/>
                </a:solidFill>
                <a:latin typeface="Calibri"/>
                <a:ea typeface="Calibri"/>
                <a:cs typeface="Calibri"/>
                <a:sym typeface="Calibri"/>
                <a:hlinkClick r:id="rId2">
                  <a:extLst>
                    <a:ext uri="{A12FA001-AC4F-418D-AE19-62706E023703}">
                      <ahyp:hlinkClr val="tx"/>
                    </a:ext>
                  </a:extLst>
                </a:hlinkClick>
              </a:rPr>
              <a:t>DevOps</a:t>
            </a:r>
            <a:r>
              <a:rPr b="0" i="0" lang="en-US" sz="1200">
                <a:solidFill>
                  <a:schemeClr val="dk1"/>
                </a:solidFill>
                <a:latin typeface="Calibri"/>
                <a:ea typeface="Calibri"/>
                <a:cs typeface="Calibri"/>
                <a:sym typeface="Calibri"/>
              </a:rPr>
              <a:t> within the way you’re running operations. By doing so, you’re also allowing your teams to work more efficiently with fewer redundancies.</a:t>
            </a:r>
            <a:endParaRPr/>
          </a:p>
        </p:txBody>
      </p:sp>
      <p:sp>
        <p:nvSpPr>
          <p:cNvPr id="412" name="Google Shape;412;p29:notes"/>
          <p:cNvSpPr txBox="1"/>
          <p:nvPr>
            <p:ph idx="12" type="sldNum"/>
          </p:nvPr>
        </p:nvSpPr>
        <p:spPr>
          <a:xfrm>
            <a:off x="4143587" y="9119474"/>
            <a:ext cx="3169920" cy="480060"/>
          </a:xfrm>
          <a:prstGeom prst="rect">
            <a:avLst/>
          </a:prstGeom>
          <a:noFill/>
          <a:ln>
            <a:noFill/>
          </a:ln>
        </p:spPr>
        <p:txBody>
          <a:bodyPr anchorCtr="0" anchor="b" bIns="48325" lIns="96650" spcFirstLastPara="1" rIns="96650" wrap="square" tIns="48325">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1" name="Shape 421"/>
        <p:cNvGrpSpPr/>
        <p:nvPr/>
      </p:nvGrpSpPr>
      <p:grpSpPr>
        <a:xfrm>
          <a:off x="0" y="0"/>
          <a:ext cx="0" cy="0"/>
          <a:chOff x="0" y="0"/>
          <a:chExt cx="0" cy="0"/>
        </a:xfrm>
      </p:grpSpPr>
      <p:sp>
        <p:nvSpPr>
          <p:cNvPr id="422" name="Google Shape;422;p30:notes"/>
          <p:cNvSpPr/>
          <p:nvPr>
            <p:ph idx="2" type="sldImg"/>
          </p:nvPr>
        </p:nvSpPr>
        <p:spPr>
          <a:xfrm>
            <a:off x="1257300" y="720725"/>
            <a:ext cx="4800600" cy="36004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23" name="Google Shape;423;p30:notes"/>
          <p:cNvSpPr txBox="1"/>
          <p:nvPr>
            <p:ph idx="1" type="body"/>
          </p:nvPr>
        </p:nvSpPr>
        <p:spPr>
          <a:xfrm>
            <a:off x="731520" y="4560570"/>
            <a:ext cx="5852160" cy="4320540"/>
          </a:xfrm>
          <a:prstGeom prst="rect">
            <a:avLst/>
          </a:prstGeom>
          <a:noFill/>
          <a:ln>
            <a:noFill/>
          </a:ln>
        </p:spPr>
        <p:txBody>
          <a:bodyPr anchorCtr="0" anchor="t" bIns="48325" lIns="96650" spcFirstLastPara="1" rIns="96650" wrap="square" tIns="48325">
            <a:normAutofit/>
          </a:bodyPr>
          <a:lstStyle/>
          <a:p>
            <a:pPr indent="0" lvl="0" marL="0" rtl="0" algn="l">
              <a:spcBef>
                <a:spcPts val="0"/>
              </a:spcBef>
              <a:spcAft>
                <a:spcPts val="0"/>
              </a:spcAft>
              <a:buNone/>
            </a:pPr>
            <a:r>
              <a:t/>
            </a:r>
            <a:endParaRPr/>
          </a:p>
        </p:txBody>
      </p:sp>
      <p:sp>
        <p:nvSpPr>
          <p:cNvPr id="424" name="Google Shape;424;p30:notes"/>
          <p:cNvSpPr txBox="1"/>
          <p:nvPr>
            <p:ph idx="12" type="sldNum"/>
          </p:nvPr>
        </p:nvSpPr>
        <p:spPr>
          <a:xfrm>
            <a:off x="4143587" y="9119474"/>
            <a:ext cx="3169920" cy="480060"/>
          </a:xfrm>
          <a:prstGeom prst="rect">
            <a:avLst/>
          </a:prstGeom>
          <a:noFill/>
          <a:ln>
            <a:noFill/>
          </a:ln>
        </p:spPr>
        <p:txBody>
          <a:bodyPr anchorCtr="0" anchor="b" bIns="48325" lIns="96650" spcFirstLastPara="1" rIns="96650" wrap="square" tIns="48325">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8" name="Shape 428"/>
        <p:cNvGrpSpPr/>
        <p:nvPr/>
      </p:nvGrpSpPr>
      <p:grpSpPr>
        <a:xfrm>
          <a:off x="0" y="0"/>
          <a:ext cx="0" cy="0"/>
          <a:chOff x="0" y="0"/>
          <a:chExt cx="0" cy="0"/>
        </a:xfrm>
      </p:grpSpPr>
      <p:sp>
        <p:nvSpPr>
          <p:cNvPr id="429" name="Google Shape;429;p31:notes"/>
          <p:cNvSpPr txBox="1"/>
          <p:nvPr>
            <p:ph idx="1" type="body"/>
          </p:nvPr>
        </p:nvSpPr>
        <p:spPr>
          <a:xfrm>
            <a:off x="731520" y="4560570"/>
            <a:ext cx="5852160" cy="4320540"/>
          </a:xfrm>
          <a:prstGeom prst="rect">
            <a:avLst/>
          </a:prstGeom>
        </p:spPr>
        <p:txBody>
          <a:bodyPr anchorCtr="0" anchor="t" bIns="48325" lIns="96650" spcFirstLastPara="1" rIns="96650" wrap="square" tIns="48325">
            <a:normAutofit/>
          </a:bodyPr>
          <a:lstStyle/>
          <a:p>
            <a:pPr indent="0" lvl="0" marL="0" rtl="0" algn="l">
              <a:spcBef>
                <a:spcPts val="0"/>
              </a:spcBef>
              <a:spcAft>
                <a:spcPts val="0"/>
              </a:spcAft>
              <a:buNone/>
            </a:pPr>
            <a:r>
              <a:t/>
            </a:r>
            <a:endParaRPr/>
          </a:p>
        </p:txBody>
      </p:sp>
      <p:sp>
        <p:nvSpPr>
          <p:cNvPr id="430" name="Google Shape;430;p31:notes"/>
          <p:cNvSpPr/>
          <p:nvPr>
            <p:ph idx="2" type="sldImg"/>
          </p:nvPr>
        </p:nvSpPr>
        <p:spPr>
          <a:xfrm>
            <a:off x="1257300" y="720725"/>
            <a:ext cx="4800600" cy="36004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4" name="Shape 434"/>
        <p:cNvGrpSpPr/>
        <p:nvPr/>
      </p:nvGrpSpPr>
      <p:grpSpPr>
        <a:xfrm>
          <a:off x="0" y="0"/>
          <a:ext cx="0" cy="0"/>
          <a:chOff x="0" y="0"/>
          <a:chExt cx="0" cy="0"/>
        </a:xfrm>
      </p:grpSpPr>
      <p:sp>
        <p:nvSpPr>
          <p:cNvPr id="435" name="Google Shape;435;p32:notes"/>
          <p:cNvSpPr/>
          <p:nvPr>
            <p:ph idx="2" type="sldImg"/>
          </p:nvPr>
        </p:nvSpPr>
        <p:spPr>
          <a:xfrm>
            <a:off x="1257300" y="720725"/>
            <a:ext cx="4800600" cy="36004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36" name="Google Shape;436;p32:notes"/>
          <p:cNvSpPr txBox="1"/>
          <p:nvPr>
            <p:ph idx="1" type="body"/>
          </p:nvPr>
        </p:nvSpPr>
        <p:spPr>
          <a:xfrm>
            <a:off x="731520" y="4560570"/>
            <a:ext cx="5852160" cy="4320540"/>
          </a:xfrm>
          <a:prstGeom prst="rect">
            <a:avLst/>
          </a:prstGeom>
          <a:noFill/>
          <a:ln>
            <a:noFill/>
          </a:ln>
        </p:spPr>
        <p:txBody>
          <a:bodyPr anchorCtr="0" anchor="t" bIns="48325" lIns="96650" spcFirstLastPara="1" rIns="96650" wrap="square" tIns="48325">
            <a:normAutofit/>
          </a:bodyPr>
          <a:lstStyle/>
          <a:p>
            <a:pPr indent="0" lvl="0" marL="0" rtl="0" algn="l">
              <a:spcBef>
                <a:spcPts val="0"/>
              </a:spcBef>
              <a:spcAft>
                <a:spcPts val="0"/>
              </a:spcAft>
              <a:buNone/>
            </a:pPr>
            <a:r>
              <a:t/>
            </a:r>
            <a:endParaRPr/>
          </a:p>
        </p:txBody>
      </p:sp>
      <p:sp>
        <p:nvSpPr>
          <p:cNvPr id="437" name="Google Shape;437;p32:notes"/>
          <p:cNvSpPr txBox="1"/>
          <p:nvPr>
            <p:ph idx="12" type="sldNum"/>
          </p:nvPr>
        </p:nvSpPr>
        <p:spPr>
          <a:xfrm>
            <a:off x="4143587" y="9119474"/>
            <a:ext cx="3169920" cy="480060"/>
          </a:xfrm>
          <a:prstGeom prst="rect">
            <a:avLst/>
          </a:prstGeom>
          <a:noFill/>
          <a:ln>
            <a:noFill/>
          </a:ln>
        </p:spPr>
        <p:txBody>
          <a:bodyPr anchorCtr="0" anchor="b" bIns="48325" lIns="96650" spcFirstLastPara="1" rIns="96650" wrap="square" tIns="48325">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1" name="Shape 441"/>
        <p:cNvGrpSpPr/>
        <p:nvPr/>
      </p:nvGrpSpPr>
      <p:grpSpPr>
        <a:xfrm>
          <a:off x="0" y="0"/>
          <a:ext cx="0" cy="0"/>
          <a:chOff x="0" y="0"/>
          <a:chExt cx="0" cy="0"/>
        </a:xfrm>
      </p:grpSpPr>
      <p:sp>
        <p:nvSpPr>
          <p:cNvPr id="442" name="Google Shape;442;p33:notes"/>
          <p:cNvSpPr/>
          <p:nvPr>
            <p:ph idx="2" type="sldImg"/>
          </p:nvPr>
        </p:nvSpPr>
        <p:spPr>
          <a:xfrm>
            <a:off x="1257300" y="720725"/>
            <a:ext cx="4800600" cy="36004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43" name="Google Shape;443;p33:notes"/>
          <p:cNvSpPr txBox="1"/>
          <p:nvPr>
            <p:ph idx="1" type="body"/>
          </p:nvPr>
        </p:nvSpPr>
        <p:spPr>
          <a:xfrm>
            <a:off x="731520" y="4560570"/>
            <a:ext cx="5852160" cy="4320540"/>
          </a:xfrm>
          <a:prstGeom prst="rect">
            <a:avLst/>
          </a:prstGeom>
          <a:noFill/>
          <a:ln>
            <a:noFill/>
          </a:ln>
        </p:spPr>
        <p:txBody>
          <a:bodyPr anchorCtr="0" anchor="t" bIns="48325" lIns="96650" spcFirstLastPara="1" rIns="96650" wrap="square" tIns="48325">
            <a:normAutofit/>
          </a:bodyPr>
          <a:lstStyle/>
          <a:p>
            <a:pPr indent="0" lvl="0" marL="0" rtl="0" algn="l">
              <a:spcBef>
                <a:spcPts val="0"/>
              </a:spcBef>
              <a:spcAft>
                <a:spcPts val="0"/>
              </a:spcAft>
              <a:buNone/>
            </a:pPr>
            <a:r>
              <a:t/>
            </a:r>
            <a:endParaRPr/>
          </a:p>
        </p:txBody>
      </p:sp>
      <p:sp>
        <p:nvSpPr>
          <p:cNvPr id="444" name="Google Shape;444;p33:notes"/>
          <p:cNvSpPr txBox="1"/>
          <p:nvPr>
            <p:ph idx="12" type="sldNum"/>
          </p:nvPr>
        </p:nvSpPr>
        <p:spPr>
          <a:xfrm>
            <a:off x="4143587" y="9119474"/>
            <a:ext cx="3169920" cy="480060"/>
          </a:xfrm>
          <a:prstGeom prst="rect">
            <a:avLst/>
          </a:prstGeom>
          <a:noFill/>
          <a:ln>
            <a:noFill/>
          </a:ln>
        </p:spPr>
        <p:txBody>
          <a:bodyPr anchorCtr="0" anchor="b" bIns="48325" lIns="96650" spcFirstLastPara="1" rIns="96650" wrap="square" tIns="48325">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9" name="Shape 449"/>
        <p:cNvGrpSpPr/>
        <p:nvPr/>
      </p:nvGrpSpPr>
      <p:grpSpPr>
        <a:xfrm>
          <a:off x="0" y="0"/>
          <a:ext cx="0" cy="0"/>
          <a:chOff x="0" y="0"/>
          <a:chExt cx="0" cy="0"/>
        </a:xfrm>
      </p:grpSpPr>
      <p:sp>
        <p:nvSpPr>
          <p:cNvPr id="450" name="Google Shape;450;p34:notes"/>
          <p:cNvSpPr txBox="1"/>
          <p:nvPr>
            <p:ph idx="1" type="body"/>
          </p:nvPr>
        </p:nvSpPr>
        <p:spPr>
          <a:xfrm>
            <a:off x="731520" y="4560570"/>
            <a:ext cx="5852160" cy="4320540"/>
          </a:xfrm>
          <a:prstGeom prst="rect">
            <a:avLst/>
          </a:prstGeom>
        </p:spPr>
        <p:txBody>
          <a:bodyPr anchorCtr="0" anchor="t" bIns="48325" lIns="96650" spcFirstLastPara="1" rIns="96650" wrap="square" tIns="48325">
            <a:normAutofit/>
          </a:bodyPr>
          <a:lstStyle/>
          <a:p>
            <a:pPr indent="0" lvl="0" marL="0" rtl="0" algn="l">
              <a:spcBef>
                <a:spcPts val="0"/>
              </a:spcBef>
              <a:spcAft>
                <a:spcPts val="0"/>
              </a:spcAft>
              <a:buNone/>
            </a:pPr>
            <a:r>
              <a:t/>
            </a:r>
            <a:endParaRPr/>
          </a:p>
        </p:txBody>
      </p:sp>
      <p:sp>
        <p:nvSpPr>
          <p:cNvPr id="451" name="Google Shape;451;p34:notes"/>
          <p:cNvSpPr/>
          <p:nvPr>
            <p:ph idx="2" type="sldImg"/>
          </p:nvPr>
        </p:nvSpPr>
        <p:spPr>
          <a:xfrm>
            <a:off x="1257300" y="720725"/>
            <a:ext cx="4800600" cy="36004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7" name="Shape 457"/>
        <p:cNvGrpSpPr/>
        <p:nvPr/>
      </p:nvGrpSpPr>
      <p:grpSpPr>
        <a:xfrm>
          <a:off x="0" y="0"/>
          <a:ext cx="0" cy="0"/>
          <a:chOff x="0" y="0"/>
          <a:chExt cx="0" cy="0"/>
        </a:xfrm>
      </p:grpSpPr>
      <p:sp>
        <p:nvSpPr>
          <p:cNvPr id="458" name="Google Shape;458;p35:notes"/>
          <p:cNvSpPr/>
          <p:nvPr>
            <p:ph idx="2" type="sldImg"/>
          </p:nvPr>
        </p:nvSpPr>
        <p:spPr>
          <a:xfrm>
            <a:off x="1257300" y="720725"/>
            <a:ext cx="4800600" cy="36004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59" name="Google Shape;459;p35:notes"/>
          <p:cNvSpPr txBox="1"/>
          <p:nvPr>
            <p:ph idx="1" type="body"/>
          </p:nvPr>
        </p:nvSpPr>
        <p:spPr>
          <a:xfrm>
            <a:off x="731520" y="4560570"/>
            <a:ext cx="5852160" cy="4320540"/>
          </a:xfrm>
          <a:prstGeom prst="rect">
            <a:avLst/>
          </a:prstGeom>
          <a:noFill/>
          <a:ln>
            <a:noFill/>
          </a:ln>
        </p:spPr>
        <p:txBody>
          <a:bodyPr anchorCtr="0" anchor="t" bIns="48325" lIns="96650" spcFirstLastPara="1" rIns="96650" wrap="square" tIns="48325">
            <a:normAutofit/>
          </a:bodyPr>
          <a:lstStyle/>
          <a:p>
            <a:pPr indent="0" lvl="0" marL="0" rtl="0" algn="l">
              <a:spcBef>
                <a:spcPts val="0"/>
              </a:spcBef>
              <a:spcAft>
                <a:spcPts val="0"/>
              </a:spcAft>
              <a:buNone/>
            </a:pPr>
            <a:r>
              <a:t/>
            </a:r>
            <a:endParaRPr/>
          </a:p>
        </p:txBody>
      </p:sp>
      <p:sp>
        <p:nvSpPr>
          <p:cNvPr id="460" name="Google Shape;460;p35:notes"/>
          <p:cNvSpPr txBox="1"/>
          <p:nvPr>
            <p:ph idx="12" type="sldNum"/>
          </p:nvPr>
        </p:nvSpPr>
        <p:spPr>
          <a:xfrm>
            <a:off x="4143587" y="9119474"/>
            <a:ext cx="3169920" cy="480060"/>
          </a:xfrm>
          <a:prstGeom prst="rect">
            <a:avLst/>
          </a:prstGeom>
          <a:noFill/>
          <a:ln>
            <a:noFill/>
          </a:ln>
        </p:spPr>
        <p:txBody>
          <a:bodyPr anchorCtr="0" anchor="b" bIns="48325" lIns="96650" spcFirstLastPara="1" rIns="96650" wrap="square" tIns="48325">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4" name="Shape 464"/>
        <p:cNvGrpSpPr/>
        <p:nvPr/>
      </p:nvGrpSpPr>
      <p:grpSpPr>
        <a:xfrm>
          <a:off x="0" y="0"/>
          <a:ext cx="0" cy="0"/>
          <a:chOff x="0" y="0"/>
          <a:chExt cx="0" cy="0"/>
        </a:xfrm>
      </p:grpSpPr>
      <p:sp>
        <p:nvSpPr>
          <p:cNvPr id="465" name="Google Shape;465;p36:notes"/>
          <p:cNvSpPr txBox="1"/>
          <p:nvPr>
            <p:ph idx="1" type="body"/>
          </p:nvPr>
        </p:nvSpPr>
        <p:spPr>
          <a:xfrm>
            <a:off x="731520" y="4560570"/>
            <a:ext cx="5852160" cy="4320540"/>
          </a:xfrm>
          <a:prstGeom prst="rect">
            <a:avLst/>
          </a:prstGeom>
        </p:spPr>
        <p:txBody>
          <a:bodyPr anchorCtr="0" anchor="t" bIns="48325" lIns="96650" spcFirstLastPara="1" rIns="96650" wrap="square" tIns="48325">
            <a:normAutofit/>
          </a:bodyPr>
          <a:lstStyle/>
          <a:p>
            <a:pPr indent="0" lvl="0" marL="0" rtl="0" algn="l">
              <a:spcBef>
                <a:spcPts val="0"/>
              </a:spcBef>
              <a:spcAft>
                <a:spcPts val="0"/>
              </a:spcAft>
              <a:buNone/>
            </a:pPr>
            <a:r>
              <a:t/>
            </a:r>
            <a:endParaRPr/>
          </a:p>
        </p:txBody>
      </p:sp>
      <p:sp>
        <p:nvSpPr>
          <p:cNvPr id="466" name="Google Shape;466;p36:notes"/>
          <p:cNvSpPr/>
          <p:nvPr>
            <p:ph idx="2" type="sldImg"/>
          </p:nvPr>
        </p:nvSpPr>
        <p:spPr>
          <a:xfrm>
            <a:off x="1257300" y="720725"/>
            <a:ext cx="4800600" cy="36004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0" name="Shape 470"/>
        <p:cNvGrpSpPr/>
        <p:nvPr/>
      </p:nvGrpSpPr>
      <p:grpSpPr>
        <a:xfrm>
          <a:off x="0" y="0"/>
          <a:ext cx="0" cy="0"/>
          <a:chOff x="0" y="0"/>
          <a:chExt cx="0" cy="0"/>
        </a:xfrm>
      </p:grpSpPr>
      <p:sp>
        <p:nvSpPr>
          <p:cNvPr id="471" name="Google Shape;471;p37:notes"/>
          <p:cNvSpPr txBox="1"/>
          <p:nvPr>
            <p:ph idx="1" type="body"/>
          </p:nvPr>
        </p:nvSpPr>
        <p:spPr>
          <a:xfrm>
            <a:off x="731520" y="4560570"/>
            <a:ext cx="5852160" cy="4320540"/>
          </a:xfrm>
          <a:prstGeom prst="rect">
            <a:avLst/>
          </a:prstGeom>
        </p:spPr>
        <p:txBody>
          <a:bodyPr anchorCtr="0" anchor="t" bIns="48325" lIns="96650" spcFirstLastPara="1" rIns="96650" wrap="square" tIns="48325">
            <a:normAutofit/>
          </a:bodyPr>
          <a:lstStyle/>
          <a:p>
            <a:pPr indent="0" lvl="0" marL="0" rtl="0" algn="l">
              <a:spcBef>
                <a:spcPts val="0"/>
              </a:spcBef>
              <a:spcAft>
                <a:spcPts val="0"/>
              </a:spcAft>
              <a:buNone/>
            </a:pPr>
            <a:r>
              <a:t/>
            </a:r>
            <a:endParaRPr/>
          </a:p>
        </p:txBody>
      </p:sp>
      <p:sp>
        <p:nvSpPr>
          <p:cNvPr id="472" name="Google Shape;472;p37:notes"/>
          <p:cNvSpPr/>
          <p:nvPr>
            <p:ph idx="2" type="sldImg"/>
          </p:nvPr>
        </p:nvSpPr>
        <p:spPr>
          <a:xfrm>
            <a:off x="1257300" y="720725"/>
            <a:ext cx="4800600" cy="36004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6" name="Shape 476"/>
        <p:cNvGrpSpPr/>
        <p:nvPr/>
      </p:nvGrpSpPr>
      <p:grpSpPr>
        <a:xfrm>
          <a:off x="0" y="0"/>
          <a:ext cx="0" cy="0"/>
          <a:chOff x="0" y="0"/>
          <a:chExt cx="0" cy="0"/>
        </a:xfrm>
      </p:grpSpPr>
      <p:sp>
        <p:nvSpPr>
          <p:cNvPr id="477" name="Google Shape;477;p38:notes"/>
          <p:cNvSpPr/>
          <p:nvPr>
            <p:ph idx="2" type="sldImg"/>
          </p:nvPr>
        </p:nvSpPr>
        <p:spPr>
          <a:xfrm>
            <a:off x="1257300" y="720725"/>
            <a:ext cx="4800600" cy="36004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78" name="Google Shape;478;p38:notes"/>
          <p:cNvSpPr txBox="1"/>
          <p:nvPr>
            <p:ph idx="1" type="body"/>
          </p:nvPr>
        </p:nvSpPr>
        <p:spPr>
          <a:xfrm>
            <a:off x="731520" y="4560570"/>
            <a:ext cx="5852160" cy="4320540"/>
          </a:xfrm>
          <a:prstGeom prst="rect">
            <a:avLst/>
          </a:prstGeom>
          <a:noFill/>
          <a:ln>
            <a:noFill/>
          </a:ln>
        </p:spPr>
        <p:txBody>
          <a:bodyPr anchorCtr="0" anchor="t" bIns="48325" lIns="96650" spcFirstLastPara="1" rIns="96650" wrap="square" tIns="48325">
            <a:normAutofit lnSpcReduction="10000"/>
          </a:bodyPr>
          <a:lstStyle/>
          <a:p>
            <a:pPr indent="0" lvl="0" marL="0" rtl="0" algn="l">
              <a:spcBef>
                <a:spcPts val="0"/>
              </a:spcBef>
              <a:spcAft>
                <a:spcPts val="0"/>
              </a:spcAft>
              <a:buNone/>
            </a:pPr>
            <a:r>
              <a:t/>
            </a:r>
            <a:endParaRPr/>
          </a:p>
        </p:txBody>
      </p:sp>
      <p:sp>
        <p:nvSpPr>
          <p:cNvPr id="479" name="Google Shape;479;p38:notes"/>
          <p:cNvSpPr txBox="1"/>
          <p:nvPr>
            <p:ph idx="12" type="sldNum"/>
          </p:nvPr>
        </p:nvSpPr>
        <p:spPr>
          <a:xfrm>
            <a:off x="4143587" y="9119474"/>
            <a:ext cx="3169920" cy="480060"/>
          </a:xfrm>
          <a:prstGeom prst="rect">
            <a:avLst/>
          </a:prstGeom>
          <a:noFill/>
          <a:ln>
            <a:noFill/>
          </a:ln>
        </p:spPr>
        <p:txBody>
          <a:bodyPr anchorCtr="0" anchor="b" bIns="48325" lIns="96650" spcFirstLastPara="1" rIns="96650" wrap="square" tIns="48325">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3" name="Shape 483"/>
        <p:cNvGrpSpPr/>
        <p:nvPr/>
      </p:nvGrpSpPr>
      <p:grpSpPr>
        <a:xfrm>
          <a:off x="0" y="0"/>
          <a:ext cx="0" cy="0"/>
          <a:chOff x="0" y="0"/>
          <a:chExt cx="0" cy="0"/>
        </a:xfrm>
      </p:grpSpPr>
      <p:sp>
        <p:nvSpPr>
          <p:cNvPr id="484" name="Google Shape;484;p39:notes"/>
          <p:cNvSpPr/>
          <p:nvPr>
            <p:ph idx="2" type="sldImg"/>
          </p:nvPr>
        </p:nvSpPr>
        <p:spPr>
          <a:xfrm>
            <a:off x="1257300" y="720725"/>
            <a:ext cx="4800600" cy="36004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85" name="Google Shape;485;p39:notes"/>
          <p:cNvSpPr txBox="1"/>
          <p:nvPr>
            <p:ph idx="1" type="body"/>
          </p:nvPr>
        </p:nvSpPr>
        <p:spPr>
          <a:xfrm>
            <a:off x="731520" y="4560570"/>
            <a:ext cx="5852160" cy="4320540"/>
          </a:xfrm>
          <a:prstGeom prst="rect">
            <a:avLst/>
          </a:prstGeom>
          <a:noFill/>
          <a:ln>
            <a:noFill/>
          </a:ln>
        </p:spPr>
        <p:txBody>
          <a:bodyPr anchorCtr="0" anchor="t" bIns="48325" lIns="96650" spcFirstLastPara="1" rIns="96650" wrap="square" tIns="48325">
            <a:normAutofit/>
          </a:bodyPr>
          <a:lstStyle/>
          <a:p>
            <a:pPr indent="0" lvl="0" marL="0" rtl="0" algn="l">
              <a:spcBef>
                <a:spcPts val="0"/>
              </a:spcBef>
              <a:spcAft>
                <a:spcPts val="0"/>
              </a:spcAft>
              <a:buNone/>
            </a:pPr>
            <a:r>
              <a:t/>
            </a:r>
            <a:endParaRPr/>
          </a:p>
        </p:txBody>
      </p:sp>
      <p:sp>
        <p:nvSpPr>
          <p:cNvPr id="486" name="Google Shape;486;p39:notes"/>
          <p:cNvSpPr txBox="1"/>
          <p:nvPr>
            <p:ph idx="12" type="sldNum"/>
          </p:nvPr>
        </p:nvSpPr>
        <p:spPr>
          <a:xfrm>
            <a:off x="4143587" y="9119474"/>
            <a:ext cx="3169920" cy="480060"/>
          </a:xfrm>
          <a:prstGeom prst="rect">
            <a:avLst/>
          </a:prstGeom>
          <a:noFill/>
          <a:ln>
            <a:noFill/>
          </a:ln>
        </p:spPr>
        <p:txBody>
          <a:bodyPr anchorCtr="0" anchor="b" bIns="48325" lIns="96650" spcFirstLastPara="1" rIns="96650" wrap="square" tIns="48325">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0" name="Shape 490"/>
        <p:cNvGrpSpPr/>
        <p:nvPr/>
      </p:nvGrpSpPr>
      <p:grpSpPr>
        <a:xfrm>
          <a:off x="0" y="0"/>
          <a:ext cx="0" cy="0"/>
          <a:chOff x="0" y="0"/>
          <a:chExt cx="0" cy="0"/>
        </a:xfrm>
      </p:grpSpPr>
      <p:sp>
        <p:nvSpPr>
          <p:cNvPr id="491" name="Google Shape;491;p40:notes"/>
          <p:cNvSpPr/>
          <p:nvPr>
            <p:ph idx="2" type="sldImg"/>
          </p:nvPr>
        </p:nvSpPr>
        <p:spPr>
          <a:xfrm>
            <a:off x="1257300" y="720725"/>
            <a:ext cx="4800600" cy="36004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92" name="Google Shape;492;p40:notes"/>
          <p:cNvSpPr txBox="1"/>
          <p:nvPr>
            <p:ph idx="1" type="body"/>
          </p:nvPr>
        </p:nvSpPr>
        <p:spPr>
          <a:xfrm>
            <a:off x="731520" y="4560570"/>
            <a:ext cx="5852160" cy="4320540"/>
          </a:xfrm>
          <a:prstGeom prst="rect">
            <a:avLst/>
          </a:prstGeom>
          <a:noFill/>
          <a:ln>
            <a:noFill/>
          </a:ln>
        </p:spPr>
        <p:txBody>
          <a:bodyPr anchorCtr="0" anchor="t" bIns="48325" lIns="96650" spcFirstLastPara="1" rIns="96650" wrap="square" tIns="48325">
            <a:normAutofit/>
          </a:bodyPr>
          <a:lstStyle/>
          <a:p>
            <a:pPr indent="0" lvl="0" marL="0" rtl="0" algn="l">
              <a:spcBef>
                <a:spcPts val="0"/>
              </a:spcBef>
              <a:spcAft>
                <a:spcPts val="0"/>
              </a:spcAft>
              <a:buNone/>
            </a:pPr>
            <a:r>
              <a:t/>
            </a:r>
            <a:endParaRPr/>
          </a:p>
        </p:txBody>
      </p:sp>
      <p:sp>
        <p:nvSpPr>
          <p:cNvPr id="493" name="Google Shape;493;p40:notes"/>
          <p:cNvSpPr txBox="1"/>
          <p:nvPr>
            <p:ph idx="12" type="sldNum"/>
          </p:nvPr>
        </p:nvSpPr>
        <p:spPr>
          <a:xfrm>
            <a:off x="4143587" y="9119474"/>
            <a:ext cx="3169920" cy="480060"/>
          </a:xfrm>
          <a:prstGeom prst="rect">
            <a:avLst/>
          </a:prstGeom>
          <a:noFill/>
          <a:ln>
            <a:noFill/>
          </a:ln>
        </p:spPr>
        <p:txBody>
          <a:bodyPr anchorCtr="0" anchor="b" bIns="48325" lIns="96650" spcFirstLastPara="1" rIns="96650" wrap="square" tIns="48325">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7" name="Shape 497"/>
        <p:cNvGrpSpPr/>
        <p:nvPr/>
      </p:nvGrpSpPr>
      <p:grpSpPr>
        <a:xfrm>
          <a:off x="0" y="0"/>
          <a:ext cx="0" cy="0"/>
          <a:chOff x="0" y="0"/>
          <a:chExt cx="0" cy="0"/>
        </a:xfrm>
      </p:grpSpPr>
      <p:sp>
        <p:nvSpPr>
          <p:cNvPr id="498" name="Google Shape;498;p41:notes"/>
          <p:cNvSpPr txBox="1"/>
          <p:nvPr>
            <p:ph idx="1" type="body"/>
          </p:nvPr>
        </p:nvSpPr>
        <p:spPr>
          <a:xfrm>
            <a:off x="731520" y="4560570"/>
            <a:ext cx="5852160" cy="4320540"/>
          </a:xfrm>
          <a:prstGeom prst="rect">
            <a:avLst/>
          </a:prstGeom>
        </p:spPr>
        <p:txBody>
          <a:bodyPr anchorCtr="0" anchor="t" bIns="48325" lIns="96650" spcFirstLastPara="1" rIns="96650" wrap="square" tIns="48325">
            <a:normAutofit/>
          </a:bodyPr>
          <a:lstStyle/>
          <a:p>
            <a:pPr indent="0" lvl="0" marL="0" rtl="0" algn="l">
              <a:spcBef>
                <a:spcPts val="0"/>
              </a:spcBef>
              <a:spcAft>
                <a:spcPts val="0"/>
              </a:spcAft>
              <a:buNone/>
            </a:pPr>
            <a:r>
              <a:t/>
            </a:r>
            <a:endParaRPr/>
          </a:p>
        </p:txBody>
      </p:sp>
      <p:sp>
        <p:nvSpPr>
          <p:cNvPr id="499" name="Google Shape;499;p41:notes"/>
          <p:cNvSpPr/>
          <p:nvPr>
            <p:ph idx="2" type="sldImg"/>
          </p:nvPr>
        </p:nvSpPr>
        <p:spPr>
          <a:xfrm>
            <a:off x="1257300" y="720725"/>
            <a:ext cx="4800600" cy="36004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2" name="Shape 502"/>
        <p:cNvGrpSpPr/>
        <p:nvPr/>
      </p:nvGrpSpPr>
      <p:grpSpPr>
        <a:xfrm>
          <a:off x="0" y="0"/>
          <a:ext cx="0" cy="0"/>
          <a:chOff x="0" y="0"/>
          <a:chExt cx="0" cy="0"/>
        </a:xfrm>
      </p:grpSpPr>
      <p:sp>
        <p:nvSpPr>
          <p:cNvPr id="503" name="Google Shape;503;p43:notes"/>
          <p:cNvSpPr txBox="1"/>
          <p:nvPr>
            <p:ph idx="1" type="body"/>
          </p:nvPr>
        </p:nvSpPr>
        <p:spPr>
          <a:xfrm>
            <a:off x="731520" y="4560570"/>
            <a:ext cx="5852160" cy="4320540"/>
          </a:xfrm>
          <a:prstGeom prst="rect">
            <a:avLst/>
          </a:prstGeom>
        </p:spPr>
        <p:txBody>
          <a:bodyPr anchorCtr="0" anchor="t" bIns="48325" lIns="96650" spcFirstLastPara="1" rIns="96650" wrap="square" tIns="48325">
            <a:normAutofit/>
          </a:bodyPr>
          <a:lstStyle/>
          <a:p>
            <a:pPr indent="0" lvl="0" marL="0" rtl="0" algn="l">
              <a:spcBef>
                <a:spcPts val="0"/>
              </a:spcBef>
              <a:spcAft>
                <a:spcPts val="0"/>
              </a:spcAft>
              <a:buNone/>
            </a:pPr>
            <a:r>
              <a:t/>
            </a:r>
            <a:endParaRPr/>
          </a:p>
        </p:txBody>
      </p:sp>
      <p:sp>
        <p:nvSpPr>
          <p:cNvPr id="504" name="Google Shape;504;p43:notes"/>
          <p:cNvSpPr/>
          <p:nvPr>
            <p:ph idx="2" type="sldImg"/>
          </p:nvPr>
        </p:nvSpPr>
        <p:spPr>
          <a:xfrm>
            <a:off x="1257300" y="720725"/>
            <a:ext cx="4800600" cy="36004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7" name="Shape 507"/>
        <p:cNvGrpSpPr/>
        <p:nvPr/>
      </p:nvGrpSpPr>
      <p:grpSpPr>
        <a:xfrm>
          <a:off x="0" y="0"/>
          <a:ext cx="0" cy="0"/>
          <a:chOff x="0" y="0"/>
          <a:chExt cx="0" cy="0"/>
        </a:xfrm>
      </p:grpSpPr>
      <p:sp>
        <p:nvSpPr>
          <p:cNvPr id="508" name="Google Shape;508;p44:notes"/>
          <p:cNvSpPr txBox="1"/>
          <p:nvPr>
            <p:ph idx="12" type="sldNum"/>
          </p:nvPr>
        </p:nvSpPr>
        <p:spPr>
          <a:xfrm>
            <a:off x="4143587" y="9119474"/>
            <a:ext cx="3169920" cy="480060"/>
          </a:xfrm>
          <a:prstGeom prst="rect">
            <a:avLst/>
          </a:prstGeom>
          <a:noFill/>
          <a:ln>
            <a:noFill/>
          </a:ln>
        </p:spPr>
        <p:txBody>
          <a:bodyPr anchorCtr="0" anchor="b" bIns="48325" lIns="96650" spcFirstLastPara="1" rIns="96650" wrap="square" tIns="48325">
            <a:noAutofit/>
          </a:bodyPr>
          <a:lstStyle/>
          <a:p>
            <a:pPr indent="0" lvl="0" marL="0" rtl="0" algn="r">
              <a:spcBef>
                <a:spcPts val="0"/>
              </a:spcBef>
              <a:spcAft>
                <a:spcPts val="0"/>
              </a:spcAft>
              <a:buNone/>
            </a:pPr>
            <a:fld id="{00000000-1234-1234-1234-123412341234}" type="slidenum">
              <a:rPr lang="en-US" sz="1300">
                <a:solidFill>
                  <a:schemeClr val="dk1"/>
                </a:solidFill>
                <a:latin typeface="Tahoma"/>
                <a:ea typeface="Tahoma"/>
                <a:cs typeface="Tahoma"/>
                <a:sym typeface="Tahoma"/>
              </a:rPr>
              <a:t>‹#›</a:t>
            </a:fld>
            <a:endParaRPr sz="1300">
              <a:solidFill>
                <a:schemeClr val="dk1"/>
              </a:solidFill>
              <a:latin typeface="Tahoma"/>
              <a:ea typeface="Tahoma"/>
              <a:cs typeface="Tahoma"/>
              <a:sym typeface="Tahoma"/>
            </a:endParaRPr>
          </a:p>
        </p:txBody>
      </p:sp>
      <p:sp>
        <p:nvSpPr>
          <p:cNvPr id="509" name="Google Shape;509;p44:notes"/>
          <p:cNvSpPr txBox="1"/>
          <p:nvPr>
            <p:ph idx="1" type="body"/>
          </p:nvPr>
        </p:nvSpPr>
        <p:spPr>
          <a:xfrm>
            <a:off x="731520" y="4560570"/>
            <a:ext cx="5852160" cy="4320540"/>
          </a:xfrm>
          <a:prstGeom prst="rect">
            <a:avLst/>
          </a:prstGeom>
        </p:spPr>
        <p:txBody>
          <a:bodyPr anchorCtr="0" anchor="t" bIns="48325" lIns="96650" spcFirstLastPara="1" rIns="96650" wrap="square" tIns="48325">
            <a:normAutofit/>
          </a:bodyPr>
          <a:lstStyle/>
          <a:p>
            <a:pPr indent="0" lvl="0" marL="0" rtl="0" algn="l">
              <a:spcBef>
                <a:spcPts val="0"/>
              </a:spcBef>
              <a:spcAft>
                <a:spcPts val="0"/>
              </a:spcAft>
              <a:buNone/>
            </a:pPr>
            <a:r>
              <a:t/>
            </a:r>
            <a:endParaRPr/>
          </a:p>
        </p:txBody>
      </p:sp>
      <p:sp>
        <p:nvSpPr>
          <p:cNvPr id="510" name="Google Shape;510;p44:notes"/>
          <p:cNvSpPr/>
          <p:nvPr>
            <p:ph idx="2" type="sldImg"/>
          </p:nvPr>
        </p:nvSpPr>
        <p:spPr>
          <a:xfrm>
            <a:off x="1257300" y="720725"/>
            <a:ext cx="4800600" cy="36004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7" name="Shape 517"/>
        <p:cNvGrpSpPr/>
        <p:nvPr/>
      </p:nvGrpSpPr>
      <p:grpSpPr>
        <a:xfrm>
          <a:off x="0" y="0"/>
          <a:ext cx="0" cy="0"/>
          <a:chOff x="0" y="0"/>
          <a:chExt cx="0" cy="0"/>
        </a:xfrm>
      </p:grpSpPr>
      <p:sp>
        <p:nvSpPr>
          <p:cNvPr id="518" name="Google Shape;518;p45:notes"/>
          <p:cNvSpPr txBox="1"/>
          <p:nvPr>
            <p:ph idx="1" type="body"/>
          </p:nvPr>
        </p:nvSpPr>
        <p:spPr>
          <a:xfrm>
            <a:off x="731520" y="4560570"/>
            <a:ext cx="5852160" cy="4320540"/>
          </a:xfrm>
          <a:prstGeom prst="rect">
            <a:avLst/>
          </a:prstGeom>
        </p:spPr>
        <p:txBody>
          <a:bodyPr anchorCtr="0" anchor="t" bIns="48325" lIns="96650" spcFirstLastPara="1" rIns="96650" wrap="square" tIns="48325">
            <a:normAutofit/>
          </a:bodyPr>
          <a:lstStyle/>
          <a:p>
            <a:pPr indent="0" lvl="0" marL="0" rtl="0" algn="l">
              <a:spcBef>
                <a:spcPts val="0"/>
              </a:spcBef>
              <a:spcAft>
                <a:spcPts val="0"/>
              </a:spcAft>
              <a:buNone/>
            </a:pPr>
            <a:r>
              <a:t/>
            </a:r>
            <a:endParaRPr/>
          </a:p>
        </p:txBody>
      </p:sp>
      <p:sp>
        <p:nvSpPr>
          <p:cNvPr id="519" name="Google Shape;519;p45:notes"/>
          <p:cNvSpPr/>
          <p:nvPr>
            <p:ph idx="2" type="sldImg"/>
          </p:nvPr>
        </p:nvSpPr>
        <p:spPr>
          <a:xfrm>
            <a:off x="1257300" y="720725"/>
            <a:ext cx="4800600" cy="36004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6" name="Shape 526"/>
        <p:cNvGrpSpPr/>
        <p:nvPr/>
      </p:nvGrpSpPr>
      <p:grpSpPr>
        <a:xfrm>
          <a:off x="0" y="0"/>
          <a:ext cx="0" cy="0"/>
          <a:chOff x="0" y="0"/>
          <a:chExt cx="0" cy="0"/>
        </a:xfrm>
      </p:grpSpPr>
      <p:sp>
        <p:nvSpPr>
          <p:cNvPr id="527" name="Google Shape;527;p46:notes"/>
          <p:cNvSpPr txBox="1"/>
          <p:nvPr>
            <p:ph idx="1" type="body"/>
          </p:nvPr>
        </p:nvSpPr>
        <p:spPr>
          <a:xfrm>
            <a:off x="731520" y="4560570"/>
            <a:ext cx="5852160" cy="4320540"/>
          </a:xfrm>
          <a:prstGeom prst="rect">
            <a:avLst/>
          </a:prstGeom>
        </p:spPr>
        <p:txBody>
          <a:bodyPr anchorCtr="0" anchor="t" bIns="48325" lIns="96650" spcFirstLastPara="1" rIns="96650" wrap="square" tIns="48325">
            <a:normAutofit/>
          </a:bodyPr>
          <a:lstStyle/>
          <a:p>
            <a:pPr indent="0" lvl="0" marL="0" rtl="0" algn="l">
              <a:spcBef>
                <a:spcPts val="0"/>
              </a:spcBef>
              <a:spcAft>
                <a:spcPts val="0"/>
              </a:spcAft>
              <a:buNone/>
            </a:pPr>
            <a:r>
              <a:t/>
            </a:r>
            <a:endParaRPr/>
          </a:p>
        </p:txBody>
      </p:sp>
      <p:sp>
        <p:nvSpPr>
          <p:cNvPr id="528" name="Google Shape;528;p46:notes"/>
          <p:cNvSpPr/>
          <p:nvPr>
            <p:ph idx="2" type="sldImg"/>
          </p:nvPr>
        </p:nvSpPr>
        <p:spPr>
          <a:xfrm>
            <a:off x="1257300" y="720725"/>
            <a:ext cx="4800600" cy="36004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5" name="Shape 535"/>
        <p:cNvGrpSpPr/>
        <p:nvPr/>
      </p:nvGrpSpPr>
      <p:grpSpPr>
        <a:xfrm>
          <a:off x="0" y="0"/>
          <a:ext cx="0" cy="0"/>
          <a:chOff x="0" y="0"/>
          <a:chExt cx="0" cy="0"/>
        </a:xfrm>
      </p:grpSpPr>
      <p:sp>
        <p:nvSpPr>
          <p:cNvPr id="536" name="Google Shape;536;p47:notes"/>
          <p:cNvSpPr txBox="1"/>
          <p:nvPr>
            <p:ph idx="1" type="body"/>
          </p:nvPr>
        </p:nvSpPr>
        <p:spPr>
          <a:xfrm>
            <a:off x="731520" y="4560570"/>
            <a:ext cx="5852160" cy="4320540"/>
          </a:xfrm>
          <a:prstGeom prst="rect">
            <a:avLst/>
          </a:prstGeom>
        </p:spPr>
        <p:txBody>
          <a:bodyPr anchorCtr="0" anchor="t" bIns="48325" lIns="96650" spcFirstLastPara="1" rIns="96650" wrap="square" tIns="48325">
            <a:normAutofit/>
          </a:bodyPr>
          <a:lstStyle/>
          <a:p>
            <a:pPr indent="0" lvl="0" marL="0" rtl="0" algn="l">
              <a:spcBef>
                <a:spcPts val="0"/>
              </a:spcBef>
              <a:spcAft>
                <a:spcPts val="0"/>
              </a:spcAft>
              <a:buNone/>
            </a:pPr>
            <a:r>
              <a:t/>
            </a:r>
            <a:endParaRPr/>
          </a:p>
        </p:txBody>
      </p:sp>
      <p:sp>
        <p:nvSpPr>
          <p:cNvPr id="537" name="Google Shape;537;p47:notes"/>
          <p:cNvSpPr/>
          <p:nvPr>
            <p:ph idx="2" type="sldImg"/>
          </p:nvPr>
        </p:nvSpPr>
        <p:spPr>
          <a:xfrm>
            <a:off x="1257300" y="720725"/>
            <a:ext cx="4800600" cy="36004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showMasterSp="0" type="title">
  <p:cSld name="TITLE">
    <p:spTree>
      <p:nvGrpSpPr>
        <p:cNvPr id="22" name="Shape 22"/>
        <p:cNvGrpSpPr/>
        <p:nvPr/>
      </p:nvGrpSpPr>
      <p:grpSpPr>
        <a:xfrm>
          <a:off x="0" y="0"/>
          <a:ext cx="0" cy="0"/>
          <a:chOff x="0" y="0"/>
          <a:chExt cx="0" cy="0"/>
        </a:xfrm>
      </p:grpSpPr>
      <p:grpSp>
        <p:nvGrpSpPr>
          <p:cNvPr id="23" name="Google Shape;23;p49"/>
          <p:cNvGrpSpPr/>
          <p:nvPr/>
        </p:nvGrpSpPr>
        <p:grpSpPr>
          <a:xfrm>
            <a:off x="203200" y="0"/>
            <a:ext cx="3778250" cy="6858001"/>
            <a:chOff x="203200" y="0"/>
            <a:chExt cx="3778250" cy="6858001"/>
          </a:xfrm>
        </p:grpSpPr>
        <p:sp>
          <p:nvSpPr>
            <p:cNvPr id="24" name="Google Shape;24;p49"/>
            <p:cNvSpPr/>
            <p:nvPr/>
          </p:nvSpPr>
          <p:spPr>
            <a:xfrm>
              <a:off x="641350" y="0"/>
              <a:ext cx="1365250" cy="3971925"/>
            </a:xfrm>
            <a:custGeom>
              <a:rect b="b" l="l" r="r" t="t"/>
              <a:pathLst>
                <a:path extrusionOk="0" h="2502" w="860">
                  <a:moveTo>
                    <a:pt x="0" y="2445"/>
                  </a:moveTo>
                  <a:lnTo>
                    <a:pt x="228" y="2502"/>
                  </a:lnTo>
                  <a:lnTo>
                    <a:pt x="860" y="0"/>
                  </a:lnTo>
                  <a:lnTo>
                    <a:pt x="620" y="0"/>
                  </a:lnTo>
                  <a:lnTo>
                    <a:pt x="0" y="2445"/>
                  </a:lnTo>
                  <a:close/>
                </a:path>
              </a:pathLst>
            </a:custGeom>
            <a:solidFill>
              <a:schemeClr val="accent1"/>
            </a:solidFill>
            <a:ln>
              <a:noFill/>
            </a:ln>
          </p:spPr>
        </p:sp>
        <p:sp>
          <p:nvSpPr>
            <p:cNvPr id="25" name="Google Shape;25;p49"/>
            <p:cNvSpPr/>
            <p:nvPr/>
          </p:nvSpPr>
          <p:spPr>
            <a:xfrm>
              <a:off x="203200" y="0"/>
              <a:ext cx="1336675" cy="3862388"/>
            </a:xfrm>
            <a:custGeom>
              <a:rect b="b" l="l" r="r" t="t"/>
              <a:pathLst>
                <a:path extrusionOk="0" h="2433" w="842">
                  <a:moveTo>
                    <a:pt x="842" y="0"/>
                  </a:moveTo>
                  <a:lnTo>
                    <a:pt x="602" y="0"/>
                  </a:lnTo>
                  <a:lnTo>
                    <a:pt x="0" y="2376"/>
                  </a:lnTo>
                  <a:lnTo>
                    <a:pt x="228" y="2433"/>
                  </a:lnTo>
                  <a:lnTo>
                    <a:pt x="842" y="0"/>
                  </a:lnTo>
                  <a:close/>
                </a:path>
              </a:pathLst>
            </a:custGeom>
            <a:solidFill>
              <a:srgbClr val="595959"/>
            </a:solidFill>
            <a:ln>
              <a:noFill/>
            </a:ln>
          </p:spPr>
        </p:sp>
        <p:sp>
          <p:nvSpPr>
            <p:cNvPr id="26" name="Google Shape;26;p49"/>
            <p:cNvSpPr/>
            <p:nvPr/>
          </p:nvSpPr>
          <p:spPr>
            <a:xfrm>
              <a:off x="207963" y="3776663"/>
              <a:ext cx="1936750" cy="3081338"/>
            </a:xfrm>
            <a:custGeom>
              <a:rect b="b" l="l" r="r" t="t"/>
              <a:pathLst>
                <a:path extrusionOk="0" h="1941" w="1220">
                  <a:moveTo>
                    <a:pt x="0" y="0"/>
                  </a:moveTo>
                  <a:lnTo>
                    <a:pt x="1166" y="1941"/>
                  </a:lnTo>
                  <a:lnTo>
                    <a:pt x="1220" y="1941"/>
                  </a:lnTo>
                  <a:lnTo>
                    <a:pt x="0" y="0"/>
                  </a:lnTo>
                  <a:close/>
                </a:path>
              </a:pathLst>
            </a:custGeom>
            <a:solidFill>
              <a:srgbClr val="262626"/>
            </a:solidFill>
            <a:ln>
              <a:noFill/>
            </a:ln>
          </p:spPr>
        </p:sp>
        <p:sp>
          <p:nvSpPr>
            <p:cNvPr id="27" name="Google Shape;27;p49"/>
            <p:cNvSpPr/>
            <p:nvPr/>
          </p:nvSpPr>
          <p:spPr>
            <a:xfrm>
              <a:off x="646113" y="3886200"/>
              <a:ext cx="2373313" cy="2971800"/>
            </a:xfrm>
            <a:custGeom>
              <a:rect b="b" l="l" r="r" t="t"/>
              <a:pathLst>
                <a:path extrusionOk="0" h="1872" w="1495">
                  <a:moveTo>
                    <a:pt x="1495" y="1872"/>
                  </a:moveTo>
                  <a:lnTo>
                    <a:pt x="0" y="0"/>
                  </a:lnTo>
                  <a:lnTo>
                    <a:pt x="1442" y="1872"/>
                  </a:lnTo>
                  <a:lnTo>
                    <a:pt x="1495" y="1872"/>
                  </a:lnTo>
                  <a:close/>
                </a:path>
              </a:pathLst>
            </a:custGeom>
            <a:solidFill>
              <a:srgbClr val="244061"/>
            </a:solidFill>
            <a:ln>
              <a:noFill/>
            </a:ln>
          </p:spPr>
        </p:sp>
        <p:sp>
          <p:nvSpPr>
            <p:cNvPr id="28" name="Google Shape;28;p49"/>
            <p:cNvSpPr/>
            <p:nvPr/>
          </p:nvSpPr>
          <p:spPr>
            <a:xfrm>
              <a:off x="641350" y="3881438"/>
              <a:ext cx="3340100" cy="2976563"/>
            </a:xfrm>
            <a:custGeom>
              <a:rect b="b" l="l" r="r" t="t"/>
              <a:pathLst>
                <a:path extrusionOk="0" h="1875" w="2104">
                  <a:moveTo>
                    <a:pt x="0" y="0"/>
                  </a:moveTo>
                  <a:lnTo>
                    <a:pt x="3" y="3"/>
                  </a:lnTo>
                  <a:lnTo>
                    <a:pt x="1498" y="1875"/>
                  </a:lnTo>
                  <a:lnTo>
                    <a:pt x="2104" y="1875"/>
                  </a:lnTo>
                  <a:lnTo>
                    <a:pt x="228" y="57"/>
                  </a:lnTo>
                  <a:lnTo>
                    <a:pt x="0" y="0"/>
                  </a:lnTo>
                  <a:close/>
                </a:path>
              </a:pathLst>
            </a:custGeom>
            <a:solidFill>
              <a:srgbClr val="366092"/>
            </a:solidFill>
            <a:ln>
              <a:noFill/>
            </a:ln>
          </p:spPr>
        </p:sp>
        <p:sp>
          <p:nvSpPr>
            <p:cNvPr id="29" name="Google Shape;29;p49"/>
            <p:cNvSpPr/>
            <p:nvPr/>
          </p:nvSpPr>
          <p:spPr>
            <a:xfrm>
              <a:off x="203200" y="3771900"/>
              <a:ext cx="2660650" cy="3086100"/>
            </a:xfrm>
            <a:custGeom>
              <a:rect b="b" l="l" r="r" t="t"/>
              <a:pathLst>
                <a:path extrusionOk="0" h="1944" w="1676">
                  <a:moveTo>
                    <a:pt x="1676" y="1944"/>
                  </a:moveTo>
                  <a:lnTo>
                    <a:pt x="264" y="111"/>
                  </a:lnTo>
                  <a:lnTo>
                    <a:pt x="225" y="60"/>
                  </a:lnTo>
                  <a:lnTo>
                    <a:pt x="228" y="60"/>
                  </a:lnTo>
                  <a:lnTo>
                    <a:pt x="264" y="111"/>
                  </a:lnTo>
                  <a:lnTo>
                    <a:pt x="234" y="69"/>
                  </a:lnTo>
                  <a:lnTo>
                    <a:pt x="228" y="57"/>
                  </a:lnTo>
                  <a:lnTo>
                    <a:pt x="222" y="54"/>
                  </a:lnTo>
                  <a:lnTo>
                    <a:pt x="0" y="0"/>
                  </a:lnTo>
                  <a:lnTo>
                    <a:pt x="3" y="3"/>
                  </a:lnTo>
                  <a:lnTo>
                    <a:pt x="1223" y="1944"/>
                  </a:lnTo>
                  <a:lnTo>
                    <a:pt x="1676" y="1944"/>
                  </a:lnTo>
                  <a:close/>
                </a:path>
              </a:pathLst>
            </a:custGeom>
            <a:solidFill>
              <a:srgbClr val="3F3F3F"/>
            </a:solidFill>
            <a:ln>
              <a:noFill/>
            </a:ln>
          </p:spPr>
        </p:sp>
      </p:grpSp>
      <p:sp>
        <p:nvSpPr>
          <p:cNvPr id="30" name="Google Shape;30;p49"/>
          <p:cNvSpPr txBox="1"/>
          <p:nvPr>
            <p:ph type="ctrTitle"/>
          </p:nvPr>
        </p:nvSpPr>
        <p:spPr>
          <a:xfrm>
            <a:off x="1739673" y="914401"/>
            <a:ext cx="6947127" cy="3488266"/>
          </a:xfrm>
          <a:prstGeom prst="rect">
            <a:avLst/>
          </a:prstGeom>
          <a:noFill/>
          <a:ln>
            <a:noFill/>
          </a:ln>
        </p:spPr>
        <p:txBody>
          <a:bodyPr anchorCtr="0" anchor="b" bIns="45700" lIns="91425" spcFirstLastPara="1" rIns="91425" wrap="square" tIns="45700">
            <a:normAutofit/>
          </a:bodyPr>
          <a:lstStyle>
            <a:lvl1pPr lvl="0" algn="r">
              <a:spcBef>
                <a:spcPts val="0"/>
              </a:spcBef>
              <a:spcAft>
                <a:spcPts val="0"/>
              </a:spcAft>
              <a:buClr>
                <a:schemeClr val="dk1"/>
              </a:buClr>
              <a:buSzPts val="5400"/>
              <a:buFont typeface="Corbel"/>
              <a:buNone/>
              <a:defRPr sz="54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49"/>
          <p:cNvSpPr txBox="1"/>
          <p:nvPr>
            <p:ph idx="1" type="subTitle"/>
          </p:nvPr>
        </p:nvSpPr>
        <p:spPr>
          <a:xfrm>
            <a:off x="2924238" y="4402666"/>
            <a:ext cx="5762563" cy="1364531"/>
          </a:xfrm>
          <a:prstGeom prst="rect">
            <a:avLst/>
          </a:prstGeom>
          <a:noFill/>
          <a:ln>
            <a:noFill/>
          </a:ln>
        </p:spPr>
        <p:txBody>
          <a:bodyPr anchorCtr="0" anchor="t" bIns="45700" lIns="91425" spcFirstLastPara="1" rIns="91425" wrap="square" tIns="45700">
            <a:normAutofit/>
          </a:bodyPr>
          <a:lstStyle>
            <a:lvl1pPr lvl="0" algn="r">
              <a:spcBef>
                <a:spcPts val="360"/>
              </a:spcBef>
              <a:spcAft>
                <a:spcPts val="0"/>
              </a:spcAft>
              <a:buSzPts val="2610"/>
              <a:buNone/>
              <a:defRPr sz="1800">
                <a:solidFill>
                  <a:schemeClr val="dk1"/>
                </a:solidFill>
              </a:defRPr>
            </a:lvl1pPr>
            <a:lvl2pPr lvl="1" algn="ctr">
              <a:spcBef>
                <a:spcPts val="600"/>
              </a:spcBef>
              <a:spcAft>
                <a:spcPts val="0"/>
              </a:spcAft>
              <a:buSzPts val="2900"/>
              <a:buNone/>
              <a:defRPr>
                <a:solidFill>
                  <a:srgbClr val="888888"/>
                </a:solidFill>
              </a:defRPr>
            </a:lvl2pPr>
            <a:lvl3pPr lvl="2" algn="ctr">
              <a:spcBef>
                <a:spcPts val="600"/>
              </a:spcBef>
              <a:spcAft>
                <a:spcPts val="0"/>
              </a:spcAft>
              <a:buSzPts val="2610"/>
              <a:buNone/>
              <a:defRPr>
                <a:solidFill>
                  <a:srgbClr val="888888"/>
                </a:solidFill>
              </a:defRPr>
            </a:lvl3pPr>
            <a:lvl4pPr lvl="3" algn="ctr">
              <a:spcBef>
                <a:spcPts val="600"/>
              </a:spcBef>
              <a:spcAft>
                <a:spcPts val="0"/>
              </a:spcAft>
              <a:buSzPts val="2320"/>
              <a:buNone/>
              <a:defRPr>
                <a:solidFill>
                  <a:srgbClr val="888888"/>
                </a:solidFill>
              </a:defRPr>
            </a:lvl4pPr>
            <a:lvl5pPr lvl="4" algn="ctr">
              <a:spcBef>
                <a:spcPts val="600"/>
              </a:spcBef>
              <a:spcAft>
                <a:spcPts val="0"/>
              </a:spcAft>
              <a:buSzPts val="2030"/>
              <a:buNone/>
              <a:defRPr>
                <a:solidFill>
                  <a:srgbClr val="888888"/>
                </a:solidFill>
              </a:defRPr>
            </a:lvl5pPr>
            <a:lvl6pPr lvl="5" algn="ctr">
              <a:spcBef>
                <a:spcPts val="600"/>
              </a:spcBef>
              <a:spcAft>
                <a:spcPts val="0"/>
              </a:spcAft>
              <a:buSzPts val="2030"/>
              <a:buNone/>
              <a:defRPr>
                <a:solidFill>
                  <a:srgbClr val="888888"/>
                </a:solidFill>
              </a:defRPr>
            </a:lvl6pPr>
            <a:lvl7pPr lvl="6" algn="ctr">
              <a:spcBef>
                <a:spcPts val="600"/>
              </a:spcBef>
              <a:spcAft>
                <a:spcPts val="0"/>
              </a:spcAft>
              <a:buSzPts val="2030"/>
              <a:buNone/>
              <a:defRPr>
                <a:solidFill>
                  <a:srgbClr val="888888"/>
                </a:solidFill>
              </a:defRPr>
            </a:lvl7pPr>
            <a:lvl8pPr lvl="7" algn="ctr">
              <a:spcBef>
                <a:spcPts val="600"/>
              </a:spcBef>
              <a:spcAft>
                <a:spcPts val="0"/>
              </a:spcAft>
              <a:buSzPts val="2030"/>
              <a:buNone/>
              <a:defRPr>
                <a:solidFill>
                  <a:srgbClr val="888888"/>
                </a:solidFill>
              </a:defRPr>
            </a:lvl8pPr>
            <a:lvl9pPr lvl="8" algn="ctr">
              <a:spcBef>
                <a:spcPts val="600"/>
              </a:spcBef>
              <a:spcAft>
                <a:spcPts val="600"/>
              </a:spcAft>
              <a:buSzPts val="2030"/>
              <a:buNone/>
              <a:defRPr>
                <a:solidFill>
                  <a:srgbClr val="888888"/>
                </a:solidFill>
              </a:defRPr>
            </a:lvl9pPr>
          </a:lstStyle>
          <a:p/>
        </p:txBody>
      </p:sp>
      <p:sp>
        <p:nvSpPr>
          <p:cNvPr id="32" name="Google Shape;32;p49"/>
          <p:cNvSpPr txBox="1"/>
          <p:nvPr>
            <p:ph idx="10" type="dt"/>
          </p:nvPr>
        </p:nvSpPr>
        <p:spPr>
          <a:xfrm>
            <a:off x="7325773" y="6117336"/>
            <a:ext cx="857473"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3" name="Google Shape;33;p49"/>
          <p:cNvSpPr txBox="1"/>
          <p:nvPr>
            <p:ph idx="11" type="ftr"/>
          </p:nvPr>
        </p:nvSpPr>
        <p:spPr>
          <a:xfrm>
            <a:off x="3623733" y="6117336"/>
            <a:ext cx="3609438"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4" name="Google Shape;34;p49"/>
          <p:cNvSpPr txBox="1"/>
          <p:nvPr>
            <p:ph idx="12" type="sldNum"/>
          </p:nvPr>
        </p:nvSpPr>
        <p:spPr>
          <a:xfrm>
            <a:off x="8275320" y="6117336"/>
            <a:ext cx="41148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
        <p:nvSpPr>
          <p:cNvPr id="35" name="Google Shape;35;p49"/>
          <p:cNvSpPr/>
          <p:nvPr/>
        </p:nvSpPr>
        <p:spPr>
          <a:xfrm>
            <a:off x="203200" y="3771900"/>
            <a:ext cx="361950" cy="90488"/>
          </a:xfrm>
          <a:custGeom>
            <a:rect b="b" l="l" r="r" t="t"/>
            <a:pathLst>
              <a:path extrusionOk="0" h="57" w="228">
                <a:moveTo>
                  <a:pt x="228" y="57"/>
                </a:moveTo>
                <a:lnTo>
                  <a:pt x="0" y="0"/>
                </a:lnTo>
                <a:lnTo>
                  <a:pt x="222" y="54"/>
                </a:lnTo>
                <a:lnTo>
                  <a:pt x="228" y="57"/>
                </a:lnTo>
                <a:close/>
              </a:path>
            </a:pathLst>
          </a:custGeom>
          <a:solidFill>
            <a:srgbClr val="29ABE2"/>
          </a:solidFill>
          <a:ln>
            <a:noFill/>
          </a:ln>
        </p:spPr>
      </p:sp>
      <p:sp>
        <p:nvSpPr>
          <p:cNvPr id="36" name="Google Shape;36;p49"/>
          <p:cNvSpPr/>
          <p:nvPr/>
        </p:nvSpPr>
        <p:spPr>
          <a:xfrm>
            <a:off x="560388" y="3867150"/>
            <a:ext cx="61913" cy="80963"/>
          </a:xfrm>
          <a:custGeom>
            <a:rect b="b" l="l" r="r" t="t"/>
            <a:pathLst>
              <a:path extrusionOk="0" h="51" w="39">
                <a:moveTo>
                  <a:pt x="0" y="0"/>
                </a:moveTo>
                <a:lnTo>
                  <a:pt x="39" y="51"/>
                </a:lnTo>
                <a:lnTo>
                  <a:pt x="3" y="0"/>
                </a:lnTo>
                <a:lnTo>
                  <a:pt x="0" y="0"/>
                </a:lnTo>
                <a:close/>
              </a:path>
            </a:pathLst>
          </a:custGeom>
          <a:solidFill>
            <a:srgbClr val="29ABE2"/>
          </a:solidFill>
          <a:ln>
            <a:noFill/>
          </a:ln>
        </p:spPr>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37" name="Shape 37"/>
        <p:cNvGrpSpPr/>
        <p:nvPr/>
      </p:nvGrpSpPr>
      <p:grpSpPr>
        <a:xfrm>
          <a:off x="0" y="0"/>
          <a:ext cx="0" cy="0"/>
          <a:chOff x="0" y="0"/>
          <a:chExt cx="0" cy="0"/>
        </a:xfrm>
      </p:grpSpPr>
      <p:sp>
        <p:nvSpPr>
          <p:cNvPr id="38" name="Google Shape;38;p50"/>
          <p:cNvSpPr txBox="1"/>
          <p:nvPr>
            <p:ph type="title"/>
          </p:nvPr>
        </p:nvSpPr>
        <p:spPr>
          <a:xfrm>
            <a:off x="982133" y="457201"/>
            <a:ext cx="6561667" cy="1142999"/>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50"/>
          <p:cNvSpPr txBox="1"/>
          <p:nvPr>
            <p:ph idx="1" type="body"/>
          </p:nvPr>
        </p:nvSpPr>
        <p:spPr>
          <a:xfrm>
            <a:off x="982133" y="1600199"/>
            <a:ext cx="7857067" cy="4800599"/>
          </a:xfrm>
          <a:prstGeom prst="rect">
            <a:avLst/>
          </a:prstGeom>
          <a:noFill/>
          <a:ln>
            <a:noFill/>
          </a:ln>
        </p:spPr>
        <p:txBody>
          <a:bodyPr anchorCtr="0" anchor="t" bIns="45700" lIns="91425" spcFirstLastPara="1" rIns="91425" wrap="square" tIns="45700">
            <a:normAutofit/>
          </a:bodyPr>
          <a:lstStyle>
            <a:lvl1pPr indent="-394335" lvl="0" marL="457200" algn="l">
              <a:spcBef>
                <a:spcPts val="360"/>
              </a:spcBef>
              <a:spcAft>
                <a:spcPts val="0"/>
              </a:spcAft>
              <a:buSzPts val="2610"/>
              <a:buChar char="•"/>
              <a:defRPr/>
            </a:lvl1pPr>
            <a:lvl2pPr indent="-394335" lvl="1" marL="914400" algn="l">
              <a:spcBef>
                <a:spcPts val="600"/>
              </a:spcBef>
              <a:spcAft>
                <a:spcPts val="0"/>
              </a:spcAft>
              <a:buSzPts val="2610"/>
              <a:buChar char="•"/>
              <a:defRPr/>
            </a:lvl2pPr>
            <a:lvl3pPr indent="-394335" lvl="2" marL="1371600" algn="l">
              <a:spcBef>
                <a:spcPts val="600"/>
              </a:spcBef>
              <a:spcAft>
                <a:spcPts val="0"/>
              </a:spcAft>
              <a:buSzPts val="2610"/>
              <a:buChar char="•"/>
              <a:defRPr/>
            </a:lvl3pPr>
            <a:lvl4pPr indent="-394335" lvl="3" marL="1828800" algn="l">
              <a:spcBef>
                <a:spcPts val="600"/>
              </a:spcBef>
              <a:spcAft>
                <a:spcPts val="0"/>
              </a:spcAft>
              <a:buSzPts val="2610"/>
              <a:buChar char="•"/>
              <a:defRPr/>
            </a:lvl4pPr>
            <a:lvl5pPr indent="-394335" lvl="4" marL="2286000" algn="l">
              <a:spcBef>
                <a:spcPts val="600"/>
              </a:spcBef>
              <a:spcAft>
                <a:spcPts val="0"/>
              </a:spcAft>
              <a:buSzPts val="2610"/>
              <a:buChar char="•"/>
              <a:defRPr/>
            </a:lvl5pPr>
            <a:lvl6pPr indent="-394335" lvl="5" marL="2743200" algn="l">
              <a:spcBef>
                <a:spcPts val="600"/>
              </a:spcBef>
              <a:spcAft>
                <a:spcPts val="0"/>
              </a:spcAft>
              <a:buSzPts val="2610"/>
              <a:buChar char="•"/>
              <a:defRPr/>
            </a:lvl6pPr>
            <a:lvl7pPr indent="-394335" lvl="6" marL="3200400" algn="l">
              <a:spcBef>
                <a:spcPts val="600"/>
              </a:spcBef>
              <a:spcAft>
                <a:spcPts val="0"/>
              </a:spcAft>
              <a:buSzPts val="2610"/>
              <a:buChar char="•"/>
              <a:defRPr/>
            </a:lvl7pPr>
            <a:lvl8pPr indent="-394334" lvl="7" marL="3657600" algn="l">
              <a:spcBef>
                <a:spcPts val="600"/>
              </a:spcBef>
              <a:spcAft>
                <a:spcPts val="0"/>
              </a:spcAft>
              <a:buSzPts val="2610"/>
              <a:buChar char="•"/>
              <a:defRPr/>
            </a:lvl8pPr>
            <a:lvl9pPr indent="-394334" lvl="8" marL="4114800" algn="l">
              <a:spcBef>
                <a:spcPts val="600"/>
              </a:spcBef>
              <a:spcAft>
                <a:spcPts val="600"/>
              </a:spcAft>
              <a:buSzPts val="2610"/>
              <a:buChar char="•"/>
              <a:defRPr/>
            </a:lvl9pPr>
          </a:lstStyle>
          <a:p/>
        </p:txBody>
      </p:sp>
      <p:sp>
        <p:nvSpPr>
          <p:cNvPr id="40" name="Google Shape;40;p50"/>
          <p:cNvSpPr txBox="1"/>
          <p:nvPr>
            <p:ph idx="10" type="dt"/>
          </p:nvPr>
        </p:nvSpPr>
        <p:spPr>
          <a:xfrm>
            <a:off x="7401494" y="6492875"/>
            <a:ext cx="857473"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1" name="Google Shape;41;p50"/>
          <p:cNvSpPr txBox="1"/>
          <p:nvPr>
            <p:ph idx="11" type="ftr"/>
          </p:nvPr>
        </p:nvSpPr>
        <p:spPr>
          <a:xfrm>
            <a:off x="2036739" y="6473298"/>
            <a:ext cx="5314517"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sz="1200">
                <a:latin typeface="Corbel"/>
                <a:ea typeface="Corbel"/>
                <a:cs typeface="Corbel"/>
                <a:sym typeface="Corbe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2" name="Google Shape;42;p50"/>
          <p:cNvSpPr txBox="1"/>
          <p:nvPr>
            <p:ph idx="12" type="sldNum"/>
          </p:nvPr>
        </p:nvSpPr>
        <p:spPr>
          <a:xfrm>
            <a:off x="8303106" y="6482881"/>
            <a:ext cx="427833"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able" type="tbl">
  <p:cSld name="TABLE">
    <p:spTree>
      <p:nvGrpSpPr>
        <p:cNvPr id="43" name="Shape 43"/>
        <p:cNvGrpSpPr/>
        <p:nvPr/>
      </p:nvGrpSpPr>
      <p:grpSpPr>
        <a:xfrm>
          <a:off x="0" y="0"/>
          <a:ext cx="0" cy="0"/>
          <a:chOff x="0" y="0"/>
          <a:chExt cx="0" cy="0"/>
        </a:xfrm>
      </p:grpSpPr>
      <p:sp>
        <p:nvSpPr>
          <p:cNvPr id="44" name="Google Shape;44;p51"/>
          <p:cNvSpPr txBox="1"/>
          <p:nvPr>
            <p:ph type="title"/>
          </p:nvPr>
        </p:nvSpPr>
        <p:spPr>
          <a:xfrm>
            <a:off x="571500" y="304800"/>
            <a:ext cx="77724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5" name="Google Shape;45;p51"/>
          <p:cNvSpPr txBox="1"/>
          <p:nvPr>
            <p:ph idx="11" type="ftr"/>
          </p:nvPr>
        </p:nvSpPr>
        <p:spPr>
          <a:xfrm>
            <a:off x="1130316" y="6492875"/>
            <a:ext cx="6228363"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6" name="Google Shape;46;p51"/>
          <p:cNvSpPr txBox="1"/>
          <p:nvPr>
            <p:ph idx="12" type="sldNum"/>
          </p:nvPr>
        </p:nvSpPr>
        <p:spPr>
          <a:xfrm>
            <a:off x="8245608" y="6479246"/>
            <a:ext cx="413483"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b="0" i="0" sz="1000">
                <a:solidFill>
                  <a:schemeClr val="dk1"/>
                </a:solidFill>
                <a:latin typeface="Corbel"/>
                <a:ea typeface="Corbel"/>
                <a:cs typeface="Corbel"/>
                <a:sym typeface="Corbel"/>
              </a:defRPr>
            </a:lvl1pPr>
            <a:lvl2pPr indent="0" lvl="1" marL="0" algn="r">
              <a:spcBef>
                <a:spcPts val="0"/>
              </a:spcBef>
              <a:buNone/>
              <a:defRPr b="0" i="0" sz="1000">
                <a:solidFill>
                  <a:schemeClr val="dk1"/>
                </a:solidFill>
                <a:latin typeface="Corbel"/>
                <a:ea typeface="Corbel"/>
                <a:cs typeface="Corbel"/>
                <a:sym typeface="Corbel"/>
              </a:defRPr>
            </a:lvl2pPr>
            <a:lvl3pPr indent="0" lvl="2" marL="0" algn="r">
              <a:spcBef>
                <a:spcPts val="0"/>
              </a:spcBef>
              <a:buNone/>
              <a:defRPr b="0" i="0" sz="1000">
                <a:solidFill>
                  <a:schemeClr val="dk1"/>
                </a:solidFill>
                <a:latin typeface="Corbel"/>
                <a:ea typeface="Corbel"/>
                <a:cs typeface="Corbel"/>
                <a:sym typeface="Corbel"/>
              </a:defRPr>
            </a:lvl3pPr>
            <a:lvl4pPr indent="0" lvl="3" marL="0" algn="r">
              <a:spcBef>
                <a:spcPts val="0"/>
              </a:spcBef>
              <a:buNone/>
              <a:defRPr b="0" i="0" sz="1000">
                <a:solidFill>
                  <a:schemeClr val="dk1"/>
                </a:solidFill>
                <a:latin typeface="Corbel"/>
                <a:ea typeface="Corbel"/>
                <a:cs typeface="Corbel"/>
                <a:sym typeface="Corbel"/>
              </a:defRPr>
            </a:lvl4pPr>
            <a:lvl5pPr indent="0" lvl="4" marL="0" algn="r">
              <a:spcBef>
                <a:spcPts val="0"/>
              </a:spcBef>
              <a:buNone/>
              <a:defRPr b="0" i="0" sz="1000">
                <a:solidFill>
                  <a:schemeClr val="dk1"/>
                </a:solidFill>
                <a:latin typeface="Corbel"/>
                <a:ea typeface="Corbel"/>
                <a:cs typeface="Corbel"/>
                <a:sym typeface="Corbel"/>
              </a:defRPr>
            </a:lvl5pPr>
            <a:lvl6pPr indent="0" lvl="5" marL="0" algn="r">
              <a:spcBef>
                <a:spcPts val="0"/>
              </a:spcBef>
              <a:buNone/>
              <a:defRPr b="0" i="0" sz="1000">
                <a:solidFill>
                  <a:schemeClr val="dk1"/>
                </a:solidFill>
                <a:latin typeface="Corbel"/>
                <a:ea typeface="Corbel"/>
                <a:cs typeface="Corbel"/>
                <a:sym typeface="Corbel"/>
              </a:defRPr>
            </a:lvl6pPr>
            <a:lvl7pPr indent="0" lvl="6" marL="0" algn="r">
              <a:spcBef>
                <a:spcPts val="0"/>
              </a:spcBef>
              <a:buNone/>
              <a:defRPr b="0" i="0" sz="1000">
                <a:solidFill>
                  <a:schemeClr val="dk1"/>
                </a:solidFill>
                <a:latin typeface="Corbel"/>
                <a:ea typeface="Corbel"/>
                <a:cs typeface="Corbel"/>
                <a:sym typeface="Corbel"/>
              </a:defRPr>
            </a:lvl7pPr>
            <a:lvl8pPr indent="0" lvl="7" marL="0" algn="r">
              <a:spcBef>
                <a:spcPts val="0"/>
              </a:spcBef>
              <a:buNone/>
              <a:defRPr b="0" i="0" sz="1000">
                <a:solidFill>
                  <a:schemeClr val="dk1"/>
                </a:solidFill>
                <a:latin typeface="Corbel"/>
                <a:ea typeface="Corbel"/>
                <a:cs typeface="Corbel"/>
                <a:sym typeface="Corbel"/>
              </a:defRPr>
            </a:lvl8pPr>
            <a:lvl9pPr indent="0" lvl="8" marL="0" algn="r">
              <a:spcBef>
                <a:spcPts val="0"/>
              </a:spcBef>
              <a:buNone/>
              <a:defRPr b="0" i="0" sz="1000">
                <a:solidFill>
                  <a:schemeClr val="dk1"/>
                </a:solidFill>
                <a:latin typeface="Corbel"/>
                <a:ea typeface="Corbel"/>
                <a:cs typeface="Corbel"/>
                <a:sym typeface="Corbel"/>
              </a:defRPr>
            </a:lvl9pPr>
          </a:lstStyle>
          <a:p>
            <a:pPr indent="0" lvl="0" marL="0" rtl="0" algn="r">
              <a:spcBef>
                <a:spcPts val="0"/>
              </a:spcBef>
              <a:spcAft>
                <a:spcPts val="0"/>
              </a:spcAft>
              <a:buNone/>
            </a:pPr>
            <a:fld id="{00000000-1234-1234-1234-123412341234}" type="slidenum">
              <a:rPr lang="en-US"/>
              <a:t>‹#›</a:t>
            </a:fld>
            <a:endParaRPr/>
          </a:p>
          <a:p>
            <a:pPr indent="0" lvl="0" marL="0" rtl="0" algn="r">
              <a:spcBef>
                <a:spcPts val="0"/>
              </a:spcBef>
              <a:spcAft>
                <a:spcPts val="0"/>
              </a:spcAft>
              <a:buNone/>
            </a:pPr>
            <a:r>
              <a:t/>
            </a:r>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7" name="Shape 47"/>
        <p:cNvGrpSpPr/>
        <p:nvPr/>
      </p:nvGrpSpPr>
      <p:grpSpPr>
        <a:xfrm>
          <a:off x="0" y="0"/>
          <a:ext cx="0" cy="0"/>
          <a:chOff x="0" y="0"/>
          <a:chExt cx="0" cy="0"/>
        </a:xfrm>
      </p:grpSpPr>
      <p:sp>
        <p:nvSpPr>
          <p:cNvPr id="48" name="Google Shape;48;p52"/>
          <p:cNvSpPr txBox="1"/>
          <p:nvPr>
            <p:ph type="title"/>
          </p:nvPr>
        </p:nvSpPr>
        <p:spPr>
          <a:xfrm>
            <a:off x="982133" y="457201"/>
            <a:ext cx="6790267" cy="1295399"/>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9" name="Google Shape;49;p52"/>
          <p:cNvSpPr txBox="1"/>
          <p:nvPr>
            <p:ph idx="10" type="dt"/>
          </p:nvPr>
        </p:nvSpPr>
        <p:spPr>
          <a:xfrm>
            <a:off x="7385364" y="6479247"/>
            <a:ext cx="857473"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0" name="Google Shape;50;p52"/>
          <p:cNvSpPr txBox="1"/>
          <p:nvPr>
            <p:ph idx="11" type="ftr"/>
          </p:nvPr>
        </p:nvSpPr>
        <p:spPr>
          <a:xfrm>
            <a:off x="1130316" y="6492875"/>
            <a:ext cx="6228363"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1" name="Google Shape;51;p52"/>
          <p:cNvSpPr txBox="1"/>
          <p:nvPr>
            <p:ph idx="12" type="sldNum"/>
          </p:nvPr>
        </p:nvSpPr>
        <p:spPr>
          <a:xfrm>
            <a:off x="8245608" y="6479246"/>
            <a:ext cx="413483"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52" name="Shape 52"/>
        <p:cNvGrpSpPr/>
        <p:nvPr/>
      </p:nvGrpSpPr>
      <p:grpSpPr>
        <a:xfrm>
          <a:off x="0" y="0"/>
          <a:ext cx="0" cy="0"/>
          <a:chOff x="0" y="0"/>
          <a:chExt cx="0" cy="0"/>
        </a:xfrm>
      </p:grpSpPr>
      <p:sp>
        <p:nvSpPr>
          <p:cNvPr id="53" name="Google Shape;53;p53"/>
          <p:cNvSpPr txBox="1"/>
          <p:nvPr>
            <p:ph type="title"/>
          </p:nvPr>
        </p:nvSpPr>
        <p:spPr>
          <a:xfrm>
            <a:off x="1986995" y="2666998"/>
            <a:ext cx="6699805" cy="2360071"/>
          </a:xfrm>
          <a:prstGeom prst="rect">
            <a:avLst/>
          </a:prstGeom>
          <a:noFill/>
          <a:ln>
            <a:noFill/>
          </a:ln>
        </p:spPr>
        <p:txBody>
          <a:bodyPr anchorCtr="0" anchor="b" bIns="45700" lIns="91425" spcFirstLastPara="1" rIns="91425" wrap="square" tIns="45700">
            <a:normAutofit/>
          </a:bodyPr>
          <a:lstStyle>
            <a:lvl1pPr lvl="0" algn="r">
              <a:spcBef>
                <a:spcPts val="0"/>
              </a:spcBef>
              <a:spcAft>
                <a:spcPts val="0"/>
              </a:spcAft>
              <a:buClr>
                <a:schemeClr val="dk1"/>
              </a:buClr>
              <a:buSzPts val="4000"/>
              <a:buFont typeface="Corbel"/>
              <a:buNone/>
              <a:defRPr b="0" sz="4000" cap="none"/>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4" name="Google Shape;54;p53"/>
          <p:cNvSpPr txBox="1"/>
          <p:nvPr>
            <p:ph idx="1" type="body"/>
          </p:nvPr>
        </p:nvSpPr>
        <p:spPr>
          <a:xfrm>
            <a:off x="1986998" y="5027070"/>
            <a:ext cx="6699802" cy="860400"/>
          </a:xfrm>
          <a:prstGeom prst="rect">
            <a:avLst/>
          </a:prstGeom>
          <a:noFill/>
          <a:ln>
            <a:noFill/>
          </a:ln>
        </p:spPr>
        <p:txBody>
          <a:bodyPr anchorCtr="0" anchor="t" bIns="45700" lIns="91425" spcFirstLastPara="1" rIns="91425" wrap="square" tIns="45700">
            <a:normAutofit/>
          </a:bodyPr>
          <a:lstStyle>
            <a:lvl1pPr indent="-228600" lvl="0" marL="457200" algn="r">
              <a:spcBef>
                <a:spcPts val="400"/>
              </a:spcBef>
              <a:spcAft>
                <a:spcPts val="0"/>
              </a:spcAft>
              <a:buSzPts val="2900"/>
              <a:buNone/>
              <a:defRPr sz="2000">
                <a:solidFill>
                  <a:schemeClr val="dk1"/>
                </a:solidFill>
              </a:defRPr>
            </a:lvl1pPr>
            <a:lvl2pPr indent="-228600" lvl="1" marL="914400" algn="l">
              <a:spcBef>
                <a:spcPts val="600"/>
              </a:spcBef>
              <a:spcAft>
                <a:spcPts val="0"/>
              </a:spcAft>
              <a:buSzPts val="2610"/>
              <a:buNone/>
              <a:defRPr sz="1800">
                <a:solidFill>
                  <a:srgbClr val="888888"/>
                </a:solidFill>
              </a:defRPr>
            </a:lvl2pPr>
            <a:lvl3pPr indent="-228600" lvl="2" marL="1371600" algn="l">
              <a:spcBef>
                <a:spcPts val="600"/>
              </a:spcBef>
              <a:spcAft>
                <a:spcPts val="0"/>
              </a:spcAft>
              <a:buSzPts val="2320"/>
              <a:buNone/>
              <a:defRPr sz="1600">
                <a:solidFill>
                  <a:srgbClr val="888888"/>
                </a:solidFill>
              </a:defRPr>
            </a:lvl3pPr>
            <a:lvl4pPr indent="-228600" lvl="3" marL="1828800" algn="l">
              <a:spcBef>
                <a:spcPts val="600"/>
              </a:spcBef>
              <a:spcAft>
                <a:spcPts val="0"/>
              </a:spcAft>
              <a:buSzPts val="2030"/>
              <a:buNone/>
              <a:defRPr sz="1400">
                <a:solidFill>
                  <a:srgbClr val="888888"/>
                </a:solidFill>
              </a:defRPr>
            </a:lvl4pPr>
            <a:lvl5pPr indent="-228600" lvl="4" marL="2286000" algn="l">
              <a:spcBef>
                <a:spcPts val="600"/>
              </a:spcBef>
              <a:spcAft>
                <a:spcPts val="0"/>
              </a:spcAft>
              <a:buSzPts val="2030"/>
              <a:buNone/>
              <a:defRPr sz="1400">
                <a:solidFill>
                  <a:srgbClr val="888888"/>
                </a:solidFill>
              </a:defRPr>
            </a:lvl5pPr>
            <a:lvl6pPr indent="-228600" lvl="5" marL="2743200" algn="l">
              <a:spcBef>
                <a:spcPts val="600"/>
              </a:spcBef>
              <a:spcAft>
                <a:spcPts val="0"/>
              </a:spcAft>
              <a:buSzPts val="2030"/>
              <a:buNone/>
              <a:defRPr sz="1400">
                <a:solidFill>
                  <a:srgbClr val="888888"/>
                </a:solidFill>
              </a:defRPr>
            </a:lvl6pPr>
            <a:lvl7pPr indent="-228600" lvl="6" marL="3200400" algn="l">
              <a:spcBef>
                <a:spcPts val="600"/>
              </a:spcBef>
              <a:spcAft>
                <a:spcPts val="0"/>
              </a:spcAft>
              <a:buSzPts val="2030"/>
              <a:buNone/>
              <a:defRPr sz="1400">
                <a:solidFill>
                  <a:srgbClr val="888888"/>
                </a:solidFill>
              </a:defRPr>
            </a:lvl7pPr>
            <a:lvl8pPr indent="-228600" lvl="7" marL="3657600" algn="l">
              <a:spcBef>
                <a:spcPts val="600"/>
              </a:spcBef>
              <a:spcAft>
                <a:spcPts val="0"/>
              </a:spcAft>
              <a:buSzPts val="2030"/>
              <a:buNone/>
              <a:defRPr sz="1400">
                <a:solidFill>
                  <a:srgbClr val="888888"/>
                </a:solidFill>
              </a:defRPr>
            </a:lvl8pPr>
            <a:lvl9pPr indent="-228600" lvl="8" marL="4114800" algn="l">
              <a:spcBef>
                <a:spcPts val="600"/>
              </a:spcBef>
              <a:spcAft>
                <a:spcPts val="600"/>
              </a:spcAft>
              <a:buSzPts val="2030"/>
              <a:buNone/>
              <a:defRPr sz="1400">
                <a:solidFill>
                  <a:srgbClr val="888888"/>
                </a:solidFill>
              </a:defRPr>
            </a:lvl9pPr>
          </a:lstStyle>
          <a:p/>
        </p:txBody>
      </p:sp>
      <p:sp>
        <p:nvSpPr>
          <p:cNvPr id="55" name="Google Shape;55;p53"/>
          <p:cNvSpPr txBox="1"/>
          <p:nvPr>
            <p:ph idx="10" type="dt"/>
          </p:nvPr>
        </p:nvSpPr>
        <p:spPr>
          <a:xfrm>
            <a:off x="7385364" y="6479247"/>
            <a:ext cx="857473"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6" name="Google Shape;56;p53"/>
          <p:cNvSpPr txBox="1"/>
          <p:nvPr>
            <p:ph idx="11" type="ftr"/>
          </p:nvPr>
        </p:nvSpPr>
        <p:spPr>
          <a:xfrm>
            <a:off x="1130316" y="6492875"/>
            <a:ext cx="6228363"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7" name="Google Shape;57;p53"/>
          <p:cNvSpPr txBox="1"/>
          <p:nvPr>
            <p:ph idx="12" type="sldNum"/>
          </p:nvPr>
        </p:nvSpPr>
        <p:spPr>
          <a:xfrm>
            <a:off x="8288557" y="6479246"/>
            <a:ext cx="413483"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58" name="Shape 58"/>
        <p:cNvGrpSpPr/>
        <p:nvPr/>
      </p:nvGrpSpPr>
      <p:grpSpPr>
        <a:xfrm>
          <a:off x="0" y="0"/>
          <a:ext cx="0" cy="0"/>
          <a:chOff x="0" y="0"/>
          <a:chExt cx="0" cy="0"/>
        </a:xfrm>
      </p:grpSpPr>
      <p:sp>
        <p:nvSpPr>
          <p:cNvPr id="59" name="Google Shape;59;p54"/>
          <p:cNvSpPr txBox="1"/>
          <p:nvPr>
            <p:ph type="title"/>
          </p:nvPr>
        </p:nvSpPr>
        <p:spPr>
          <a:xfrm>
            <a:off x="964122" y="158376"/>
            <a:ext cx="6790267" cy="13716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54"/>
          <p:cNvSpPr txBox="1"/>
          <p:nvPr>
            <p:ph idx="1" type="body"/>
          </p:nvPr>
        </p:nvSpPr>
        <p:spPr>
          <a:xfrm>
            <a:off x="982133" y="1676400"/>
            <a:ext cx="3739896" cy="4359274"/>
          </a:xfrm>
          <a:prstGeom prst="rect">
            <a:avLst/>
          </a:prstGeom>
          <a:noFill/>
          <a:ln>
            <a:noFill/>
          </a:ln>
        </p:spPr>
        <p:txBody>
          <a:bodyPr anchorCtr="0" anchor="ctr" bIns="45700" lIns="91425" spcFirstLastPara="1" rIns="91425" wrap="square" tIns="45700">
            <a:normAutofit/>
          </a:bodyPr>
          <a:lstStyle>
            <a:lvl1pPr indent="-394335" lvl="0" marL="457200" algn="l">
              <a:spcBef>
                <a:spcPts val="360"/>
              </a:spcBef>
              <a:spcAft>
                <a:spcPts val="0"/>
              </a:spcAft>
              <a:buSzPts val="2610"/>
              <a:buChar char="•"/>
              <a:defRPr sz="1800"/>
            </a:lvl1pPr>
            <a:lvl2pPr indent="-375919" lvl="1" marL="914400" algn="l">
              <a:spcBef>
                <a:spcPts val="600"/>
              </a:spcBef>
              <a:spcAft>
                <a:spcPts val="0"/>
              </a:spcAft>
              <a:buSzPts val="2320"/>
              <a:buChar char="•"/>
              <a:defRPr sz="1600"/>
            </a:lvl2pPr>
            <a:lvl3pPr indent="-357505" lvl="2" marL="1371600" algn="l">
              <a:spcBef>
                <a:spcPts val="600"/>
              </a:spcBef>
              <a:spcAft>
                <a:spcPts val="0"/>
              </a:spcAft>
              <a:buSzPts val="2030"/>
              <a:buChar char="•"/>
              <a:defRPr sz="1400"/>
            </a:lvl3pPr>
            <a:lvl4pPr indent="-339089" lvl="3" marL="1828800" algn="l">
              <a:spcBef>
                <a:spcPts val="600"/>
              </a:spcBef>
              <a:spcAft>
                <a:spcPts val="0"/>
              </a:spcAft>
              <a:buSzPts val="1740"/>
              <a:buChar char="•"/>
              <a:defRPr sz="1200"/>
            </a:lvl4pPr>
            <a:lvl5pPr indent="-339089" lvl="4" marL="2286000" algn="l">
              <a:spcBef>
                <a:spcPts val="600"/>
              </a:spcBef>
              <a:spcAft>
                <a:spcPts val="0"/>
              </a:spcAft>
              <a:buSzPts val="1740"/>
              <a:buChar char="•"/>
              <a:defRPr sz="1200"/>
            </a:lvl5pPr>
            <a:lvl6pPr indent="-339089" lvl="5" marL="2743200" algn="l">
              <a:spcBef>
                <a:spcPts val="600"/>
              </a:spcBef>
              <a:spcAft>
                <a:spcPts val="0"/>
              </a:spcAft>
              <a:buSzPts val="1740"/>
              <a:buChar char="•"/>
              <a:defRPr sz="1200"/>
            </a:lvl6pPr>
            <a:lvl7pPr indent="-339089" lvl="6" marL="3200400" algn="l">
              <a:spcBef>
                <a:spcPts val="600"/>
              </a:spcBef>
              <a:spcAft>
                <a:spcPts val="0"/>
              </a:spcAft>
              <a:buSzPts val="1740"/>
              <a:buChar char="•"/>
              <a:defRPr sz="1200"/>
            </a:lvl7pPr>
            <a:lvl8pPr indent="-339090" lvl="7" marL="3657600" algn="l">
              <a:spcBef>
                <a:spcPts val="600"/>
              </a:spcBef>
              <a:spcAft>
                <a:spcPts val="0"/>
              </a:spcAft>
              <a:buSzPts val="1740"/>
              <a:buChar char="•"/>
              <a:defRPr sz="1200"/>
            </a:lvl8pPr>
            <a:lvl9pPr indent="-339090" lvl="8" marL="4114800" algn="l">
              <a:spcBef>
                <a:spcPts val="600"/>
              </a:spcBef>
              <a:spcAft>
                <a:spcPts val="600"/>
              </a:spcAft>
              <a:buSzPts val="1740"/>
              <a:buChar char="•"/>
              <a:defRPr sz="1200"/>
            </a:lvl9pPr>
          </a:lstStyle>
          <a:p/>
        </p:txBody>
      </p:sp>
      <p:sp>
        <p:nvSpPr>
          <p:cNvPr id="61" name="Google Shape;61;p54"/>
          <p:cNvSpPr txBox="1"/>
          <p:nvPr>
            <p:ph idx="2" type="body"/>
          </p:nvPr>
        </p:nvSpPr>
        <p:spPr>
          <a:xfrm>
            <a:off x="4946904" y="1676400"/>
            <a:ext cx="3739896" cy="4337424"/>
          </a:xfrm>
          <a:prstGeom prst="rect">
            <a:avLst/>
          </a:prstGeom>
          <a:noFill/>
          <a:ln>
            <a:noFill/>
          </a:ln>
        </p:spPr>
        <p:txBody>
          <a:bodyPr anchorCtr="0" anchor="ctr" bIns="45700" lIns="91425" spcFirstLastPara="1" rIns="91425" wrap="square" tIns="45700">
            <a:normAutofit/>
          </a:bodyPr>
          <a:lstStyle>
            <a:lvl1pPr indent="-394335" lvl="0" marL="457200" algn="l">
              <a:spcBef>
                <a:spcPts val="360"/>
              </a:spcBef>
              <a:spcAft>
                <a:spcPts val="0"/>
              </a:spcAft>
              <a:buSzPts val="2610"/>
              <a:buChar char="•"/>
              <a:defRPr sz="1800"/>
            </a:lvl1pPr>
            <a:lvl2pPr indent="-375919" lvl="1" marL="914400" algn="l">
              <a:spcBef>
                <a:spcPts val="600"/>
              </a:spcBef>
              <a:spcAft>
                <a:spcPts val="0"/>
              </a:spcAft>
              <a:buSzPts val="2320"/>
              <a:buChar char="•"/>
              <a:defRPr sz="1600"/>
            </a:lvl2pPr>
            <a:lvl3pPr indent="-357505" lvl="2" marL="1371600" algn="l">
              <a:spcBef>
                <a:spcPts val="600"/>
              </a:spcBef>
              <a:spcAft>
                <a:spcPts val="0"/>
              </a:spcAft>
              <a:buSzPts val="2030"/>
              <a:buChar char="•"/>
              <a:defRPr sz="1400"/>
            </a:lvl3pPr>
            <a:lvl4pPr indent="-339089" lvl="3" marL="1828800" algn="l">
              <a:spcBef>
                <a:spcPts val="600"/>
              </a:spcBef>
              <a:spcAft>
                <a:spcPts val="0"/>
              </a:spcAft>
              <a:buSzPts val="1740"/>
              <a:buChar char="•"/>
              <a:defRPr sz="1200"/>
            </a:lvl4pPr>
            <a:lvl5pPr indent="-339089" lvl="4" marL="2286000" algn="l">
              <a:spcBef>
                <a:spcPts val="600"/>
              </a:spcBef>
              <a:spcAft>
                <a:spcPts val="0"/>
              </a:spcAft>
              <a:buSzPts val="1740"/>
              <a:buChar char="•"/>
              <a:defRPr sz="1200"/>
            </a:lvl5pPr>
            <a:lvl6pPr indent="-339089" lvl="5" marL="2743200" algn="l">
              <a:spcBef>
                <a:spcPts val="600"/>
              </a:spcBef>
              <a:spcAft>
                <a:spcPts val="0"/>
              </a:spcAft>
              <a:buSzPts val="1740"/>
              <a:buChar char="•"/>
              <a:defRPr sz="1200"/>
            </a:lvl6pPr>
            <a:lvl7pPr indent="-339089" lvl="6" marL="3200400" algn="l">
              <a:spcBef>
                <a:spcPts val="600"/>
              </a:spcBef>
              <a:spcAft>
                <a:spcPts val="0"/>
              </a:spcAft>
              <a:buSzPts val="1740"/>
              <a:buChar char="•"/>
              <a:defRPr sz="1200"/>
            </a:lvl7pPr>
            <a:lvl8pPr indent="-339090" lvl="7" marL="3657600" algn="l">
              <a:spcBef>
                <a:spcPts val="600"/>
              </a:spcBef>
              <a:spcAft>
                <a:spcPts val="0"/>
              </a:spcAft>
              <a:buSzPts val="1740"/>
              <a:buChar char="•"/>
              <a:defRPr sz="1200"/>
            </a:lvl8pPr>
            <a:lvl9pPr indent="-339090" lvl="8" marL="4114800" algn="l">
              <a:spcBef>
                <a:spcPts val="600"/>
              </a:spcBef>
              <a:spcAft>
                <a:spcPts val="600"/>
              </a:spcAft>
              <a:buSzPts val="1740"/>
              <a:buChar char="•"/>
              <a:defRPr sz="1200"/>
            </a:lvl9pPr>
          </a:lstStyle>
          <a:p/>
        </p:txBody>
      </p:sp>
      <p:sp>
        <p:nvSpPr>
          <p:cNvPr id="62" name="Google Shape;62;p54"/>
          <p:cNvSpPr txBox="1"/>
          <p:nvPr>
            <p:ph idx="10" type="dt"/>
          </p:nvPr>
        </p:nvSpPr>
        <p:spPr>
          <a:xfrm>
            <a:off x="7385364" y="6479247"/>
            <a:ext cx="857473"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3" name="Google Shape;63;p54"/>
          <p:cNvSpPr txBox="1"/>
          <p:nvPr>
            <p:ph idx="11" type="ftr"/>
          </p:nvPr>
        </p:nvSpPr>
        <p:spPr>
          <a:xfrm>
            <a:off x="1130316" y="6492875"/>
            <a:ext cx="6228363"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4" name="Google Shape;64;p54"/>
          <p:cNvSpPr txBox="1"/>
          <p:nvPr>
            <p:ph idx="12" type="sldNum"/>
          </p:nvPr>
        </p:nvSpPr>
        <p:spPr>
          <a:xfrm>
            <a:off x="8245608" y="6479246"/>
            <a:ext cx="413483"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65" name="Shape 65"/>
        <p:cNvGrpSpPr/>
        <p:nvPr/>
      </p:nvGrpSpPr>
      <p:grpSpPr>
        <a:xfrm>
          <a:off x="0" y="0"/>
          <a:ext cx="0" cy="0"/>
          <a:chOff x="0" y="0"/>
          <a:chExt cx="0" cy="0"/>
        </a:xfrm>
      </p:grpSpPr>
      <p:sp>
        <p:nvSpPr>
          <p:cNvPr id="66" name="Google Shape;66;p55"/>
          <p:cNvSpPr txBox="1"/>
          <p:nvPr>
            <p:ph type="title"/>
          </p:nvPr>
        </p:nvSpPr>
        <p:spPr>
          <a:xfrm>
            <a:off x="982133" y="457201"/>
            <a:ext cx="6790267" cy="1295399"/>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4000"/>
              <a:buFont typeface="Corbel"/>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55"/>
          <p:cNvSpPr txBox="1"/>
          <p:nvPr>
            <p:ph idx="1" type="body"/>
          </p:nvPr>
        </p:nvSpPr>
        <p:spPr>
          <a:xfrm>
            <a:off x="1329481" y="2658533"/>
            <a:ext cx="3456291" cy="576262"/>
          </a:xfrm>
          <a:prstGeom prst="rect">
            <a:avLst/>
          </a:prstGeom>
          <a:noFill/>
          <a:ln>
            <a:noFill/>
          </a:ln>
        </p:spPr>
        <p:txBody>
          <a:bodyPr anchorCtr="0" anchor="b" bIns="45700" lIns="91425" spcFirstLastPara="1" rIns="91425" wrap="square" tIns="45700">
            <a:noAutofit/>
          </a:bodyPr>
          <a:lstStyle>
            <a:lvl1pPr indent="-228600" lvl="0" marL="457200" algn="l">
              <a:spcBef>
                <a:spcPts val="560"/>
              </a:spcBef>
              <a:spcAft>
                <a:spcPts val="0"/>
              </a:spcAft>
              <a:buSzPts val="4060"/>
              <a:buNone/>
              <a:defRPr b="0" sz="2800">
                <a:solidFill>
                  <a:srgbClr val="366092"/>
                </a:solidFill>
              </a:defRPr>
            </a:lvl1pPr>
            <a:lvl2pPr indent="-228600" lvl="1" marL="914400" algn="l">
              <a:spcBef>
                <a:spcPts val="600"/>
              </a:spcBef>
              <a:spcAft>
                <a:spcPts val="0"/>
              </a:spcAft>
              <a:buSzPts val="2900"/>
              <a:buNone/>
              <a:defRPr b="1" sz="2000"/>
            </a:lvl2pPr>
            <a:lvl3pPr indent="-228600" lvl="2" marL="1371600" algn="l">
              <a:spcBef>
                <a:spcPts val="600"/>
              </a:spcBef>
              <a:spcAft>
                <a:spcPts val="0"/>
              </a:spcAft>
              <a:buSzPts val="2610"/>
              <a:buNone/>
              <a:defRPr b="1" sz="1800"/>
            </a:lvl3pPr>
            <a:lvl4pPr indent="-228600" lvl="3" marL="1828800" algn="l">
              <a:spcBef>
                <a:spcPts val="600"/>
              </a:spcBef>
              <a:spcAft>
                <a:spcPts val="0"/>
              </a:spcAft>
              <a:buSzPts val="2320"/>
              <a:buNone/>
              <a:defRPr b="1" sz="1600"/>
            </a:lvl4pPr>
            <a:lvl5pPr indent="-228600" lvl="4" marL="2286000" algn="l">
              <a:spcBef>
                <a:spcPts val="600"/>
              </a:spcBef>
              <a:spcAft>
                <a:spcPts val="0"/>
              </a:spcAft>
              <a:buSzPts val="2320"/>
              <a:buNone/>
              <a:defRPr b="1" sz="1600"/>
            </a:lvl5pPr>
            <a:lvl6pPr indent="-228600" lvl="5" marL="2743200" algn="l">
              <a:spcBef>
                <a:spcPts val="600"/>
              </a:spcBef>
              <a:spcAft>
                <a:spcPts val="0"/>
              </a:spcAft>
              <a:buSzPts val="2320"/>
              <a:buNone/>
              <a:defRPr b="1" sz="1600"/>
            </a:lvl6pPr>
            <a:lvl7pPr indent="-228600" lvl="6" marL="3200400" algn="l">
              <a:spcBef>
                <a:spcPts val="600"/>
              </a:spcBef>
              <a:spcAft>
                <a:spcPts val="0"/>
              </a:spcAft>
              <a:buSzPts val="2320"/>
              <a:buNone/>
              <a:defRPr b="1" sz="1600"/>
            </a:lvl7pPr>
            <a:lvl8pPr indent="-228600" lvl="7" marL="3657600" algn="l">
              <a:spcBef>
                <a:spcPts val="600"/>
              </a:spcBef>
              <a:spcAft>
                <a:spcPts val="0"/>
              </a:spcAft>
              <a:buSzPts val="2320"/>
              <a:buNone/>
              <a:defRPr b="1" sz="1600"/>
            </a:lvl8pPr>
            <a:lvl9pPr indent="-228600" lvl="8" marL="4114800" algn="l">
              <a:spcBef>
                <a:spcPts val="600"/>
              </a:spcBef>
              <a:spcAft>
                <a:spcPts val="600"/>
              </a:spcAft>
              <a:buSzPts val="2320"/>
              <a:buNone/>
              <a:defRPr b="1" sz="1600"/>
            </a:lvl9pPr>
          </a:lstStyle>
          <a:p/>
        </p:txBody>
      </p:sp>
      <p:sp>
        <p:nvSpPr>
          <p:cNvPr id="68" name="Google Shape;68;p55"/>
          <p:cNvSpPr txBox="1"/>
          <p:nvPr>
            <p:ph idx="2" type="body"/>
          </p:nvPr>
        </p:nvSpPr>
        <p:spPr>
          <a:xfrm>
            <a:off x="1113523" y="3335336"/>
            <a:ext cx="3672248" cy="2665259"/>
          </a:xfrm>
          <a:prstGeom prst="rect">
            <a:avLst/>
          </a:prstGeom>
          <a:noFill/>
          <a:ln>
            <a:noFill/>
          </a:ln>
        </p:spPr>
        <p:txBody>
          <a:bodyPr anchorCtr="0" anchor="t" bIns="45700" lIns="91425" spcFirstLastPara="1" rIns="91425" wrap="square" tIns="45700">
            <a:normAutofit/>
          </a:bodyPr>
          <a:lstStyle>
            <a:lvl1pPr indent="-394335" lvl="0" marL="457200" algn="l">
              <a:spcBef>
                <a:spcPts val="360"/>
              </a:spcBef>
              <a:spcAft>
                <a:spcPts val="0"/>
              </a:spcAft>
              <a:buSzPts val="2610"/>
              <a:buChar char="•"/>
              <a:defRPr sz="1800"/>
            </a:lvl1pPr>
            <a:lvl2pPr indent="-375919" lvl="1" marL="914400" algn="l">
              <a:spcBef>
                <a:spcPts val="600"/>
              </a:spcBef>
              <a:spcAft>
                <a:spcPts val="0"/>
              </a:spcAft>
              <a:buSzPts val="2320"/>
              <a:buChar char="•"/>
              <a:defRPr sz="1600"/>
            </a:lvl2pPr>
            <a:lvl3pPr indent="-357505" lvl="2" marL="1371600" algn="l">
              <a:spcBef>
                <a:spcPts val="600"/>
              </a:spcBef>
              <a:spcAft>
                <a:spcPts val="0"/>
              </a:spcAft>
              <a:buSzPts val="2030"/>
              <a:buChar char="•"/>
              <a:defRPr sz="1400"/>
            </a:lvl3pPr>
            <a:lvl4pPr indent="-339089" lvl="3" marL="1828800" algn="l">
              <a:spcBef>
                <a:spcPts val="600"/>
              </a:spcBef>
              <a:spcAft>
                <a:spcPts val="0"/>
              </a:spcAft>
              <a:buSzPts val="1740"/>
              <a:buChar char="•"/>
              <a:defRPr sz="1200"/>
            </a:lvl4pPr>
            <a:lvl5pPr indent="-339089" lvl="4" marL="2286000" algn="l">
              <a:spcBef>
                <a:spcPts val="600"/>
              </a:spcBef>
              <a:spcAft>
                <a:spcPts val="0"/>
              </a:spcAft>
              <a:buSzPts val="1740"/>
              <a:buChar char="•"/>
              <a:defRPr sz="1200"/>
            </a:lvl5pPr>
            <a:lvl6pPr indent="-339089" lvl="5" marL="2743200" algn="l">
              <a:spcBef>
                <a:spcPts val="600"/>
              </a:spcBef>
              <a:spcAft>
                <a:spcPts val="0"/>
              </a:spcAft>
              <a:buSzPts val="1740"/>
              <a:buChar char="•"/>
              <a:defRPr sz="1200"/>
            </a:lvl6pPr>
            <a:lvl7pPr indent="-339089" lvl="6" marL="3200400" algn="l">
              <a:spcBef>
                <a:spcPts val="600"/>
              </a:spcBef>
              <a:spcAft>
                <a:spcPts val="0"/>
              </a:spcAft>
              <a:buSzPts val="1740"/>
              <a:buChar char="•"/>
              <a:defRPr sz="1200"/>
            </a:lvl7pPr>
            <a:lvl8pPr indent="-339090" lvl="7" marL="3657600" algn="l">
              <a:spcBef>
                <a:spcPts val="600"/>
              </a:spcBef>
              <a:spcAft>
                <a:spcPts val="0"/>
              </a:spcAft>
              <a:buSzPts val="1740"/>
              <a:buChar char="•"/>
              <a:defRPr sz="1200"/>
            </a:lvl8pPr>
            <a:lvl9pPr indent="-339090" lvl="8" marL="4114800" algn="l">
              <a:spcBef>
                <a:spcPts val="600"/>
              </a:spcBef>
              <a:spcAft>
                <a:spcPts val="600"/>
              </a:spcAft>
              <a:buSzPts val="1740"/>
              <a:buChar char="•"/>
              <a:defRPr sz="1200"/>
            </a:lvl9pPr>
          </a:lstStyle>
          <a:p/>
        </p:txBody>
      </p:sp>
      <p:sp>
        <p:nvSpPr>
          <p:cNvPr id="69" name="Google Shape;69;p55"/>
          <p:cNvSpPr txBox="1"/>
          <p:nvPr>
            <p:ph idx="3" type="body"/>
          </p:nvPr>
        </p:nvSpPr>
        <p:spPr>
          <a:xfrm>
            <a:off x="5161710" y="2667000"/>
            <a:ext cx="3467806" cy="576262"/>
          </a:xfrm>
          <a:prstGeom prst="rect">
            <a:avLst/>
          </a:prstGeom>
          <a:noFill/>
          <a:ln>
            <a:noFill/>
          </a:ln>
        </p:spPr>
        <p:txBody>
          <a:bodyPr anchorCtr="0" anchor="b" bIns="45700" lIns="91425" spcFirstLastPara="1" rIns="91425" wrap="square" tIns="45700">
            <a:noAutofit/>
          </a:bodyPr>
          <a:lstStyle>
            <a:lvl1pPr indent="-228600" lvl="0" marL="457200" algn="l">
              <a:spcBef>
                <a:spcPts val="560"/>
              </a:spcBef>
              <a:spcAft>
                <a:spcPts val="0"/>
              </a:spcAft>
              <a:buSzPts val="4060"/>
              <a:buNone/>
              <a:defRPr b="0" sz="2800">
                <a:solidFill>
                  <a:srgbClr val="366092"/>
                </a:solidFill>
              </a:defRPr>
            </a:lvl1pPr>
            <a:lvl2pPr indent="-228600" lvl="1" marL="914400" algn="l">
              <a:spcBef>
                <a:spcPts val="600"/>
              </a:spcBef>
              <a:spcAft>
                <a:spcPts val="0"/>
              </a:spcAft>
              <a:buSzPts val="2900"/>
              <a:buNone/>
              <a:defRPr b="1" sz="2000"/>
            </a:lvl2pPr>
            <a:lvl3pPr indent="-228600" lvl="2" marL="1371600" algn="l">
              <a:spcBef>
                <a:spcPts val="600"/>
              </a:spcBef>
              <a:spcAft>
                <a:spcPts val="0"/>
              </a:spcAft>
              <a:buSzPts val="2610"/>
              <a:buNone/>
              <a:defRPr b="1" sz="1800"/>
            </a:lvl3pPr>
            <a:lvl4pPr indent="-228600" lvl="3" marL="1828800" algn="l">
              <a:spcBef>
                <a:spcPts val="600"/>
              </a:spcBef>
              <a:spcAft>
                <a:spcPts val="0"/>
              </a:spcAft>
              <a:buSzPts val="2320"/>
              <a:buNone/>
              <a:defRPr b="1" sz="1600"/>
            </a:lvl4pPr>
            <a:lvl5pPr indent="-228600" lvl="4" marL="2286000" algn="l">
              <a:spcBef>
                <a:spcPts val="600"/>
              </a:spcBef>
              <a:spcAft>
                <a:spcPts val="0"/>
              </a:spcAft>
              <a:buSzPts val="2320"/>
              <a:buNone/>
              <a:defRPr b="1" sz="1600"/>
            </a:lvl5pPr>
            <a:lvl6pPr indent="-228600" lvl="5" marL="2743200" algn="l">
              <a:spcBef>
                <a:spcPts val="600"/>
              </a:spcBef>
              <a:spcAft>
                <a:spcPts val="0"/>
              </a:spcAft>
              <a:buSzPts val="2320"/>
              <a:buNone/>
              <a:defRPr b="1" sz="1600"/>
            </a:lvl6pPr>
            <a:lvl7pPr indent="-228600" lvl="6" marL="3200400" algn="l">
              <a:spcBef>
                <a:spcPts val="600"/>
              </a:spcBef>
              <a:spcAft>
                <a:spcPts val="0"/>
              </a:spcAft>
              <a:buSzPts val="2320"/>
              <a:buNone/>
              <a:defRPr b="1" sz="1600"/>
            </a:lvl7pPr>
            <a:lvl8pPr indent="-228600" lvl="7" marL="3657600" algn="l">
              <a:spcBef>
                <a:spcPts val="600"/>
              </a:spcBef>
              <a:spcAft>
                <a:spcPts val="0"/>
              </a:spcAft>
              <a:buSzPts val="2320"/>
              <a:buNone/>
              <a:defRPr b="1" sz="1600"/>
            </a:lvl8pPr>
            <a:lvl9pPr indent="-228600" lvl="8" marL="4114800" algn="l">
              <a:spcBef>
                <a:spcPts val="600"/>
              </a:spcBef>
              <a:spcAft>
                <a:spcPts val="600"/>
              </a:spcAft>
              <a:buSzPts val="2320"/>
              <a:buNone/>
              <a:defRPr b="1" sz="1600"/>
            </a:lvl9pPr>
          </a:lstStyle>
          <a:p/>
        </p:txBody>
      </p:sp>
      <p:sp>
        <p:nvSpPr>
          <p:cNvPr id="70" name="Google Shape;70;p55"/>
          <p:cNvSpPr txBox="1"/>
          <p:nvPr>
            <p:ph idx="4" type="body"/>
          </p:nvPr>
        </p:nvSpPr>
        <p:spPr>
          <a:xfrm>
            <a:off x="4957266" y="3335336"/>
            <a:ext cx="3672248" cy="2665259"/>
          </a:xfrm>
          <a:prstGeom prst="rect">
            <a:avLst/>
          </a:prstGeom>
          <a:noFill/>
          <a:ln>
            <a:noFill/>
          </a:ln>
        </p:spPr>
        <p:txBody>
          <a:bodyPr anchorCtr="0" anchor="t" bIns="45700" lIns="91425" spcFirstLastPara="1" rIns="91425" wrap="square" tIns="45700">
            <a:normAutofit/>
          </a:bodyPr>
          <a:lstStyle>
            <a:lvl1pPr indent="-394335" lvl="0" marL="457200" algn="l">
              <a:spcBef>
                <a:spcPts val="360"/>
              </a:spcBef>
              <a:spcAft>
                <a:spcPts val="0"/>
              </a:spcAft>
              <a:buSzPts val="2610"/>
              <a:buChar char="•"/>
              <a:defRPr sz="1800"/>
            </a:lvl1pPr>
            <a:lvl2pPr indent="-375919" lvl="1" marL="914400" algn="l">
              <a:spcBef>
                <a:spcPts val="600"/>
              </a:spcBef>
              <a:spcAft>
                <a:spcPts val="0"/>
              </a:spcAft>
              <a:buSzPts val="2320"/>
              <a:buChar char="•"/>
              <a:defRPr sz="1600"/>
            </a:lvl2pPr>
            <a:lvl3pPr indent="-357505" lvl="2" marL="1371600" algn="l">
              <a:spcBef>
                <a:spcPts val="600"/>
              </a:spcBef>
              <a:spcAft>
                <a:spcPts val="0"/>
              </a:spcAft>
              <a:buSzPts val="2030"/>
              <a:buChar char="•"/>
              <a:defRPr sz="1400"/>
            </a:lvl3pPr>
            <a:lvl4pPr indent="-339089" lvl="3" marL="1828800" algn="l">
              <a:spcBef>
                <a:spcPts val="600"/>
              </a:spcBef>
              <a:spcAft>
                <a:spcPts val="0"/>
              </a:spcAft>
              <a:buSzPts val="1740"/>
              <a:buChar char="•"/>
              <a:defRPr sz="1200"/>
            </a:lvl4pPr>
            <a:lvl5pPr indent="-339089" lvl="4" marL="2286000" algn="l">
              <a:spcBef>
                <a:spcPts val="600"/>
              </a:spcBef>
              <a:spcAft>
                <a:spcPts val="0"/>
              </a:spcAft>
              <a:buSzPts val="1740"/>
              <a:buChar char="•"/>
              <a:defRPr sz="1200"/>
            </a:lvl5pPr>
            <a:lvl6pPr indent="-339089" lvl="5" marL="2743200" algn="l">
              <a:spcBef>
                <a:spcPts val="600"/>
              </a:spcBef>
              <a:spcAft>
                <a:spcPts val="0"/>
              </a:spcAft>
              <a:buSzPts val="1740"/>
              <a:buChar char="•"/>
              <a:defRPr sz="1200"/>
            </a:lvl6pPr>
            <a:lvl7pPr indent="-339089" lvl="6" marL="3200400" algn="l">
              <a:spcBef>
                <a:spcPts val="600"/>
              </a:spcBef>
              <a:spcAft>
                <a:spcPts val="0"/>
              </a:spcAft>
              <a:buSzPts val="1740"/>
              <a:buChar char="•"/>
              <a:defRPr sz="1200"/>
            </a:lvl7pPr>
            <a:lvl8pPr indent="-339090" lvl="7" marL="3657600" algn="l">
              <a:spcBef>
                <a:spcPts val="600"/>
              </a:spcBef>
              <a:spcAft>
                <a:spcPts val="0"/>
              </a:spcAft>
              <a:buSzPts val="1740"/>
              <a:buChar char="•"/>
              <a:defRPr sz="1200"/>
            </a:lvl8pPr>
            <a:lvl9pPr indent="-339090" lvl="8" marL="4114800" algn="l">
              <a:spcBef>
                <a:spcPts val="600"/>
              </a:spcBef>
              <a:spcAft>
                <a:spcPts val="600"/>
              </a:spcAft>
              <a:buSzPts val="1740"/>
              <a:buChar char="•"/>
              <a:defRPr sz="1200"/>
            </a:lvl9pPr>
          </a:lstStyle>
          <a:p/>
        </p:txBody>
      </p:sp>
      <p:sp>
        <p:nvSpPr>
          <p:cNvPr id="71" name="Google Shape;71;p55"/>
          <p:cNvSpPr txBox="1"/>
          <p:nvPr>
            <p:ph idx="10" type="dt"/>
          </p:nvPr>
        </p:nvSpPr>
        <p:spPr>
          <a:xfrm>
            <a:off x="7385364" y="6479247"/>
            <a:ext cx="857473"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55"/>
          <p:cNvSpPr txBox="1"/>
          <p:nvPr>
            <p:ph idx="11" type="ftr"/>
          </p:nvPr>
        </p:nvSpPr>
        <p:spPr>
          <a:xfrm>
            <a:off x="1130316" y="6492875"/>
            <a:ext cx="6228363"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55"/>
          <p:cNvSpPr txBox="1"/>
          <p:nvPr>
            <p:ph idx="12" type="sldNum"/>
          </p:nvPr>
        </p:nvSpPr>
        <p:spPr>
          <a:xfrm>
            <a:off x="8245608" y="6479246"/>
            <a:ext cx="413483"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74" name="Shape 74"/>
        <p:cNvGrpSpPr/>
        <p:nvPr/>
      </p:nvGrpSpPr>
      <p:grpSpPr>
        <a:xfrm>
          <a:off x="0" y="0"/>
          <a:ext cx="0" cy="0"/>
          <a:chOff x="0" y="0"/>
          <a:chExt cx="0" cy="0"/>
        </a:xfrm>
      </p:grpSpPr>
      <p:sp>
        <p:nvSpPr>
          <p:cNvPr id="75" name="Google Shape;75;p56"/>
          <p:cNvSpPr txBox="1"/>
          <p:nvPr>
            <p:ph idx="10" type="dt"/>
          </p:nvPr>
        </p:nvSpPr>
        <p:spPr>
          <a:xfrm>
            <a:off x="7385364" y="6479247"/>
            <a:ext cx="857473"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6" name="Google Shape;76;p56"/>
          <p:cNvSpPr txBox="1"/>
          <p:nvPr>
            <p:ph idx="11" type="ftr"/>
          </p:nvPr>
        </p:nvSpPr>
        <p:spPr>
          <a:xfrm>
            <a:off x="1130316" y="6492875"/>
            <a:ext cx="6228363"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7" name="Google Shape;77;p56"/>
          <p:cNvSpPr txBox="1"/>
          <p:nvPr>
            <p:ph idx="12" type="sldNum"/>
          </p:nvPr>
        </p:nvSpPr>
        <p:spPr>
          <a:xfrm>
            <a:off x="8245608" y="6479246"/>
            <a:ext cx="413483"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78" name="Shape 78"/>
        <p:cNvGrpSpPr/>
        <p:nvPr/>
      </p:nvGrpSpPr>
      <p:grpSpPr>
        <a:xfrm>
          <a:off x="0" y="0"/>
          <a:ext cx="0" cy="0"/>
          <a:chOff x="0" y="0"/>
          <a:chExt cx="0" cy="0"/>
        </a:xfrm>
      </p:grpSpPr>
      <p:sp>
        <p:nvSpPr>
          <p:cNvPr id="79" name="Google Shape;79;p57"/>
          <p:cNvSpPr txBox="1"/>
          <p:nvPr>
            <p:ph type="title"/>
          </p:nvPr>
        </p:nvSpPr>
        <p:spPr>
          <a:xfrm>
            <a:off x="1113524" y="1600200"/>
            <a:ext cx="2662534" cy="1371600"/>
          </a:xfrm>
          <a:prstGeom prst="rect">
            <a:avLst/>
          </a:prstGeom>
          <a:noFill/>
          <a:ln>
            <a:noFill/>
          </a:ln>
        </p:spPr>
        <p:txBody>
          <a:bodyPr anchorCtr="0" anchor="b" bIns="45700" lIns="91425" spcFirstLastPara="1" rIns="91425" wrap="square" tIns="45700">
            <a:normAutofit/>
          </a:bodyPr>
          <a:lstStyle>
            <a:lvl1pPr lvl="0" algn="ctr">
              <a:spcBef>
                <a:spcPts val="0"/>
              </a:spcBef>
              <a:spcAft>
                <a:spcPts val="0"/>
              </a:spcAft>
              <a:buClr>
                <a:schemeClr val="dk1"/>
              </a:buClr>
              <a:buSzPts val="2400"/>
              <a:buFont typeface="Corbel"/>
              <a:buNone/>
              <a:defRPr b="0" sz="24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0" name="Google Shape;80;p57"/>
          <p:cNvSpPr txBox="1"/>
          <p:nvPr>
            <p:ph idx="1" type="body"/>
          </p:nvPr>
        </p:nvSpPr>
        <p:spPr>
          <a:xfrm>
            <a:off x="3947553" y="685800"/>
            <a:ext cx="4681962" cy="5105401"/>
          </a:xfrm>
          <a:prstGeom prst="rect">
            <a:avLst/>
          </a:prstGeom>
          <a:noFill/>
          <a:ln>
            <a:noFill/>
          </a:ln>
        </p:spPr>
        <p:txBody>
          <a:bodyPr anchorCtr="0" anchor="ctr" bIns="45700" lIns="91425" spcFirstLastPara="1" rIns="91425" wrap="square" tIns="45700">
            <a:normAutofit/>
          </a:bodyPr>
          <a:lstStyle>
            <a:lvl1pPr indent="-412750" lvl="0" marL="457200" algn="l">
              <a:spcBef>
                <a:spcPts val="400"/>
              </a:spcBef>
              <a:spcAft>
                <a:spcPts val="0"/>
              </a:spcAft>
              <a:buSzPts val="2900"/>
              <a:buChar char="•"/>
              <a:defRPr sz="2000"/>
            </a:lvl1pPr>
            <a:lvl2pPr indent="-394335" lvl="1" marL="914400" algn="l">
              <a:spcBef>
                <a:spcPts val="600"/>
              </a:spcBef>
              <a:spcAft>
                <a:spcPts val="0"/>
              </a:spcAft>
              <a:buSzPts val="2610"/>
              <a:buChar char="•"/>
              <a:defRPr sz="1800"/>
            </a:lvl2pPr>
            <a:lvl3pPr indent="-375919" lvl="2" marL="1371600" algn="l">
              <a:spcBef>
                <a:spcPts val="600"/>
              </a:spcBef>
              <a:spcAft>
                <a:spcPts val="0"/>
              </a:spcAft>
              <a:buSzPts val="2320"/>
              <a:buChar char="•"/>
              <a:defRPr sz="1600"/>
            </a:lvl3pPr>
            <a:lvl4pPr indent="-357505" lvl="3" marL="1828800" algn="l">
              <a:spcBef>
                <a:spcPts val="600"/>
              </a:spcBef>
              <a:spcAft>
                <a:spcPts val="0"/>
              </a:spcAft>
              <a:buSzPts val="2030"/>
              <a:buChar char="•"/>
              <a:defRPr sz="1400"/>
            </a:lvl4pPr>
            <a:lvl5pPr indent="-357504" lvl="4" marL="2286000" algn="l">
              <a:spcBef>
                <a:spcPts val="600"/>
              </a:spcBef>
              <a:spcAft>
                <a:spcPts val="0"/>
              </a:spcAft>
              <a:buSzPts val="2030"/>
              <a:buChar char="•"/>
              <a:defRPr sz="1400"/>
            </a:lvl5pPr>
            <a:lvl6pPr indent="-357504" lvl="5" marL="2743200" algn="l">
              <a:spcBef>
                <a:spcPts val="600"/>
              </a:spcBef>
              <a:spcAft>
                <a:spcPts val="0"/>
              </a:spcAft>
              <a:buSzPts val="2030"/>
              <a:buChar char="•"/>
              <a:defRPr sz="1400"/>
            </a:lvl6pPr>
            <a:lvl7pPr indent="-357504" lvl="6" marL="3200400" algn="l">
              <a:spcBef>
                <a:spcPts val="600"/>
              </a:spcBef>
              <a:spcAft>
                <a:spcPts val="0"/>
              </a:spcAft>
              <a:buSzPts val="2030"/>
              <a:buChar char="•"/>
              <a:defRPr sz="1400"/>
            </a:lvl7pPr>
            <a:lvl8pPr indent="-357504" lvl="7" marL="3657600" algn="l">
              <a:spcBef>
                <a:spcPts val="600"/>
              </a:spcBef>
              <a:spcAft>
                <a:spcPts val="0"/>
              </a:spcAft>
              <a:buSzPts val="2030"/>
              <a:buChar char="•"/>
              <a:defRPr sz="1400"/>
            </a:lvl8pPr>
            <a:lvl9pPr indent="-357504" lvl="8" marL="4114800" algn="l">
              <a:spcBef>
                <a:spcPts val="600"/>
              </a:spcBef>
              <a:spcAft>
                <a:spcPts val="600"/>
              </a:spcAft>
              <a:buSzPts val="2030"/>
              <a:buChar char="•"/>
              <a:defRPr sz="1400"/>
            </a:lvl9pPr>
          </a:lstStyle>
          <a:p/>
        </p:txBody>
      </p:sp>
      <p:sp>
        <p:nvSpPr>
          <p:cNvPr id="81" name="Google Shape;81;p57"/>
          <p:cNvSpPr txBox="1"/>
          <p:nvPr>
            <p:ph idx="2" type="body"/>
          </p:nvPr>
        </p:nvSpPr>
        <p:spPr>
          <a:xfrm>
            <a:off x="1113524" y="2971800"/>
            <a:ext cx="2662534" cy="1828800"/>
          </a:xfrm>
          <a:prstGeom prst="rect">
            <a:avLst/>
          </a:prstGeom>
          <a:noFill/>
          <a:ln>
            <a:noFill/>
          </a:ln>
        </p:spPr>
        <p:txBody>
          <a:bodyPr anchorCtr="0" anchor="ctr" bIns="45700" lIns="91425" spcFirstLastPara="1" rIns="91425" wrap="square" tIns="45700">
            <a:normAutofit/>
          </a:bodyPr>
          <a:lstStyle>
            <a:lvl1pPr indent="-228600" lvl="0" marL="457200" algn="ctr">
              <a:spcBef>
                <a:spcPts val="320"/>
              </a:spcBef>
              <a:spcAft>
                <a:spcPts val="0"/>
              </a:spcAft>
              <a:buSzPts val="2320"/>
              <a:buNone/>
              <a:defRPr sz="1600"/>
            </a:lvl1pPr>
            <a:lvl2pPr indent="-228600" lvl="1" marL="914400" algn="l">
              <a:spcBef>
                <a:spcPts val="600"/>
              </a:spcBef>
              <a:spcAft>
                <a:spcPts val="0"/>
              </a:spcAft>
              <a:buSzPts val="1740"/>
              <a:buNone/>
              <a:defRPr sz="1200"/>
            </a:lvl2pPr>
            <a:lvl3pPr indent="-228600" lvl="2" marL="1371600" algn="l">
              <a:spcBef>
                <a:spcPts val="600"/>
              </a:spcBef>
              <a:spcAft>
                <a:spcPts val="0"/>
              </a:spcAft>
              <a:buSzPts val="1450"/>
              <a:buNone/>
              <a:defRPr sz="1000"/>
            </a:lvl3pPr>
            <a:lvl4pPr indent="-228600" lvl="3" marL="1828800" algn="l">
              <a:spcBef>
                <a:spcPts val="600"/>
              </a:spcBef>
              <a:spcAft>
                <a:spcPts val="0"/>
              </a:spcAft>
              <a:buSzPts val="1305"/>
              <a:buNone/>
              <a:defRPr sz="900"/>
            </a:lvl4pPr>
            <a:lvl5pPr indent="-228600" lvl="4" marL="2286000" algn="l">
              <a:spcBef>
                <a:spcPts val="600"/>
              </a:spcBef>
              <a:spcAft>
                <a:spcPts val="0"/>
              </a:spcAft>
              <a:buSzPts val="1305"/>
              <a:buNone/>
              <a:defRPr sz="900"/>
            </a:lvl5pPr>
            <a:lvl6pPr indent="-228600" lvl="5" marL="2743200" algn="l">
              <a:spcBef>
                <a:spcPts val="600"/>
              </a:spcBef>
              <a:spcAft>
                <a:spcPts val="0"/>
              </a:spcAft>
              <a:buSzPts val="1305"/>
              <a:buNone/>
              <a:defRPr sz="900"/>
            </a:lvl6pPr>
            <a:lvl7pPr indent="-228600" lvl="6" marL="3200400" algn="l">
              <a:spcBef>
                <a:spcPts val="600"/>
              </a:spcBef>
              <a:spcAft>
                <a:spcPts val="0"/>
              </a:spcAft>
              <a:buSzPts val="1305"/>
              <a:buNone/>
              <a:defRPr sz="900"/>
            </a:lvl7pPr>
            <a:lvl8pPr indent="-228600" lvl="7" marL="3657600" algn="l">
              <a:spcBef>
                <a:spcPts val="600"/>
              </a:spcBef>
              <a:spcAft>
                <a:spcPts val="0"/>
              </a:spcAft>
              <a:buSzPts val="1305"/>
              <a:buNone/>
              <a:defRPr sz="900"/>
            </a:lvl8pPr>
            <a:lvl9pPr indent="-228600" lvl="8" marL="4114800" algn="l">
              <a:spcBef>
                <a:spcPts val="600"/>
              </a:spcBef>
              <a:spcAft>
                <a:spcPts val="600"/>
              </a:spcAft>
              <a:buSzPts val="1305"/>
              <a:buNone/>
              <a:defRPr sz="900"/>
            </a:lvl9pPr>
          </a:lstStyle>
          <a:p/>
        </p:txBody>
      </p:sp>
      <p:sp>
        <p:nvSpPr>
          <p:cNvPr id="82" name="Google Shape;82;p57"/>
          <p:cNvSpPr txBox="1"/>
          <p:nvPr>
            <p:ph idx="10" type="dt"/>
          </p:nvPr>
        </p:nvSpPr>
        <p:spPr>
          <a:xfrm>
            <a:off x="7385364" y="6479247"/>
            <a:ext cx="857473"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3" name="Google Shape;83;p57"/>
          <p:cNvSpPr txBox="1"/>
          <p:nvPr>
            <p:ph idx="11" type="ftr"/>
          </p:nvPr>
        </p:nvSpPr>
        <p:spPr>
          <a:xfrm>
            <a:off x="1130316" y="6492875"/>
            <a:ext cx="6228363"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4" name="Google Shape;84;p57"/>
          <p:cNvSpPr txBox="1"/>
          <p:nvPr>
            <p:ph idx="12" type="sldNum"/>
          </p:nvPr>
        </p:nvSpPr>
        <p:spPr>
          <a:xfrm>
            <a:off x="8245608" y="6479246"/>
            <a:ext cx="413483"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85" name="Shape 85"/>
        <p:cNvGrpSpPr/>
        <p:nvPr/>
      </p:nvGrpSpPr>
      <p:grpSpPr>
        <a:xfrm>
          <a:off x="0" y="0"/>
          <a:ext cx="0" cy="0"/>
          <a:chOff x="0" y="0"/>
          <a:chExt cx="0" cy="0"/>
        </a:xfrm>
      </p:grpSpPr>
      <p:sp>
        <p:nvSpPr>
          <p:cNvPr id="86" name="Google Shape;86;p58"/>
          <p:cNvSpPr txBox="1"/>
          <p:nvPr>
            <p:ph type="title"/>
          </p:nvPr>
        </p:nvSpPr>
        <p:spPr>
          <a:xfrm>
            <a:off x="1112332" y="1752599"/>
            <a:ext cx="4070679" cy="1371600"/>
          </a:xfrm>
          <a:prstGeom prst="rect">
            <a:avLst/>
          </a:prstGeom>
          <a:noFill/>
          <a:ln>
            <a:noFill/>
          </a:ln>
        </p:spPr>
        <p:txBody>
          <a:bodyPr anchorCtr="0" anchor="b" bIns="45700" lIns="91425" spcFirstLastPara="1" rIns="91425" wrap="square" tIns="45700">
            <a:normAutofit/>
          </a:bodyPr>
          <a:lstStyle>
            <a:lvl1pPr lvl="0" algn="ctr">
              <a:spcBef>
                <a:spcPts val="0"/>
              </a:spcBef>
              <a:spcAft>
                <a:spcPts val="0"/>
              </a:spcAft>
              <a:buClr>
                <a:schemeClr val="dk1"/>
              </a:buClr>
              <a:buSzPts val="2800"/>
              <a:buFont typeface="Corbel"/>
              <a:buNone/>
              <a:defRPr b="0" sz="28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7" name="Google Shape;87;p58"/>
          <p:cNvSpPr/>
          <p:nvPr>
            <p:ph idx="2" type="pic"/>
          </p:nvPr>
        </p:nvSpPr>
        <p:spPr>
          <a:xfrm>
            <a:off x="5697495" y="914400"/>
            <a:ext cx="2461371" cy="4572000"/>
          </a:xfrm>
          <a:prstGeom prst="roundRect">
            <a:avLst>
              <a:gd fmla="val 4280" name="adj"/>
            </a:avLst>
          </a:prstGeom>
          <a:noFill/>
          <a:ln cap="flat" cmpd="sng" w="38100">
            <a:solidFill>
              <a:schemeClr val="lt2"/>
            </a:solidFill>
            <a:prstDash val="solid"/>
            <a:round/>
            <a:headEnd len="sm" w="sm" type="none"/>
            <a:tailEnd len="sm" w="sm" type="none"/>
          </a:ln>
        </p:spPr>
        <p:txBody>
          <a:bodyPr anchorCtr="0" anchor="t" bIns="45700" lIns="91425" spcFirstLastPara="1" rIns="91425" wrap="square" tIns="45700">
            <a:normAutofit/>
          </a:bodyPr>
          <a:lstStyle>
            <a:lvl1pPr lvl="0" marR="0" rtl="0" algn="ctr">
              <a:spcBef>
                <a:spcPts val="320"/>
              </a:spcBef>
              <a:spcAft>
                <a:spcPts val="0"/>
              </a:spcAft>
              <a:buClr>
                <a:srgbClr val="366092"/>
              </a:buClr>
              <a:buSzPts val="2320"/>
              <a:buFont typeface="Arial"/>
              <a:buNone/>
              <a:defRPr b="0" i="0" sz="1600" u="none" cap="none" strike="noStrike">
                <a:solidFill>
                  <a:schemeClr val="dk1"/>
                </a:solidFill>
                <a:latin typeface="Corbel"/>
                <a:ea typeface="Corbel"/>
                <a:cs typeface="Corbel"/>
                <a:sym typeface="Corbel"/>
              </a:defRPr>
            </a:lvl1pPr>
            <a:lvl2pPr lvl="1" marR="0" rtl="0" algn="l">
              <a:spcBef>
                <a:spcPts val="600"/>
              </a:spcBef>
              <a:spcAft>
                <a:spcPts val="0"/>
              </a:spcAft>
              <a:buClr>
                <a:srgbClr val="366092"/>
              </a:buClr>
              <a:buSzPts val="2320"/>
              <a:buFont typeface="Arial"/>
              <a:buNone/>
              <a:defRPr b="0" i="0" sz="1600" u="none" cap="none" strike="noStrike">
                <a:solidFill>
                  <a:schemeClr val="dk1"/>
                </a:solidFill>
                <a:latin typeface="Corbel"/>
                <a:ea typeface="Corbel"/>
                <a:cs typeface="Corbel"/>
                <a:sym typeface="Corbel"/>
              </a:defRPr>
            </a:lvl2pPr>
            <a:lvl3pPr lvl="2" marR="0" rtl="0" algn="l">
              <a:spcBef>
                <a:spcPts val="600"/>
              </a:spcBef>
              <a:spcAft>
                <a:spcPts val="0"/>
              </a:spcAft>
              <a:buClr>
                <a:srgbClr val="366092"/>
              </a:buClr>
              <a:buSzPts val="2320"/>
              <a:buFont typeface="Arial"/>
              <a:buNone/>
              <a:defRPr b="0" i="0" sz="1600" u="none" cap="none" strike="noStrike">
                <a:solidFill>
                  <a:schemeClr val="dk1"/>
                </a:solidFill>
                <a:latin typeface="Corbel"/>
                <a:ea typeface="Corbel"/>
                <a:cs typeface="Corbel"/>
                <a:sym typeface="Corbel"/>
              </a:defRPr>
            </a:lvl3pPr>
            <a:lvl4pPr lvl="3" marR="0" rtl="0" algn="l">
              <a:spcBef>
                <a:spcPts val="600"/>
              </a:spcBef>
              <a:spcAft>
                <a:spcPts val="0"/>
              </a:spcAft>
              <a:buClr>
                <a:srgbClr val="366092"/>
              </a:buClr>
              <a:buSzPts val="2320"/>
              <a:buFont typeface="Arial"/>
              <a:buNone/>
              <a:defRPr b="0" i="0" sz="1600" u="none" cap="none" strike="noStrike">
                <a:solidFill>
                  <a:schemeClr val="dk1"/>
                </a:solidFill>
                <a:latin typeface="Corbel"/>
                <a:ea typeface="Corbel"/>
                <a:cs typeface="Corbel"/>
                <a:sym typeface="Corbel"/>
              </a:defRPr>
            </a:lvl4pPr>
            <a:lvl5pPr lvl="4" marR="0" rtl="0" algn="l">
              <a:spcBef>
                <a:spcPts val="600"/>
              </a:spcBef>
              <a:spcAft>
                <a:spcPts val="0"/>
              </a:spcAft>
              <a:buClr>
                <a:srgbClr val="366092"/>
              </a:buClr>
              <a:buSzPts val="2320"/>
              <a:buFont typeface="Arial"/>
              <a:buNone/>
              <a:defRPr b="0" i="0" sz="1600" u="none" cap="none" strike="noStrike">
                <a:solidFill>
                  <a:schemeClr val="dk1"/>
                </a:solidFill>
                <a:latin typeface="Corbel"/>
                <a:ea typeface="Corbel"/>
                <a:cs typeface="Corbel"/>
                <a:sym typeface="Corbel"/>
              </a:defRPr>
            </a:lvl5pPr>
            <a:lvl6pPr lvl="5" marR="0" rtl="0" algn="l">
              <a:spcBef>
                <a:spcPts val="600"/>
              </a:spcBef>
              <a:spcAft>
                <a:spcPts val="0"/>
              </a:spcAft>
              <a:buClr>
                <a:srgbClr val="366092"/>
              </a:buClr>
              <a:buSzPts val="2320"/>
              <a:buFont typeface="Arial"/>
              <a:buNone/>
              <a:defRPr b="0" i="0" sz="1600" u="none" cap="none" strike="noStrike">
                <a:solidFill>
                  <a:schemeClr val="dk1"/>
                </a:solidFill>
                <a:latin typeface="Corbel"/>
                <a:ea typeface="Corbel"/>
                <a:cs typeface="Corbel"/>
                <a:sym typeface="Corbel"/>
              </a:defRPr>
            </a:lvl6pPr>
            <a:lvl7pPr lvl="6" marR="0" rtl="0" algn="l">
              <a:spcBef>
                <a:spcPts val="600"/>
              </a:spcBef>
              <a:spcAft>
                <a:spcPts val="0"/>
              </a:spcAft>
              <a:buClr>
                <a:srgbClr val="366092"/>
              </a:buClr>
              <a:buSzPts val="2320"/>
              <a:buFont typeface="Arial"/>
              <a:buNone/>
              <a:defRPr b="0" i="0" sz="1600" u="none" cap="none" strike="noStrike">
                <a:solidFill>
                  <a:schemeClr val="dk1"/>
                </a:solidFill>
                <a:latin typeface="Corbel"/>
                <a:ea typeface="Corbel"/>
                <a:cs typeface="Corbel"/>
                <a:sym typeface="Corbel"/>
              </a:defRPr>
            </a:lvl7pPr>
            <a:lvl8pPr lvl="7" marR="0" rtl="0" algn="l">
              <a:spcBef>
                <a:spcPts val="600"/>
              </a:spcBef>
              <a:spcAft>
                <a:spcPts val="0"/>
              </a:spcAft>
              <a:buClr>
                <a:srgbClr val="366092"/>
              </a:buClr>
              <a:buSzPts val="2320"/>
              <a:buFont typeface="Arial"/>
              <a:buNone/>
              <a:defRPr b="0" i="0" sz="1600" u="none" cap="none" strike="noStrike">
                <a:solidFill>
                  <a:schemeClr val="dk1"/>
                </a:solidFill>
                <a:latin typeface="Corbel"/>
                <a:ea typeface="Corbel"/>
                <a:cs typeface="Corbel"/>
                <a:sym typeface="Corbel"/>
              </a:defRPr>
            </a:lvl8pPr>
            <a:lvl9pPr lvl="8" marR="0" rtl="0" algn="l">
              <a:spcBef>
                <a:spcPts val="600"/>
              </a:spcBef>
              <a:spcAft>
                <a:spcPts val="600"/>
              </a:spcAft>
              <a:buClr>
                <a:srgbClr val="366092"/>
              </a:buClr>
              <a:buSzPts val="2320"/>
              <a:buFont typeface="Arial"/>
              <a:buNone/>
              <a:defRPr b="0" i="0" sz="1600" u="none" cap="none" strike="noStrike">
                <a:solidFill>
                  <a:schemeClr val="dk1"/>
                </a:solidFill>
                <a:latin typeface="Corbel"/>
                <a:ea typeface="Corbel"/>
                <a:cs typeface="Corbel"/>
                <a:sym typeface="Corbel"/>
              </a:defRPr>
            </a:lvl9pPr>
          </a:lstStyle>
          <a:p/>
        </p:txBody>
      </p:sp>
      <p:sp>
        <p:nvSpPr>
          <p:cNvPr id="88" name="Google Shape;88;p58"/>
          <p:cNvSpPr txBox="1"/>
          <p:nvPr>
            <p:ph idx="1" type="body"/>
          </p:nvPr>
        </p:nvSpPr>
        <p:spPr>
          <a:xfrm>
            <a:off x="1112332" y="3124199"/>
            <a:ext cx="4070679" cy="1828800"/>
          </a:xfrm>
          <a:prstGeom prst="rect">
            <a:avLst/>
          </a:prstGeom>
          <a:noFill/>
          <a:ln>
            <a:noFill/>
          </a:ln>
        </p:spPr>
        <p:txBody>
          <a:bodyPr anchorCtr="0" anchor="ctr" bIns="45700" lIns="91425" spcFirstLastPara="1" rIns="91425" wrap="square" tIns="45700">
            <a:normAutofit/>
          </a:bodyPr>
          <a:lstStyle>
            <a:lvl1pPr indent="-228600" lvl="0" marL="457200" algn="ctr">
              <a:spcBef>
                <a:spcPts val="360"/>
              </a:spcBef>
              <a:spcAft>
                <a:spcPts val="0"/>
              </a:spcAft>
              <a:buSzPts val="2610"/>
              <a:buNone/>
              <a:defRPr sz="1800"/>
            </a:lvl1pPr>
            <a:lvl2pPr indent="-228600" lvl="1" marL="914400" algn="l">
              <a:spcBef>
                <a:spcPts val="600"/>
              </a:spcBef>
              <a:spcAft>
                <a:spcPts val="0"/>
              </a:spcAft>
              <a:buSzPts val="1740"/>
              <a:buNone/>
              <a:defRPr sz="1200"/>
            </a:lvl2pPr>
            <a:lvl3pPr indent="-228600" lvl="2" marL="1371600" algn="l">
              <a:spcBef>
                <a:spcPts val="600"/>
              </a:spcBef>
              <a:spcAft>
                <a:spcPts val="0"/>
              </a:spcAft>
              <a:buSzPts val="1450"/>
              <a:buNone/>
              <a:defRPr sz="1000"/>
            </a:lvl3pPr>
            <a:lvl4pPr indent="-228600" lvl="3" marL="1828800" algn="l">
              <a:spcBef>
                <a:spcPts val="600"/>
              </a:spcBef>
              <a:spcAft>
                <a:spcPts val="0"/>
              </a:spcAft>
              <a:buSzPts val="1305"/>
              <a:buNone/>
              <a:defRPr sz="900"/>
            </a:lvl4pPr>
            <a:lvl5pPr indent="-228600" lvl="4" marL="2286000" algn="l">
              <a:spcBef>
                <a:spcPts val="600"/>
              </a:spcBef>
              <a:spcAft>
                <a:spcPts val="0"/>
              </a:spcAft>
              <a:buSzPts val="1305"/>
              <a:buNone/>
              <a:defRPr sz="900"/>
            </a:lvl5pPr>
            <a:lvl6pPr indent="-228600" lvl="5" marL="2743200" algn="l">
              <a:spcBef>
                <a:spcPts val="600"/>
              </a:spcBef>
              <a:spcAft>
                <a:spcPts val="0"/>
              </a:spcAft>
              <a:buSzPts val="1305"/>
              <a:buNone/>
              <a:defRPr sz="900"/>
            </a:lvl6pPr>
            <a:lvl7pPr indent="-228600" lvl="6" marL="3200400" algn="l">
              <a:spcBef>
                <a:spcPts val="600"/>
              </a:spcBef>
              <a:spcAft>
                <a:spcPts val="0"/>
              </a:spcAft>
              <a:buSzPts val="1305"/>
              <a:buNone/>
              <a:defRPr sz="900"/>
            </a:lvl7pPr>
            <a:lvl8pPr indent="-228600" lvl="7" marL="3657600" algn="l">
              <a:spcBef>
                <a:spcPts val="600"/>
              </a:spcBef>
              <a:spcAft>
                <a:spcPts val="0"/>
              </a:spcAft>
              <a:buSzPts val="1305"/>
              <a:buNone/>
              <a:defRPr sz="900"/>
            </a:lvl8pPr>
            <a:lvl9pPr indent="-228600" lvl="8" marL="4114800" algn="l">
              <a:spcBef>
                <a:spcPts val="600"/>
              </a:spcBef>
              <a:spcAft>
                <a:spcPts val="600"/>
              </a:spcAft>
              <a:buSzPts val="1305"/>
              <a:buNone/>
              <a:defRPr sz="900"/>
            </a:lvl9pPr>
          </a:lstStyle>
          <a:p/>
        </p:txBody>
      </p:sp>
      <p:sp>
        <p:nvSpPr>
          <p:cNvPr id="89" name="Google Shape;89;p58"/>
          <p:cNvSpPr txBox="1"/>
          <p:nvPr>
            <p:ph idx="10" type="dt"/>
          </p:nvPr>
        </p:nvSpPr>
        <p:spPr>
          <a:xfrm>
            <a:off x="7385364" y="6479247"/>
            <a:ext cx="857473"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0" name="Google Shape;90;p58"/>
          <p:cNvSpPr txBox="1"/>
          <p:nvPr>
            <p:ph idx="11" type="ftr"/>
          </p:nvPr>
        </p:nvSpPr>
        <p:spPr>
          <a:xfrm>
            <a:off x="1130316" y="6492875"/>
            <a:ext cx="6228363"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1" name="Google Shape;91;p58"/>
          <p:cNvSpPr txBox="1"/>
          <p:nvPr>
            <p:ph idx="12" type="sldNum"/>
          </p:nvPr>
        </p:nvSpPr>
        <p:spPr>
          <a:xfrm>
            <a:off x="8245608" y="6479246"/>
            <a:ext cx="413483"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anoramic Picture with Caption">
  <p:cSld name="Panoramic Picture with Caption">
    <p:spTree>
      <p:nvGrpSpPr>
        <p:cNvPr id="92" name="Shape 92"/>
        <p:cNvGrpSpPr/>
        <p:nvPr/>
      </p:nvGrpSpPr>
      <p:grpSpPr>
        <a:xfrm>
          <a:off x="0" y="0"/>
          <a:ext cx="0" cy="0"/>
          <a:chOff x="0" y="0"/>
          <a:chExt cx="0" cy="0"/>
        </a:xfrm>
      </p:grpSpPr>
      <p:sp>
        <p:nvSpPr>
          <p:cNvPr id="93" name="Google Shape;93;p59"/>
          <p:cNvSpPr txBox="1"/>
          <p:nvPr>
            <p:ph type="title"/>
          </p:nvPr>
        </p:nvSpPr>
        <p:spPr>
          <a:xfrm>
            <a:off x="1113523" y="4732865"/>
            <a:ext cx="7515991" cy="566738"/>
          </a:xfrm>
          <a:prstGeom prst="rect">
            <a:avLst/>
          </a:prstGeom>
          <a:noFill/>
          <a:ln>
            <a:noFill/>
          </a:ln>
        </p:spPr>
        <p:txBody>
          <a:bodyPr anchorCtr="0" anchor="b" bIns="45700" lIns="91425" spcFirstLastPara="1" rIns="91425" wrap="square" tIns="45700">
            <a:normAutofit/>
          </a:bodyPr>
          <a:lstStyle>
            <a:lvl1pPr lvl="0" algn="ctr">
              <a:spcBef>
                <a:spcPts val="0"/>
              </a:spcBef>
              <a:spcAft>
                <a:spcPts val="0"/>
              </a:spcAft>
              <a:buClr>
                <a:schemeClr val="dk1"/>
              </a:buClr>
              <a:buSzPts val="2400"/>
              <a:buFont typeface="Corbel"/>
              <a:buNone/>
              <a:defRPr b="0" sz="24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4" name="Google Shape;94;p59"/>
          <p:cNvSpPr/>
          <p:nvPr>
            <p:ph idx="2" type="pic"/>
          </p:nvPr>
        </p:nvSpPr>
        <p:spPr>
          <a:xfrm>
            <a:off x="1789975" y="932112"/>
            <a:ext cx="6171065" cy="3164976"/>
          </a:xfrm>
          <a:prstGeom prst="roundRect">
            <a:avLst>
              <a:gd fmla="val 4380" name="adj"/>
            </a:avLst>
          </a:prstGeom>
          <a:noFill/>
          <a:ln cap="flat" cmpd="sng" w="38100">
            <a:solidFill>
              <a:schemeClr val="lt2"/>
            </a:solidFill>
            <a:prstDash val="solid"/>
            <a:round/>
            <a:headEnd len="sm" w="sm" type="none"/>
            <a:tailEnd len="sm" w="sm" type="none"/>
          </a:ln>
        </p:spPr>
        <p:txBody>
          <a:bodyPr anchorCtr="0" anchor="t" bIns="45700" lIns="91425" spcFirstLastPara="1" rIns="91425" wrap="square" tIns="45700">
            <a:normAutofit/>
          </a:bodyPr>
          <a:lstStyle>
            <a:lvl1pPr lvl="0" marR="0" rtl="0" algn="ctr">
              <a:spcBef>
                <a:spcPts val="320"/>
              </a:spcBef>
              <a:spcAft>
                <a:spcPts val="0"/>
              </a:spcAft>
              <a:buClr>
                <a:srgbClr val="366092"/>
              </a:buClr>
              <a:buSzPts val="2320"/>
              <a:buFont typeface="Arial"/>
              <a:buNone/>
              <a:defRPr b="0" i="0" sz="1600" u="none" cap="none" strike="noStrike">
                <a:solidFill>
                  <a:schemeClr val="dk1"/>
                </a:solidFill>
                <a:latin typeface="Corbel"/>
                <a:ea typeface="Corbel"/>
                <a:cs typeface="Corbel"/>
                <a:sym typeface="Corbel"/>
              </a:defRPr>
            </a:lvl1pPr>
            <a:lvl2pPr lvl="1" marR="0" rtl="0" algn="l">
              <a:spcBef>
                <a:spcPts val="600"/>
              </a:spcBef>
              <a:spcAft>
                <a:spcPts val="0"/>
              </a:spcAft>
              <a:buClr>
                <a:srgbClr val="366092"/>
              </a:buClr>
              <a:buSzPts val="2320"/>
              <a:buFont typeface="Arial"/>
              <a:buNone/>
              <a:defRPr b="0" i="0" sz="1600" u="none" cap="none" strike="noStrike">
                <a:solidFill>
                  <a:schemeClr val="dk1"/>
                </a:solidFill>
                <a:latin typeface="Corbel"/>
                <a:ea typeface="Corbel"/>
                <a:cs typeface="Corbel"/>
                <a:sym typeface="Corbel"/>
              </a:defRPr>
            </a:lvl2pPr>
            <a:lvl3pPr lvl="2" marR="0" rtl="0" algn="l">
              <a:spcBef>
                <a:spcPts val="600"/>
              </a:spcBef>
              <a:spcAft>
                <a:spcPts val="0"/>
              </a:spcAft>
              <a:buClr>
                <a:srgbClr val="366092"/>
              </a:buClr>
              <a:buSzPts val="2320"/>
              <a:buFont typeface="Arial"/>
              <a:buNone/>
              <a:defRPr b="0" i="0" sz="1600" u="none" cap="none" strike="noStrike">
                <a:solidFill>
                  <a:schemeClr val="dk1"/>
                </a:solidFill>
                <a:latin typeface="Corbel"/>
                <a:ea typeface="Corbel"/>
                <a:cs typeface="Corbel"/>
                <a:sym typeface="Corbel"/>
              </a:defRPr>
            </a:lvl3pPr>
            <a:lvl4pPr lvl="3" marR="0" rtl="0" algn="l">
              <a:spcBef>
                <a:spcPts val="600"/>
              </a:spcBef>
              <a:spcAft>
                <a:spcPts val="0"/>
              </a:spcAft>
              <a:buClr>
                <a:srgbClr val="366092"/>
              </a:buClr>
              <a:buSzPts val="2320"/>
              <a:buFont typeface="Arial"/>
              <a:buNone/>
              <a:defRPr b="0" i="0" sz="1600" u="none" cap="none" strike="noStrike">
                <a:solidFill>
                  <a:schemeClr val="dk1"/>
                </a:solidFill>
                <a:latin typeface="Corbel"/>
                <a:ea typeface="Corbel"/>
                <a:cs typeface="Corbel"/>
                <a:sym typeface="Corbel"/>
              </a:defRPr>
            </a:lvl4pPr>
            <a:lvl5pPr lvl="4" marR="0" rtl="0" algn="l">
              <a:spcBef>
                <a:spcPts val="600"/>
              </a:spcBef>
              <a:spcAft>
                <a:spcPts val="0"/>
              </a:spcAft>
              <a:buClr>
                <a:srgbClr val="366092"/>
              </a:buClr>
              <a:buSzPts val="2320"/>
              <a:buFont typeface="Arial"/>
              <a:buNone/>
              <a:defRPr b="0" i="0" sz="1600" u="none" cap="none" strike="noStrike">
                <a:solidFill>
                  <a:schemeClr val="dk1"/>
                </a:solidFill>
                <a:latin typeface="Corbel"/>
                <a:ea typeface="Corbel"/>
                <a:cs typeface="Corbel"/>
                <a:sym typeface="Corbel"/>
              </a:defRPr>
            </a:lvl5pPr>
            <a:lvl6pPr lvl="5" marR="0" rtl="0" algn="l">
              <a:spcBef>
                <a:spcPts val="600"/>
              </a:spcBef>
              <a:spcAft>
                <a:spcPts val="0"/>
              </a:spcAft>
              <a:buClr>
                <a:srgbClr val="366092"/>
              </a:buClr>
              <a:buSzPts val="2320"/>
              <a:buFont typeface="Arial"/>
              <a:buNone/>
              <a:defRPr b="0" i="0" sz="1600" u="none" cap="none" strike="noStrike">
                <a:solidFill>
                  <a:schemeClr val="dk1"/>
                </a:solidFill>
                <a:latin typeface="Corbel"/>
                <a:ea typeface="Corbel"/>
                <a:cs typeface="Corbel"/>
                <a:sym typeface="Corbel"/>
              </a:defRPr>
            </a:lvl6pPr>
            <a:lvl7pPr lvl="6" marR="0" rtl="0" algn="l">
              <a:spcBef>
                <a:spcPts val="600"/>
              </a:spcBef>
              <a:spcAft>
                <a:spcPts val="0"/>
              </a:spcAft>
              <a:buClr>
                <a:srgbClr val="366092"/>
              </a:buClr>
              <a:buSzPts val="2320"/>
              <a:buFont typeface="Arial"/>
              <a:buNone/>
              <a:defRPr b="0" i="0" sz="1600" u="none" cap="none" strike="noStrike">
                <a:solidFill>
                  <a:schemeClr val="dk1"/>
                </a:solidFill>
                <a:latin typeface="Corbel"/>
                <a:ea typeface="Corbel"/>
                <a:cs typeface="Corbel"/>
                <a:sym typeface="Corbel"/>
              </a:defRPr>
            </a:lvl7pPr>
            <a:lvl8pPr lvl="7" marR="0" rtl="0" algn="l">
              <a:spcBef>
                <a:spcPts val="600"/>
              </a:spcBef>
              <a:spcAft>
                <a:spcPts val="0"/>
              </a:spcAft>
              <a:buClr>
                <a:srgbClr val="366092"/>
              </a:buClr>
              <a:buSzPts val="2320"/>
              <a:buFont typeface="Arial"/>
              <a:buNone/>
              <a:defRPr b="0" i="0" sz="1600" u="none" cap="none" strike="noStrike">
                <a:solidFill>
                  <a:schemeClr val="dk1"/>
                </a:solidFill>
                <a:latin typeface="Corbel"/>
                <a:ea typeface="Corbel"/>
                <a:cs typeface="Corbel"/>
                <a:sym typeface="Corbel"/>
              </a:defRPr>
            </a:lvl8pPr>
            <a:lvl9pPr lvl="8" marR="0" rtl="0" algn="l">
              <a:spcBef>
                <a:spcPts val="600"/>
              </a:spcBef>
              <a:spcAft>
                <a:spcPts val="600"/>
              </a:spcAft>
              <a:buClr>
                <a:srgbClr val="366092"/>
              </a:buClr>
              <a:buSzPts val="2320"/>
              <a:buFont typeface="Arial"/>
              <a:buNone/>
              <a:defRPr b="0" i="0" sz="1600" u="none" cap="none" strike="noStrike">
                <a:solidFill>
                  <a:schemeClr val="dk1"/>
                </a:solidFill>
                <a:latin typeface="Corbel"/>
                <a:ea typeface="Corbel"/>
                <a:cs typeface="Corbel"/>
                <a:sym typeface="Corbel"/>
              </a:defRPr>
            </a:lvl9pPr>
          </a:lstStyle>
          <a:p/>
        </p:txBody>
      </p:sp>
      <p:sp>
        <p:nvSpPr>
          <p:cNvPr id="95" name="Google Shape;95;p59"/>
          <p:cNvSpPr txBox="1"/>
          <p:nvPr>
            <p:ph idx="1" type="body"/>
          </p:nvPr>
        </p:nvSpPr>
        <p:spPr>
          <a:xfrm>
            <a:off x="1113523" y="5299603"/>
            <a:ext cx="7515991" cy="493712"/>
          </a:xfrm>
          <a:prstGeom prst="rect">
            <a:avLst/>
          </a:prstGeom>
          <a:noFill/>
          <a:ln>
            <a:noFill/>
          </a:ln>
        </p:spPr>
        <p:txBody>
          <a:bodyPr anchorCtr="0" anchor="ctr" bIns="45700" lIns="91425" spcFirstLastPara="1" rIns="91425" wrap="square" tIns="45700">
            <a:normAutofit/>
          </a:bodyPr>
          <a:lstStyle>
            <a:lvl1pPr indent="-228600" lvl="0" marL="457200" algn="ctr">
              <a:spcBef>
                <a:spcPts val="280"/>
              </a:spcBef>
              <a:spcAft>
                <a:spcPts val="0"/>
              </a:spcAft>
              <a:buSzPts val="2030"/>
              <a:buNone/>
              <a:defRPr sz="1400"/>
            </a:lvl1pPr>
            <a:lvl2pPr indent="-228600" lvl="1" marL="914400" algn="l">
              <a:spcBef>
                <a:spcPts val="600"/>
              </a:spcBef>
              <a:spcAft>
                <a:spcPts val="0"/>
              </a:spcAft>
              <a:buSzPts val="1740"/>
              <a:buNone/>
              <a:defRPr sz="1200"/>
            </a:lvl2pPr>
            <a:lvl3pPr indent="-228600" lvl="2" marL="1371600" algn="l">
              <a:spcBef>
                <a:spcPts val="600"/>
              </a:spcBef>
              <a:spcAft>
                <a:spcPts val="0"/>
              </a:spcAft>
              <a:buSzPts val="1450"/>
              <a:buNone/>
              <a:defRPr sz="1000"/>
            </a:lvl3pPr>
            <a:lvl4pPr indent="-228600" lvl="3" marL="1828800" algn="l">
              <a:spcBef>
                <a:spcPts val="600"/>
              </a:spcBef>
              <a:spcAft>
                <a:spcPts val="0"/>
              </a:spcAft>
              <a:buSzPts val="1305"/>
              <a:buNone/>
              <a:defRPr sz="900"/>
            </a:lvl4pPr>
            <a:lvl5pPr indent="-228600" lvl="4" marL="2286000" algn="l">
              <a:spcBef>
                <a:spcPts val="600"/>
              </a:spcBef>
              <a:spcAft>
                <a:spcPts val="0"/>
              </a:spcAft>
              <a:buSzPts val="1305"/>
              <a:buNone/>
              <a:defRPr sz="900"/>
            </a:lvl5pPr>
            <a:lvl6pPr indent="-228600" lvl="5" marL="2743200" algn="l">
              <a:spcBef>
                <a:spcPts val="600"/>
              </a:spcBef>
              <a:spcAft>
                <a:spcPts val="0"/>
              </a:spcAft>
              <a:buSzPts val="1305"/>
              <a:buNone/>
              <a:defRPr sz="900"/>
            </a:lvl6pPr>
            <a:lvl7pPr indent="-228600" lvl="6" marL="3200400" algn="l">
              <a:spcBef>
                <a:spcPts val="600"/>
              </a:spcBef>
              <a:spcAft>
                <a:spcPts val="0"/>
              </a:spcAft>
              <a:buSzPts val="1305"/>
              <a:buNone/>
              <a:defRPr sz="900"/>
            </a:lvl7pPr>
            <a:lvl8pPr indent="-228600" lvl="7" marL="3657600" algn="l">
              <a:spcBef>
                <a:spcPts val="600"/>
              </a:spcBef>
              <a:spcAft>
                <a:spcPts val="0"/>
              </a:spcAft>
              <a:buSzPts val="1305"/>
              <a:buNone/>
              <a:defRPr sz="900"/>
            </a:lvl8pPr>
            <a:lvl9pPr indent="-228600" lvl="8" marL="4114800" algn="l">
              <a:spcBef>
                <a:spcPts val="600"/>
              </a:spcBef>
              <a:spcAft>
                <a:spcPts val="600"/>
              </a:spcAft>
              <a:buSzPts val="1305"/>
              <a:buNone/>
              <a:defRPr sz="900"/>
            </a:lvl9pPr>
          </a:lstStyle>
          <a:p/>
        </p:txBody>
      </p:sp>
      <p:sp>
        <p:nvSpPr>
          <p:cNvPr id="96" name="Google Shape;96;p59"/>
          <p:cNvSpPr txBox="1"/>
          <p:nvPr>
            <p:ph idx="10" type="dt"/>
          </p:nvPr>
        </p:nvSpPr>
        <p:spPr>
          <a:xfrm>
            <a:off x="7385364" y="6479247"/>
            <a:ext cx="857473"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7" name="Google Shape;97;p59"/>
          <p:cNvSpPr txBox="1"/>
          <p:nvPr>
            <p:ph idx="11" type="ftr"/>
          </p:nvPr>
        </p:nvSpPr>
        <p:spPr>
          <a:xfrm>
            <a:off x="1130316" y="6492875"/>
            <a:ext cx="6228363"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8" name="Google Shape;98;p59"/>
          <p:cNvSpPr txBox="1"/>
          <p:nvPr>
            <p:ph idx="12" type="sldNum"/>
          </p:nvPr>
        </p:nvSpPr>
        <p:spPr>
          <a:xfrm>
            <a:off x="8245608" y="6479246"/>
            <a:ext cx="413483"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aption">
  <p:cSld name="Title and Caption">
    <p:spTree>
      <p:nvGrpSpPr>
        <p:cNvPr id="99" name="Shape 99"/>
        <p:cNvGrpSpPr/>
        <p:nvPr/>
      </p:nvGrpSpPr>
      <p:grpSpPr>
        <a:xfrm>
          <a:off x="0" y="0"/>
          <a:ext cx="0" cy="0"/>
          <a:chOff x="0" y="0"/>
          <a:chExt cx="0" cy="0"/>
        </a:xfrm>
      </p:grpSpPr>
      <p:sp>
        <p:nvSpPr>
          <p:cNvPr id="100" name="Google Shape;100;p60"/>
          <p:cNvSpPr txBox="1"/>
          <p:nvPr>
            <p:ph type="title"/>
          </p:nvPr>
        </p:nvSpPr>
        <p:spPr>
          <a:xfrm>
            <a:off x="1113524" y="685800"/>
            <a:ext cx="7515991" cy="3048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3200"/>
              <a:buFont typeface="Corbel"/>
              <a:buNone/>
              <a:defRPr b="0" sz="3200" cap="none"/>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1" name="Google Shape;101;p60"/>
          <p:cNvSpPr txBox="1"/>
          <p:nvPr>
            <p:ph idx="1" type="body"/>
          </p:nvPr>
        </p:nvSpPr>
        <p:spPr>
          <a:xfrm>
            <a:off x="1113524" y="4343400"/>
            <a:ext cx="7515992" cy="1447800"/>
          </a:xfrm>
          <a:prstGeom prst="rect">
            <a:avLst/>
          </a:prstGeom>
          <a:noFill/>
          <a:ln>
            <a:noFill/>
          </a:ln>
        </p:spPr>
        <p:txBody>
          <a:bodyPr anchorCtr="0" anchor="ctr" bIns="45700" lIns="91425" spcFirstLastPara="1" rIns="91425" wrap="square" tIns="45700">
            <a:normAutofit/>
          </a:bodyPr>
          <a:lstStyle>
            <a:lvl1pPr indent="-228600" lvl="0" marL="457200" algn="ctr">
              <a:spcBef>
                <a:spcPts val="400"/>
              </a:spcBef>
              <a:spcAft>
                <a:spcPts val="0"/>
              </a:spcAft>
              <a:buSzPts val="2900"/>
              <a:buNone/>
              <a:defRPr sz="2000">
                <a:solidFill>
                  <a:schemeClr val="dk1"/>
                </a:solidFill>
              </a:defRPr>
            </a:lvl1pPr>
            <a:lvl2pPr indent="-228600" lvl="1" marL="914400" algn="l">
              <a:spcBef>
                <a:spcPts val="600"/>
              </a:spcBef>
              <a:spcAft>
                <a:spcPts val="0"/>
              </a:spcAft>
              <a:buSzPts val="2610"/>
              <a:buNone/>
              <a:defRPr sz="1800">
                <a:solidFill>
                  <a:srgbClr val="888888"/>
                </a:solidFill>
              </a:defRPr>
            </a:lvl2pPr>
            <a:lvl3pPr indent="-228600" lvl="2" marL="1371600" algn="l">
              <a:spcBef>
                <a:spcPts val="600"/>
              </a:spcBef>
              <a:spcAft>
                <a:spcPts val="0"/>
              </a:spcAft>
              <a:buSzPts val="2320"/>
              <a:buNone/>
              <a:defRPr sz="1600">
                <a:solidFill>
                  <a:srgbClr val="888888"/>
                </a:solidFill>
              </a:defRPr>
            </a:lvl3pPr>
            <a:lvl4pPr indent="-228600" lvl="3" marL="1828800" algn="l">
              <a:spcBef>
                <a:spcPts val="600"/>
              </a:spcBef>
              <a:spcAft>
                <a:spcPts val="0"/>
              </a:spcAft>
              <a:buSzPts val="2030"/>
              <a:buNone/>
              <a:defRPr sz="1400">
                <a:solidFill>
                  <a:srgbClr val="888888"/>
                </a:solidFill>
              </a:defRPr>
            </a:lvl4pPr>
            <a:lvl5pPr indent="-228600" lvl="4" marL="2286000" algn="l">
              <a:spcBef>
                <a:spcPts val="600"/>
              </a:spcBef>
              <a:spcAft>
                <a:spcPts val="0"/>
              </a:spcAft>
              <a:buSzPts val="2030"/>
              <a:buNone/>
              <a:defRPr sz="1400">
                <a:solidFill>
                  <a:srgbClr val="888888"/>
                </a:solidFill>
              </a:defRPr>
            </a:lvl5pPr>
            <a:lvl6pPr indent="-228600" lvl="5" marL="2743200" algn="l">
              <a:spcBef>
                <a:spcPts val="600"/>
              </a:spcBef>
              <a:spcAft>
                <a:spcPts val="0"/>
              </a:spcAft>
              <a:buSzPts val="2030"/>
              <a:buNone/>
              <a:defRPr sz="1400">
                <a:solidFill>
                  <a:srgbClr val="888888"/>
                </a:solidFill>
              </a:defRPr>
            </a:lvl6pPr>
            <a:lvl7pPr indent="-228600" lvl="6" marL="3200400" algn="l">
              <a:spcBef>
                <a:spcPts val="600"/>
              </a:spcBef>
              <a:spcAft>
                <a:spcPts val="0"/>
              </a:spcAft>
              <a:buSzPts val="2030"/>
              <a:buNone/>
              <a:defRPr sz="1400">
                <a:solidFill>
                  <a:srgbClr val="888888"/>
                </a:solidFill>
              </a:defRPr>
            </a:lvl7pPr>
            <a:lvl8pPr indent="-228600" lvl="7" marL="3657600" algn="l">
              <a:spcBef>
                <a:spcPts val="600"/>
              </a:spcBef>
              <a:spcAft>
                <a:spcPts val="0"/>
              </a:spcAft>
              <a:buSzPts val="2030"/>
              <a:buNone/>
              <a:defRPr sz="1400">
                <a:solidFill>
                  <a:srgbClr val="888888"/>
                </a:solidFill>
              </a:defRPr>
            </a:lvl8pPr>
            <a:lvl9pPr indent="-228600" lvl="8" marL="4114800" algn="l">
              <a:spcBef>
                <a:spcPts val="600"/>
              </a:spcBef>
              <a:spcAft>
                <a:spcPts val="600"/>
              </a:spcAft>
              <a:buSzPts val="2030"/>
              <a:buNone/>
              <a:defRPr sz="1400">
                <a:solidFill>
                  <a:srgbClr val="888888"/>
                </a:solidFill>
              </a:defRPr>
            </a:lvl9pPr>
          </a:lstStyle>
          <a:p/>
        </p:txBody>
      </p:sp>
      <p:sp>
        <p:nvSpPr>
          <p:cNvPr id="102" name="Google Shape;102;p60"/>
          <p:cNvSpPr txBox="1"/>
          <p:nvPr>
            <p:ph idx="10" type="dt"/>
          </p:nvPr>
        </p:nvSpPr>
        <p:spPr>
          <a:xfrm>
            <a:off x="7385364" y="6479247"/>
            <a:ext cx="857473"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3" name="Google Shape;103;p60"/>
          <p:cNvSpPr txBox="1"/>
          <p:nvPr>
            <p:ph idx="11" type="ftr"/>
          </p:nvPr>
        </p:nvSpPr>
        <p:spPr>
          <a:xfrm>
            <a:off x="1130316" y="6492875"/>
            <a:ext cx="6228363"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4" name="Google Shape;104;p60"/>
          <p:cNvSpPr txBox="1"/>
          <p:nvPr>
            <p:ph idx="12" type="sldNum"/>
          </p:nvPr>
        </p:nvSpPr>
        <p:spPr>
          <a:xfrm>
            <a:off x="8245608" y="6479246"/>
            <a:ext cx="413483"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with Caption">
  <p:cSld name="Quote with Caption">
    <p:spTree>
      <p:nvGrpSpPr>
        <p:cNvPr id="105" name="Shape 105"/>
        <p:cNvGrpSpPr/>
        <p:nvPr/>
      </p:nvGrpSpPr>
      <p:grpSpPr>
        <a:xfrm>
          <a:off x="0" y="0"/>
          <a:ext cx="0" cy="0"/>
          <a:chOff x="0" y="0"/>
          <a:chExt cx="0" cy="0"/>
        </a:xfrm>
      </p:grpSpPr>
      <p:sp>
        <p:nvSpPr>
          <p:cNvPr id="106" name="Google Shape;106;p61"/>
          <p:cNvSpPr txBox="1"/>
          <p:nvPr/>
        </p:nvSpPr>
        <p:spPr>
          <a:xfrm>
            <a:off x="969421" y="863023"/>
            <a:ext cx="457319" cy="584776"/>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8000"/>
              <a:buFont typeface="Corbel"/>
              <a:buNone/>
            </a:pPr>
            <a:r>
              <a:rPr b="0" lang="en-US" sz="8000" cap="none">
                <a:solidFill>
                  <a:schemeClr val="dk1"/>
                </a:solidFill>
                <a:latin typeface="Corbel"/>
                <a:ea typeface="Corbel"/>
                <a:cs typeface="Corbel"/>
                <a:sym typeface="Corbel"/>
              </a:rPr>
              <a:t>“</a:t>
            </a:r>
            <a:endParaRPr/>
          </a:p>
        </p:txBody>
      </p:sp>
      <p:sp>
        <p:nvSpPr>
          <p:cNvPr id="107" name="Google Shape;107;p61"/>
          <p:cNvSpPr txBox="1"/>
          <p:nvPr/>
        </p:nvSpPr>
        <p:spPr>
          <a:xfrm>
            <a:off x="8172197" y="2819399"/>
            <a:ext cx="457319" cy="584776"/>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chemeClr val="dk1"/>
              </a:buClr>
              <a:buSzPts val="8000"/>
              <a:buFont typeface="Corbel"/>
              <a:buNone/>
            </a:pPr>
            <a:r>
              <a:rPr b="0" lang="en-US" sz="8000" cap="none">
                <a:solidFill>
                  <a:schemeClr val="dk1"/>
                </a:solidFill>
                <a:latin typeface="Corbel"/>
                <a:ea typeface="Corbel"/>
                <a:cs typeface="Corbel"/>
                <a:sym typeface="Corbel"/>
              </a:rPr>
              <a:t>”</a:t>
            </a:r>
            <a:endParaRPr/>
          </a:p>
        </p:txBody>
      </p:sp>
      <p:sp>
        <p:nvSpPr>
          <p:cNvPr id="108" name="Google Shape;108;p61"/>
          <p:cNvSpPr txBox="1"/>
          <p:nvPr>
            <p:ph type="title"/>
          </p:nvPr>
        </p:nvSpPr>
        <p:spPr>
          <a:xfrm>
            <a:off x="1426741" y="685801"/>
            <a:ext cx="6974115" cy="2743199"/>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3200"/>
              <a:buFont typeface="Corbel"/>
              <a:buNone/>
              <a:defRPr b="0" sz="3200" cap="none">
                <a:solidFill>
                  <a:schemeClr val="dk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9" name="Google Shape;109;p61"/>
          <p:cNvSpPr txBox="1"/>
          <p:nvPr>
            <p:ph idx="1" type="body"/>
          </p:nvPr>
        </p:nvSpPr>
        <p:spPr>
          <a:xfrm>
            <a:off x="1598235" y="3428999"/>
            <a:ext cx="6631128" cy="381000"/>
          </a:xfrm>
          <a:prstGeom prst="rect">
            <a:avLst/>
          </a:prstGeom>
          <a:noFill/>
          <a:ln>
            <a:noFill/>
          </a:ln>
        </p:spPr>
        <p:txBody>
          <a:bodyPr anchorCtr="0" anchor="ctr" bIns="45700" lIns="91425" spcFirstLastPara="1" rIns="91425" wrap="square" tIns="45700">
            <a:normAutofit/>
          </a:bodyPr>
          <a:lstStyle>
            <a:lvl1pPr indent="-228600" lvl="0" marL="457200" algn="l">
              <a:spcBef>
                <a:spcPts val="360"/>
              </a:spcBef>
              <a:spcAft>
                <a:spcPts val="0"/>
              </a:spcAft>
              <a:buSzPts val="2610"/>
              <a:buFont typeface="Corbel"/>
              <a:buNone/>
              <a:defRPr sz="1800"/>
            </a:lvl1pPr>
            <a:lvl2pPr indent="-228600" lvl="1" marL="914400" algn="l">
              <a:spcBef>
                <a:spcPts val="600"/>
              </a:spcBef>
              <a:spcAft>
                <a:spcPts val="0"/>
              </a:spcAft>
              <a:buSzPts val="2900"/>
              <a:buFont typeface="Corbel"/>
              <a:buNone/>
              <a:defRPr/>
            </a:lvl2pPr>
            <a:lvl3pPr indent="-228600" lvl="2" marL="1371600" algn="l">
              <a:spcBef>
                <a:spcPts val="600"/>
              </a:spcBef>
              <a:spcAft>
                <a:spcPts val="0"/>
              </a:spcAft>
              <a:buSzPts val="2610"/>
              <a:buFont typeface="Corbel"/>
              <a:buNone/>
              <a:defRPr/>
            </a:lvl3pPr>
            <a:lvl4pPr indent="-228600" lvl="3" marL="1828800" algn="l">
              <a:spcBef>
                <a:spcPts val="600"/>
              </a:spcBef>
              <a:spcAft>
                <a:spcPts val="0"/>
              </a:spcAft>
              <a:buSzPts val="2320"/>
              <a:buFont typeface="Corbel"/>
              <a:buNone/>
              <a:defRPr/>
            </a:lvl4pPr>
            <a:lvl5pPr indent="-228600" lvl="4" marL="2286000" algn="l">
              <a:spcBef>
                <a:spcPts val="600"/>
              </a:spcBef>
              <a:spcAft>
                <a:spcPts val="0"/>
              </a:spcAft>
              <a:buSzPts val="2030"/>
              <a:buFont typeface="Corbel"/>
              <a:buNone/>
              <a:defRPr/>
            </a:lvl5pPr>
            <a:lvl6pPr indent="-394335" lvl="5" marL="2743200" algn="l">
              <a:spcBef>
                <a:spcPts val="600"/>
              </a:spcBef>
              <a:spcAft>
                <a:spcPts val="0"/>
              </a:spcAft>
              <a:buSzPts val="2610"/>
              <a:buChar char="•"/>
              <a:defRPr/>
            </a:lvl6pPr>
            <a:lvl7pPr indent="-394335" lvl="6" marL="3200400" algn="l">
              <a:spcBef>
                <a:spcPts val="600"/>
              </a:spcBef>
              <a:spcAft>
                <a:spcPts val="0"/>
              </a:spcAft>
              <a:buSzPts val="2610"/>
              <a:buChar char="•"/>
              <a:defRPr/>
            </a:lvl7pPr>
            <a:lvl8pPr indent="-394334" lvl="7" marL="3657600" algn="l">
              <a:spcBef>
                <a:spcPts val="600"/>
              </a:spcBef>
              <a:spcAft>
                <a:spcPts val="0"/>
              </a:spcAft>
              <a:buSzPts val="2610"/>
              <a:buChar char="•"/>
              <a:defRPr/>
            </a:lvl8pPr>
            <a:lvl9pPr indent="-394334" lvl="8" marL="4114800" algn="l">
              <a:spcBef>
                <a:spcPts val="600"/>
              </a:spcBef>
              <a:spcAft>
                <a:spcPts val="600"/>
              </a:spcAft>
              <a:buSzPts val="2610"/>
              <a:buChar char="•"/>
              <a:defRPr/>
            </a:lvl9pPr>
          </a:lstStyle>
          <a:p/>
        </p:txBody>
      </p:sp>
      <p:sp>
        <p:nvSpPr>
          <p:cNvPr id="110" name="Google Shape;110;p61"/>
          <p:cNvSpPr txBox="1"/>
          <p:nvPr>
            <p:ph idx="2" type="body"/>
          </p:nvPr>
        </p:nvSpPr>
        <p:spPr>
          <a:xfrm>
            <a:off x="1113523" y="4343400"/>
            <a:ext cx="7515991" cy="1447800"/>
          </a:xfrm>
          <a:prstGeom prst="rect">
            <a:avLst/>
          </a:prstGeom>
          <a:noFill/>
          <a:ln>
            <a:noFill/>
          </a:ln>
        </p:spPr>
        <p:txBody>
          <a:bodyPr anchorCtr="0" anchor="ctr" bIns="45700" lIns="91425" spcFirstLastPara="1" rIns="91425" wrap="square" tIns="45700">
            <a:normAutofit/>
          </a:bodyPr>
          <a:lstStyle>
            <a:lvl1pPr indent="-228600" lvl="0" marL="457200" algn="ctr">
              <a:spcBef>
                <a:spcPts val="400"/>
              </a:spcBef>
              <a:spcAft>
                <a:spcPts val="0"/>
              </a:spcAft>
              <a:buSzPts val="2900"/>
              <a:buNone/>
              <a:defRPr sz="2000">
                <a:solidFill>
                  <a:schemeClr val="dk1"/>
                </a:solidFill>
              </a:defRPr>
            </a:lvl1pPr>
            <a:lvl2pPr indent="-228600" lvl="1" marL="914400" algn="l">
              <a:spcBef>
                <a:spcPts val="600"/>
              </a:spcBef>
              <a:spcAft>
                <a:spcPts val="0"/>
              </a:spcAft>
              <a:buSzPts val="2610"/>
              <a:buNone/>
              <a:defRPr sz="1800">
                <a:solidFill>
                  <a:srgbClr val="888888"/>
                </a:solidFill>
              </a:defRPr>
            </a:lvl2pPr>
            <a:lvl3pPr indent="-228600" lvl="2" marL="1371600" algn="l">
              <a:spcBef>
                <a:spcPts val="600"/>
              </a:spcBef>
              <a:spcAft>
                <a:spcPts val="0"/>
              </a:spcAft>
              <a:buSzPts val="2320"/>
              <a:buNone/>
              <a:defRPr sz="1600">
                <a:solidFill>
                  <a:srgbClr val="888888"/>
                </a:solidFill>
              </a:defRPr>
            </a:lvl3pPr>
            <a:lvl4pPr indent="-228600" lvl="3" marL="1828800" algn="l">
              <a:spcBef>
                <a:spcPts val="600"/>
              </a:spcBef>
              <a:spcAft>
                <a:spcPts val="0"/>
              </a:spcAft>
              <a:buSzPts val="2030"/>
              <a:buNone/>
              <a:defRPr sz="1400">
                <a:solidFill>
                  <a:srgbClr val="888888"/>
                </a:solidFill>
              </a:defRPr>
            </a:lvl4pPr>
            <a:lvl5pPr indent="-228600" lvl="4" marL="2286000" algn="l">
              <a:spcBef>
                <a:spcPts val="600"/>
              </a:spcBef>
              <a:spcAft>
                <a:spcPts val="0"/>
              </a:spcAft>
              <a:buSzPts val="2030"/>
              <a:buNone/>
              <a:defRPr sz="1400">
                <a:solidFill>
                  <a:srgbClr val="888888"/>
                </a:solidFill>
              </a:defRPr>
            </a:lvl5pPr>
            <a:lvl6pPr indent="-228600" lvl="5" marL="2743200" algn="l">
              <a:spcBef>
                <a:spcPts val="600"/>
              </a:spcBef>
              <a:spcAft>
                <a:spcPts val="0"/>
              </a:spcAft>
              <a:buSzPts val="2030"/>
              <a:buNone/>
              <a:defRPr sz="1400">
                <a:solidFill>
                  <a:srgbClr val="888888"/>
                </a:solidFill>
              </a:defRPr>
            </a:lvl6pPr>
            <a:lvl7pPr indent="-228600" lvl="6" marL="3200400" algn="l">
              <a:spcBef>
                <a:spcPts val="600"/>
              </a:spcBef>
              <a:spcAft>
                <a:spcPts val="0"/>
              </a:spcAft>
              <a:buSzPts val="2030"/>
              <a:buNone/>
              <a:defRPr sz="1400">
                <a:solidFill>
                  <a:srgbClr val="888888"/>
                </a:solidFill>
              </a:defRPr>
            </a:lvl7pPr>
            <a:lvl8pPr indent="-228600" lvl="7" marL="3657600" algn="l">
              <a:spcBef>
                <a:spcPts val="600"/>
              </a:spcBef>
              <a:spcAft>
                <a:spcPts val="0"/>
              </a:spcAft>
              <a:buSzPts val="2030"/>
              <a:buNone/>
              <a:defRPr sz="1400">
                <a:solidFill>
                  <a:srgbClr val="888888"/>
                </a:solidFill>
              </a:defRPr>
            </a:lvl8pPr>
            <a:lvl9pPr indent="-228600" lvl="8" marL="4114800" algn="l">
              <a:spcBef>
                <a:spcPts val="600"/>
              </a:spcBef>
              <a:spcAft>
                <a:spcPts val="600"/>
              </a:spcAft>
              <a:buSzPts val="2030"/>
              <a:buNone/>
              <a:defRPr sz="1400">
                <a:solidFill>
                  <a:srgbClr val="888888"/>
                </a:solidFill>
              </a:defRPr>
            </a:lvl9pPr>
          </a:lstStyle>
          <a:p/>
        </p:txBody>
      </p:sp>
      <p:sp>
        <p:nvSpPr>
          <p:cNvPr id="111" name="Google Shape;111;p61"/>
          <p:cNvSpPr txBox="1"/>
          <p:nvPr>
            <p:ph idx="10" type="dt"/>
          </p:nvPr>
        </p:nvSpPr>
        <p:spPr>
          <a:xfrm>
            <a:off x="7385364" y="6479247"/>
            <a:ext cx="857473"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2" name="Google Shape;112;p61"/>
          <p:cNvSpPr txBox="1"/>
          <p:nvPr>
            <p:ph idx="11" type="ftr"/>
          </p:nvPr>
        </p:nvSpPr>
        <p:spPr>
          <a:xfrm>
            <a:off x="1130316" y="6492875"/>
            <a:ext cx="6228363"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3" name="Google Shape;113;p61"/>
          <p:cNvSpPr txBox="1"/>
          <p:nvPr>
            <p:ph idx="12" type="sldNum"/>
          </p:nvPr>
        </p:nvSpPr>
        <p:spPr>
          <a:xfrm>
            <a:off x="8245608" y="6479246"/>
            <a:ext cx="413483"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ame Card">
  <p:cSld name="Name Card">
    <p:spTree>
      <p:nvGrpSpPr>
        <p:cNvPr id="114" name="Shape 114"/>
        <p:cNvGrpSpPr/>
        <p:nvPr/>
      </p:nvGrpSpPr>
      <p:grpSpPr>
        <a:xfrm>
          <a:off x="0" y="0"/>
          <a:ext cx="0" cy="0"/>
          <a:chOff x="0" y="0"/>
          <a:chExt cx="0" cy="0"/>
        </a:xfrm>
      </p:grpSpPr>
      <p:sp>
        <p:nvSpPr>
          <p:cNvPr id="115" name="Google Shape;115;p62"/>
          <p:cNvSpPr txBox="1"/>
          <p:nvPr>
            <p:ph type="title"/>
          </p:nvPr>
        </p:nvSpPr>
        <p:spPr>
          <a:xfrm>
            <a:off x="1113525" y="3308581"/>
            <a:ext cx="7515989" cy="1468800"/>
          </a:xfrm>
          <a:prstGeom prst="rect">
            <a:avLst/>
          </a:prstGeom>
          <a:noFill/>
          <a:ln>
            <a:noFill/>
          </a:ln>
        </p:spPr>
        <p:txBody>
          <a:bodyPr anchorCtr="0" anchor="b" bIns="45700" lIns="91425" spcFirstLastPara="1" rIns="91425" wrap="square" tIns="45700">
            <a:normAutofit/>
          </a:bodyPr>
          <a:lstStyle>
            <a:lvl1pPr lvl="0" algn="r">
              <a:spcBef>
                <a:spcPts val="0"/>
              </a:spcBef>
              <a:spcAft>
                <a:spcPts val="0"/>
              </a:spcAft>
              <a:buClr>
                <a:schemeClr val="dk1"/>
              </a:buClr>
              <a:buSzPts val="3200"/>
              <a:buFont typeface="Corbel"/>
              <a:buNone/>
              <a:defRPr b="0" sz="3200" cap="none"/>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6" name="Google Shape;116;p62"/>
          <p:cNvSpPr txBox="1"/>
          <p:nvPr>
            <p:ph idx="1" type="body"/>
          </p:nvPr>
        </p:nvSpPr>
        <p:spPr>
          <a:xfrm>
            <a:off x="1113524" y="4777381"/>
            <a:ext cx="7515990" cy="860400"/>
          </a:xfrm>
          <a:prstGeom prst="rect">
            <a:avLst/>
          </a:prstGeom>
          <a:noFill/>
          <a:ln>
            <a:noFill/>
          </a:ln>
        </p:spPr>
        <p:txBody>
          <a:bodyPr anchorCtr="0" anchor="t" bIns="45700" lIns="91425" spcFirstLastPara="1" rIns="91425" wrap="square" tIns="45700">
            <a:normAutofit/>
          </a:bodyPr>
          <a:lstStyle>
            <a:lvl1pPr indent="-228600" lvl="0" marL="457200" algn="r">
              <a:spcBef>
                <a:spcPts val="400"/>
              </a:spcBef>
              <a:spcAft>
                <a:spcPts val="0"/>
              </a:spcAft>
              <a:buSzPts val="2900"/>
              <a:buNone/>
              <a:defRPr sz="2000">
                <a:solidFill>
                  <a:schemeClr val="dk1"/>
                </a:solidFill>
              </a:defRPr>
            </a:lvl1pPr>
            <a:lvl2pPr indent="-228600" lvl="1" marL="914400" algn="l">
              <a:spcBef>
                <a:spcPts val="600"/>
              </a:spcBef>
              <a:spcAft>
                <a:spcPts val="0"/>
              </a:spcAft>
              <a:buSzPts val="2610"/>
              <a:buNone/>
              <a:defRPr sz="1800">
                <a:solidFill>
                  <a:srgbClr val="888888"/>
                </a:solidFill>
              </a:defRPr>
            </a:lvl2pPr>
            <a:lvl3pPr indent="-228600" lvl="2" marL="1371600" algn="l">
              <a:spcBef>
                <a:spcPts val="600"/>
              </a:spcBef>
              <a:spcAft>
                <a:spcPts val="0"/>
              </a:spcAft>
              <a:buSzPts val="2320"/>
              <a:buNone/>
              <a:defRPr sz="1600">
                <a:solidFill>
                  <a:srgbClr val="888888"/>
                </a:solidFill>
              </a:defRPr>
            </a:lvl3pPr>
            <a:lvl4pPr indent="-228600" lvl="3" marL="1828800" algn="l">
              <a:spcBef>
                <a:spcPts val="600"/>
              </a:spcBef>
              <a:spcAft>
                <a:spcPts val="0"/>
              </a:spcAft>
              <a:buSzPts val="2030"/>
              <a:buNone/>
              <a:defRPr sz="1400">
                <a:solidFill>
                  <a:srgbClr val="888888"/>
                </a:solidFill>
              </a:defRPr>
            </a:lvl4pPr>
            <a:lvl5pPr indent="-228600" lvl="4" marL="2286000" algn="l">
              <a:spcBef>
                <a:spcPts val="600"/>
              </a:spcBef>
              <a:spcAft>
                <a:spcPts val="0"/>
              </a:spcAft>
              <a:buSzPts val="2030"/>
              <a:buNone/>
              <a:defRPr sz="1400">
                <a:solidFill>
                  <a:srgbClr val="888888"/>
                </a:solidFill>
              </a:defRPr>
            </a:lvl5pPr>
            <a:lvl6pPr indent="-228600" lvl="5" marL="2743200" algn="l">
              <a:spcBef>
                <a:spcPts val="600"/>
              </a:spcBef>
              <a:spcAft>
                <a:spcPts val="0"/>
              </a:spcAft>
              <a:buSzPts val="2030"/>
              <a:buNone/>
              <a:defRPr sz="1400">
                <a:solidFill>
                  <a:srgbClr val="888888"/>
                </a:solidFill>
              </a:defRPr>
            </a:lvl6pPr>
            <a:lvl7pPr indent="-228600" lvl="6" marL="3200400" algn="l">
              <a:spcBef>
                <a:spcPts val="600"/>
              </a:spcBef>
              <a:spcAft>
                <a:spcPts val="0"/>
              </a:spcAft>
              <a:buSzPts val="2030"/>
              <a:buNone/>
              <a:defRPr sz="1400">
                <a:solidFill>
                  <a:srgbClr val="888888"/>
                </a:solidFill>
              </a:defRPr>
            </a:lvl7pPr>
            <a:lvl8pPr indent="-228600" lvl="7" marL="3657600" algn="l">
              <a:spcBef>
                <a:spcPts val="600"/>
              </a:spcBef>
              <a:spcAft>
                <a:spcPts val="0"/>
              </a:spcAft>
              <a:buSzPts val="2030"/>
              <a:buNone/>
              <a:defRPr sz="1400">
                <a:solidFill>
                  <a:srgbClr val="888888"/>
                </a:solidFill>
              </a:defRPr>
            </a:lvl8pPr>
            <a:lvl9pPr indent="-228600" lvl="8" marL="4114800" algn="l">
              <a:spcBef>
                <a:spcPts val="600"/>
              </a:spcBef>
              <a:spcAft>
                <a:spcPts val="600"/>
              </a:spcAft>
              <a:buSzPts val="2030"/>
              <a:buNone/>
              <a:defRPr sz="1400">
                <a:solidFill>
                  <a:srgbClr val="888888"/>
                </a:solidFill>
              </a:defRPr>
            </a:lvl9pPr>
          </a:lstStyle>
          <a:p/>
        </p:txBody>
      </p:sp>
      <p:sp>
        <p:nvSpPr>
          <p:cNvPr id="117" name="Google Shape;117;p62"/>
          <p:cNvSpPr txBox="1"/>
          <p:nvPr>
            <p:ph idx="10" type="dt"/>
          </p:nvPr>
        </p:nvSpPr>
        <p:spPr>
          <a:xfrm>
            <a:off x="7385364" y="6479247"/>
            <a:ext cx="857473"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8" name="Google Shape;118;p62"/>
          <p:cNvSpPr txBox="1"/>
          <p:nvPr>
            <p:ph idx="11" type="ftr"/>
          </p:nvPr>
        </p:nvSpPr>
        <p:spPr>
          <a:xfrm>
            <a:off x="1130316" y="6492875"/>
            <a:ext cx="6228363"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9" name="Google Shape;119;p62"/>
          <p:cNvSpPr txBox="1"/>
          <p:nvPr>
            <p:ph idx="12" type="sldNum"/>
          </p:nvPr>
        </p:nvSpPr>
        <p:spPr>
          <a:xfrm>
            <a:off x="8245608" y="6479246"/>
            <a:ext cx="413483"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Name Card">
  <p:cSld name="Quote Name Card">
    <p:spTree>
      <p:nvGrpSpPr>
        <p:cNvPr id="120" name="Shape 120"/>
        <p:cNvGrpSpPr/>
        <p:nvPr/>
      </p:nvGrpSpPr>
      <p:grpSpPr>
        <a:xfrm>
          <a:off x="0" y="0"/>
          <a:ext cx="0" cy="0"/>
          <a:chOff x="0" y="0"/>
          <a:chExt cx="0" cy="0"/>
        </a:xfrm>
      </p:grpSpPr>
      <p:sp>
        <p:nvSpPr>
          <p:cNvPr id="121" name="Google Shape;121;p63"/>
          <p:cNvSpPr txBox="1"/>
          <p:nvPr/>
        </p:nvSpPr>
        <p:spPr>
          <a:xfrm>
            <a:off x="969421" y="863023"/>
            <a:ext cx="457319" cy="584776"/>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8000"/>
              <a:buFont typeface="Corbel"/>
              <a:buNone/>
            </a:pPr>
            <a:r>
              <a:rPr b="0" lang="en-US" sz="8000" cap="none">
                <a:solidFill>
                  <a:schemeClr val="dk1"/>
                </a:solidFill>
                <a:latin typeface="Corbel"/>
                <a:ea typeface="Corbel"/>
                <a:cs typeface="Corbel"/>
                <a:sym typeface="Corbel"/>
              </a:rPr>
              <a:t>“</a:t>
            </a:r>
            <a:endParaRPr/>
          </a:p>
        </p:txBody>
      </p:sp>
      <p:sp>
        <p:nvSpPr>
          <p:cNvPr id="122" name="Google Shape;122;p63"/>
          <p:cNvSpPr txBox="1"/>
          <p:nvPr/>
        </p:nvSpPr>
        <p:spPr>
          <a:xfrm>
            <a:off x="8172197" y="2819399"/>
            <a:ext cx="457319" cy="584776"/>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chemeClr val="dk1"/>
              </a:buClr>
              <a:buSzPts val="8000"/>
              <a:buFont typeface="Corbel"/>
              <a:buNone/>
            </a:pPr>
            <a:r>
              <a:rPr b="0" lang="en-US" sz="8000" cap="none">
                <a:solidFill>
                  <a:schemeClr val="dk1"/>
                </a:solidFill>
                <a:latin typeface="Corbel"/>
                <a:ea typeface="Corbel"/>
                <a:cs typeface="Corbel"/>
                <a:sym typeface="Corbel"/>
              </a:rPr>
              <a:t>”</a:t>
            </a:r>
            <a:endParaRPr/>
          </a:p>
        </p:txBody>
      </p:sp>
      <p:sp>
        <p:nvSpPr>
          <p:cNvPr id="123" name="Google Shape;123;p63"/>
          <p:cNvSpPr txBox="1"/>
          <p:nvPr>
            <p:ph type="title"/>
          </p:nvPr>
        </p:nvSpPr>
        <p:spPr>
          <a:xfrm>
            <a:off x="1426741" y="685801"/>
            <a:ext cx="6974115" cy="2743199"/>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3200"/>
              <a:buFont typeface="Corbel"/>
              <a:buNone/>
              <a:defRPr b="0" sz="3200" cap="none">
                <a:solidFill>
                  <a:schemeClr val="dk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24" name="Google Shape;124;p63"/>
          <p:cNvSpPr txBox="1"/>
          <p:nvPr>
            <p:ph idx="1" type="body"/>
          </p:nvPr>
        </p:nvSpPr>
        <p:spPr>
          <a:xfrm>
            <a:off x="1113525" y="3886200"/>
            <a:ext cx="7515990" cy="889000"/>
          </a:xfrm>
          <a:prstGeom prst="rect">
            <a:avLst/>
          </a:prstGeom>
          <a:noFill/>
          <a:ln>
            <a:noFill/>
          </a:ln>
        </p:spPr>
        <p:txBody>
          <a:bodyPr anchorCtr="0" anchor="b" bIns="45700" lIns="91425" spcFirstLastPara="1" rIns="91425" wrap="square" tIns="45700">
            <a:normAutofit/>
          </a:bodyPr>
          <a:lstStyle>
            <a:lvl1pPr indent="-228600" lvl="0" marL="457200" algn="r">
              <a:spcBef>
                <a:spcPts val="480"/>
              </a:spcBef>
              <a:spcAft>
                <a:spcPts val="0"/>
              </a:spcAft>
              <a:buSzPts val="3480"/>
              <a:buNone/>
              <a:defRPr b="0" sz="2400" cap="none">
                <a:solidFill>
                  <a:schemeClr val="dk1"/>
                </a:solidFill>
              </a:defRPr>
            </a:lvl1pPr>
            <a:lvl2pPr indent="-394335" lvl="1" marL="914400" algn="l">
              <a:spcBef>
                <a:spcPts val="600"/>
              </a:spcBef>
              <a:spcAft>
                <a:spcPts val="0"/>
              </a:spcAft>
              <a:buSzPts val="2610"/>
              <a:buChar char="•"/>
              <a:defRPr/>
            </a:lvl2pPr>
            <a:lvl3pPr indent="-394335" lvl="2" marL="1371600" algn="l">
              <a:spcBef>
                <a:spcPts val="600"/>
              </a:spcBef>
              <a:spcAft>
                <a:spcPts val="0"/>
              </a:spcAft>
              <a:buSzPts val="2610"/>
              <a:buChar char="•"/>
              <a:defRPr/>
            </a:lvl3pPr>
            <a:lvl4pPr indent="-394335" lvl="3" marL="1828800" algn="l">
              <a:spcBef>
                <a:spcPts val="600"/>
              </a:spcBef>
              <a:spcAft>
                <a:spcPts val="0"/>
              </a:spcAft>
              <a:buSzPts val="2610"/>
              <a:buChar char="•"/>
              <a:defRPr/>
            </a:lvl4pPr>
            <a:lvl5pPr indent="-394335" lvl="4" marL="2286000" algn="l">
              <a:spcBef>
                <a:spcPts val="600"/>
              </a:spcBef>
              <a:spcAft>
                <a:spcPts val="0"/>
              </a:spcAft>
              <a:buSzPts val="2610"/>
              <a:buChar char="•"/>
              <a:defRPr/>
            </a:lvl5pPr>
            <a:lvl6pPr indent="-394335" lvl="5" marL="2743200" algn="l">
              <a:spcBef>
                <a:spcPts val="600"/>
              </a:spcBef>
              <a:spcAft>
                <a:spcPts val="0"/>
              </a:spcAft>
              <a:buSzPts val="2610"/>
              <a:buChar char="•"/>
              <a:defRPr/>
            </a:lvl6pPr>
            <a:lvl7pPr indent="-394335" lvl="6" marL="3200400" algn="l">
              <a:spcBef>
                <a:spcPts val="600"/>
              </a:spcBef>
              <a:spcAft>
                <a:spcPts val="0"/>
              </a:spcAft>
              <a:buSzPts val="2610"/>
              <a:buChar char="•"/>
              <a:defRPr/>
            </a:lvl7pPr>
            <a:lvl8pPr indent="-394334" lvl="7" marL="3657600" algn="l">
              <a:spcBef>
                <a:spcPts val="600"/>
              </a:spcBef>
              <a:spcAft>
                <a:spcPts val="0"/>
              </a:spcAft>
              <a:buSzPts val="2610"/>
              <a:buChar char="•"/>
              <a:defRPr/>
            </a:lvl8pPr>
            <a:lvl9pPr indent="-394334" lvl="8" marL="4114800" algn="l">
              <a:spcBef>
                <a:spcPts val="600"/>
              </a:spcBef>
              <a:spcAft>
                <a:spcPts val="600"/>
              </a:spcAft>
              <a:buSzPts val="2610"/>
              <a:buChar char="•"/>
              <a:defRPr/>
            </a:lvl9pPr>
          </a:lstStyle>
          <a:p/>
        </p:txBody>
      </p:sp>
      <p:sp>
        <p:nvSpPr>
          <p:cNvPr id="125" name="Google Shape;125;p63"/>
          <p:cNvSpPr txBox="1"/>
          <p:nvPr>
            <p:ph idx="2" type="body"/>
          </p:nvPr>
        </p:nvSpPr>
        <p:spPr>
          <a:xfrm>
            <a:off x="1113524" y="4775200"/>
            <a:ext cx="7515990" cy="1016000"/>
          </a:xfrm>
          <a:prstGeom prst="rect">
            <a:avLst/>
          </a:prstGeom>
          <a:noFill/>
          <a:ln>
            <a:noFill/>
          </a:ln>
        </p:spPr>
        <p:txBody>
          <a:bodyPr anchorCtr="0" anchor="t" bIns="45700" lIns="91425" spcFirstLastPara="1" rIns="91425" wrap="square" tIns="45700">
            <a:normAutofit/>
          </a:bodyPr>
          <a:lstStyle>
            <a:lvl1pPr indent="-228600" lvl="0" marL="457200" algn="r">
              <a:spcBef>
                <a:spcPts val="360"/>
              </a:spcBef>
              <a:spcAft>
                <a:spcPts val="0"/>
              </a:spcAft>
              <a:buSzPts val="2610"/>
              <a:buNone/>
              <a:defRPr sz="1800">
                <a:solidFill>
                  <a:schemeClr val="dk1"/>
                </a:solidFill>
              </a:defRPr>
            </a:lvl1pPr>
            <a:lvl2pPr indent="-228600" lvl="1" marL="914400" algn="l">
              <a:spcBef>
                <a:spcPts val="600"/>
              </a:spcBef>
              <a:spcAft>
                <a:spcPts val="0"/>
              </a:spcAft>
              <a:buSzPts val="2610"/>
              <a:buNone/>
              <a:defRPr sz="1800">
                <a:solidFill>
                  <a:srgbClr val="888888"/>
                </a:solidFill>
              </a:defRPr>
            </a:lvl2pPr>
            <a:lvl3pPr indent="-228600" lvl="2" marL="1371600" algn="l">
              <a:spcBef>
                <a:spcPts val="600"/>
              </a:spcBef>
              <a:spcAft>
                <a:spcPts val="0"/>
              </a:spcAft>
              <a:buSzPts val="2320"/>
              <a:buNone/>
              <a:defRPr sz="1600">
                <a:solidFill>
                  <a:srgbClr val="888888"/>
                </a:solidFill>
              </a:defRPr>
            </a:lvl3pPr>
            <a:lvl4pPr indent="-228600" lvl="3" marL="1828800" algn="l">
              <a:spcBef>
                <a:spcPts val="600"/>
              </a:spcBef>
              <a:spcAft>
                <a:spcPts val="0"/>
              </a:spcAft>
              <a:buSzPts val="2030"/>
              <a:buNone/>
              <a:defRPr sz="1400">
                <a:solidFill>
                  <a:srgbClr val="888888"/>
                </a:solidFill>
              </a:defRPr>
            </a:lvl4pPr>
            <a:lvl5pPr indent="-228600" lvl="4" marL="2286000" algn="l">
              <a:spcBef>
                <a:spcPts val="600"/>
              </a:spcBef>
              <a:spcAft>
                <a:spcPts val="0"/>
              </a:spcAft>
              <a:buSzPts val="2030"/>
              <a:buNone/>
              <a:defRPr sz="1400">
                <a:solidFill>
                  <a:srgbClr val="888888"/>
                </a:solidFill>
              </a:defRPr>
            </a:lvl5pPr>
            <a:lvl6pPr indent="-228600" lvl="5" marL="2743200" algn="l">
              <a:spcBef>
                <a:spcPts val="600"/>
              </a:spcBef>
              <a:spcAft>
                <a:spcPts val="0"/>
              </a:spcAft>
              <a:buSzPts val="2030"/>
              <a:buNone/>
              <a:defRPr sz="1400">
                <a:solidFill>
                  <a:srgbClr val="888888"/>
                </a:solidFill>
              </a:defRPr>
            </a:lvl6pPr>
            <a:lvl7pPr indent="-228600" lvl="6" marL="3200400" algn="l">
              <a:spcBef>
                <a:spcPts val="600"/>
              </a:spcBef>
              <a:spcAft>
                <a:spcPts val="0"/>
              </a:spcAft>
              <a:buSzPts val="2030"/>
              <a:buNone/>
              <a:defRPr sz="1400">
                <a:solidFill>
                  <a:srgbClr val="888888"/>
                </a:solidFill>
              </a:defRPr>
            </a:lvl7pPr>
            <a:lvl8pPr indent="-228600" lvl="7" marL="3657600" algn="l">
              <a:spcBef>
                <a:spcPts val="600"/>
              </a:spcBef>
              <a:spcAft>
                <a:spcPts val="0"/>
              </a:spcAft>
              <a:buSzPts val="2030"/>
              <a:buNone/>
              <a:defRPr sz="1400">
                <a:solidFill>
                  <a:srgbClr val="888888"/>
                </a:solidFill>
              </a:defRPr>
            </a:lvl8pPr>
            <a:lvl9pPr indent="-228600" lvl="8" marL="4114800" algn="l">
              <a:spcBef>
                <a:spcPts val="600"/>
              </a:spcBef>
              <a:spcAft>
                <a:spcPts val="600"/>
              </a:spcAft>
              <a:buSzPts val="2030"/>
              <a:buNone/>
              <a:defRPr sz="1400">
                <a:solidFill>
                  <a:srgbClr val="888888"/>
                </a:solidFill>
              </a:defRPr>
            </a:lvl9pPr>
          </a:lstStyle>
          <a:p/>
        </p:txBody>
      </p:sp>
      <p:sp>
        <p:nvSpPr>
          <p:cNvPr id="126" name="Google Shape;126;p63"/>
          <p:cNvSpPr txBox="1"/>
          <p:nvPr>
            <p:ph idx="10" type="dt"/>
          </p:nvPr>
        </p:nvSpPr>
        <p:spPr>
          <a:xfrm>
            <a:off x="7385364" y="6479247"/>
            <a:ext cx="857473"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27" name="Google Shape;127;p63"/>
          <p:cNvSpPr txBox="1"/>
          <p:nvPr>
            <p:ph idx="11" type="ftr"/>
          </p:nvPr>
        </p:nvSpPr>
        <p:spPr>
          <a:xfrm>
            <a:off x="1130316" y="6492875"/>
            <a:ext cx="6228363"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28" name="Google Shape;128;p63"/>
          <p:cNvSpPr txBox="1"/>
          <p:nvPr>
            <p:ph idx="12" type="sldNum"/>
          </p:nvPr>
        </p:nvSpPr>
        <p:spPr>
          <a:xfrm>
            <a:off x="8245608" y="6479246"/>
            <a:ext cx="413483"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rue or False">
  <p:cSld name="True or False">
    <p:spTree>
      <p:nvGrpSpPr>
        <p:cNvPr id="129" name="Shape 129"/>
        <p:cNvGrpSpPr/>
        <p:nvPr/>
      </p:nvGrpSpPr>
      <p:grpSpPr>
        <a:xfrm>
          <a:off x="0" y="0"/>
          <a:ext cx="0" cy="0"/>
          <a:chOff x="0" y="0"/>
          <a:chExt cx="0" cy="0"/>
        </a:xfrm>
      </p:grpSpPr>
      <p:sp>
        <p:nvSpPr>
          <p:cNvPr id="130" name="Google Shape;130;p64"/>
          <p:cNvSpPr txBox="1"/>
          <p:nvPr>
            <p:ph type="title"/>
          </p:nvPr>
        </p:nvSpPr>
        <p:spPr>
          <a:xfrm>
            <a:off x="1113525" y="685801"/>
            <a:ext cx="7515991" cy="2727325"/>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4000"/>
              <a:buFont typeface="Corbel"/>
              <a:buNone/>
              <a:defRPr b="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1" name="Google Shape;131;p64"/>
          <p:cNvSpPr txBox="1"/>
          <p:nvPr>
            <p:ph idx="1" type="body"/>
          </p:nvPr>
        </p:nvSpPr>
        <p:spPr>
          <a:xfrm>
            <a:off x="1113524" y="3505200"/>
            <a:ext cx="7515992" cy="838200"/>
          </a:xfrm>
          <a:prstGeom prst="rect">
            <a:avLst/>
          </a:prstGeom>
          <a:noFill/>
          <a:ln>
            <a:noFill/>
          </a:ln>
        </p:spPr>
        <p:txBody>
          <a:bodyPr anchorCtr="0" anchor="b" bIns="45700" lIns="91425" spcFirstLastPara="1" rIns="91425" wrap="square" tIns="45700">
            <a:normAutofit/>
          </a:bodyPr>
          <a:lstStyle>
            <a:lvl1pPr indent="-228600" lvl="0" marL="457200" algn="l">
              <a:spcBef>
                <a:spcPts val="560"/>
              </a:spcBef>
              <a:spcAft>
                <a:spcPts val="0"/>
              </a:spcAft>
              <a:buSzPts val="4060"/>
              <a:buNone/>
              <a:defRPr b="0" sz="2800" cap="none">
                <a:solidFill>
                  <a:schemeClr val="dk1"/>
                </a:solidFill>
              </a:defRPr>
            </a:lvl1pPr>
            <a:lvl2pPr indent="-394335" lvl="1" marL="914400" algn="l">
              <a:spcBef>
                <a:spcPts val="600"/>
              </a:spcBef>
              <a:spcAft>
                <a:spcPts val="0"/>
              </a:spcAft>
              <a:buSzPts val="2610"/>
              <a:buChar char="•"/>
              <a:defRPr/>
            </a:lvl2pPr>
            <a:lvl3pPr indent="-394335" lvl="2" marL="1371600" algn="l">
              <a:spcBef>
                <a:spcPts val="600"/>
              </a:spcBef>
              <a:spcAft>
                <a:spcPts val="0"/>
              </a:spcAft>
              <a:buSzPts val="2610"/>
              <a:buChar char="•"/>
              <a:defRPr/>
            </a:lvl3pPr>
            <a:lvl4pPr indent="-394335" lvl="3" marL="1828800" algn="l">
              <a:spcBef>
                <a:spcPts val="600"/>
              </a:spcBef>
              <a:spcAft>
                <a:spcPts val="0"/>
              </a:spcAft>
              <a:buSzPts val="2610"/>
              <a:buChar char="•"/>
              <a:defRPr/>
            </a:lvl4pPr>
            <a:lvl5pPr indent="-394335" lvl="4" marL="2286000" algn="l">
              <a:spcBef>
                <a:spcPts val="600"/>
              </a:spcBef>
              <a:spcAft>
                <a:spcPts val="0"/>
              </a:spcAft>
              <a:buSzPts val="2610"/>
              <a:buChar char="•"/>
              <a:defRPr/>
            </a:lvl5pPr>
            <a:lvl6pPr indent="-394335" lvl="5" marL="2743200" algn="l">
              <a:spcBef>
                <a:spcPts val="600"/>
              </a:spcBef>
              <a:spcAft>
                <a:spcPts val="0"/>
              </a:spcAft>
              <a:buSzPts val="2610"/>
              <a:buChar char="•"/>
              <a:defRPr/>
            </a:lvl6pPr>
            <a:lvl7pPr indent="-394335" lvl="6" marL="3200400" algn="l">
              <a:spcBef>
                <a:spcPts val="600"/>
              </a:spcBef>
              <a:spcAft>
                <a:spcPts val="0"/>
              </a:spcAft>
              <a:buSzPts val="2610"/>
              <a:buChar char="•"/>
              <a:defRPr/>
            </a:lvl7pPr>
            <a:lvl8pPr indent="-394334" lvl="7" marL="3657600" algn="l">
              <a:spcBef>
                <a:spcPts val="600"/>
              </a:spcBef>
              <a:spcAft>
                <a:spcPts val="0"/>
              </a:spcAft>
              <a:buSzPts val="2610"/>
              <a:buChar char="•"/>
              <a:defRPr/>
            </a:lvl8pPr>
            <a:lvl9pPr indent="-394334" lvl="8" marL="4114800" algn="l">
              <a:spcBef>
                <a:spcPts val="600"/>
              </a:spcBef>
              <a:spcAft>
                <a:spcPts val="600"/>
              </a:spcAft>
              <a:buSzPts val="2610"/>
              <a:buChar char="•"/>
              <a:defRPr/>
            </a:lvl9pPr>
          </a:lstStyle>
          <a:p/>
        </p:txBody>
      </p:sp>
      <p:sp>
        <p:nvSpPr>
          <p:cNvPr id="132" name="Google Shape;132;p64"/>
          <p:cNvSpPr txBox="1"/>
          <p:nvPr>
            <p:ph idx="2" type="body"/>
          </p:nvPr>
        </p:nvSpPr>
        <p:spPr>
          <a:xfrm>
            <a:off x="1113524" y="4343400"/>
            <a:ext cx="7515992" cy="1447800"/>
          </a:xfrm>
          <a:prstGeom prst="rect">
            <a:avLst/>
          </a:prstGeom>
          <a:noFill/>
          <a:ln>
            <a:noFill/>
          </a:ln>
        </p:spPr>
        <p:txBody>
          <a:bodyPr anchorCtr="0" anchor="t" bIns="45700" lIns="91425" spcFirstLastPara="1" rIns="91425" wrap="square" tIns="45700">
            <a:normAutofit/>
          </a:bodyPr>
          <a:lstStyle>
            <a:lvl1pPr indent="-228600" lvl="0" marL="457200" algn="l">
              <a:spcBef>
                <a:spcPts val="360"/>
              </a:spcBef>
              <a:spcAft>
                <a:spcPts val="0"/>
              </a:spcAft>
              <a:buSzPts val="2610"/>
              <a:buNone/>
              <a:defRPr sz="1800">
                <a:solidFill>
                  <a:schemeClr val="dk1"/>
                </a:solidFill>
              </a:defRPr>
            </a:lvl1pPr>
            <a:lvl2pPr indent="-228600" lvl="1" marL="914400" algn="l">
              <a:spcBef>
                <a:spcPts val="600"/>
              </a:spcBef>
              <a:spcAft>
                <a:spcPts val="0"/>
              </a:spcAft>
              <a:buSzPts val="2610"/>
              <a:buNone/>
              <a:defRPr sz="1800">
                <a:solidFill>
                  <a:srgbClr val="888888"/>
                </a:solidFill>
              </a:defRPr>
            </a:lvl2pPr>
            <a:lvl3pPr indent="-228600" lvl="2" marL="1371600" algn="l">
              <a:spcBef>
                <a:spcPts val="600"/>
              </a:spcBef>
              <a:spcAft>
                <a:spcPts val="0"/>
              </a:spcAft>
              <a:buSzPts val="2320"/>
              <a:buNone/>
              <a:defRPr sz="1600">
                <a:solidFill>
                  <a:srgbClr val="888888"/>
                </a:solidFill>
              </a:defRPr>
            </a:lvl3pPr>
            <a:lvl4pPr indent="-228600" lvl="3" marL="1828800" algn="l">
              <a:spcBef>
                <a:spcPts val="600"/>
              </a:spcBef>
              <a:spcAft>
                <a:spcPts val="0"/>
              </a:spcAft>
              <a:buSzPts val="2030"/>
              <a:buNone/>
              <a:defRPr sz="1400">
                <a:solidFill>
                  <a:srgbClr val="888888"/>
                </a:solidFill>
              </a:defRPr>
            </a:lvl4pPr>
            <a:lvl5pPr indent="-228600" lvl="4" marL="2286000" algn="l">
              <a:spcBef>
                <a:spcPts val="600"/>
              </a:spcBef>
              <a:spcAft>
                <a:spcPts val="0"/>
              </a:spcAft>
              <a:buSzPts val="2030"/>
              <a:buNone/>
              <a:defRPr sz="1400">
                <a:solidFill>
                  <a:srgbClr val="888888"/>
                </a:solidFill>
              </a:defRPr>
            </a:lvl5pPr>
            <a:lvl6pPr indent="-228600" lvl="5" marL="2743200" algn="l">
              <a:spcBef>
                <a:spcPts val="600"/>
              </a:spcBef>
              <a:spcAft>
                <a:spcPts val="0"/>
              </a:spcAft>
              <a:buSzPts val="2030"/>
              <a:buNone/>
              <a:defRPr sz="1400">
                <a:solidFill>
                  <a:srgbClr val="888888"/>
                </a:solidFill>
              </a:defRPr>
            </a:lvl6pPr>
            <a:lvl7pPr indent="-228600" lvl="6" marL="3200400" algn="l">
              <a:spcBef>
                <a:spcPts val="600"/>
              </a:spcBef>
              <a:spcAft>
                <a:spcPts val="0"/>
              </a:spcAft>
              <a:buSzPts val="2030"/>
              <a:buNone/>
              <a:defRPr sz="1400">
                <a:solidFill>
                  <a:srgbClr val="888888"/>
                </a:solidFill>
              </a:defRPr>
            </a:lvl7pPr>
            <a:lvl8pPr indent="-228600" lvl="7" marL="3657600" algn="l">
              <a:spcBef>
                <a:spcPts val="600"/>
              </a:spcBef>
              <a:spcAft>
                <a:spcPts val="0"/>
              </a:spcAft>
              <a:buSzPts val="2030"/>
              <a:buNone/>
              <a:defRPr sz="1400">
                <a:solidFill>
                  <a:srgbClr val="888888"/>
                </a:solidFill>
              </a:defRPr>
            </a:lvl8pPr>
            <a:lvl9pPr indent="-228600" lvl="8" marL="4114800" algn="l">
              <a:spcBef>
                <a:spcPts val="600"/>
              </a:spcBef>
              <a:spcAft>
                <a:spcPts val="600"/>
              </a:spcAft>
              <a:buSzPts val="2030"/>
              <a:buNone/>
              <a:defRPr sz="1400">
                <a:solidFill>
                  <a:srgbClr val="888888"/>
                </a:solidFill>
              </a:defRPr>
            </a:lvl9pPr>
          </a:lstStyle>
          <a:p/>
        </p:txBody>
      </p:sp>
      <p:sp>
        <p:nvSpPr>
          <p:cNvPr id="133" name="Google Shape;133;p64"/>
          <p:cNvSpPr txBox="1"/>
          <p:nvPr>
            <p:ph idx="10" type="dt"/>
          </p:nvPr>
        </p:nvSpPr>
        <p:spPr>
          <a:xfrm>
            <a:off x="7385364" y="6479247"/>
            <a:ext cx="857473"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4" name="Google Shape;134;p64"/>
          <p:cNvSpPr txBox="1"/>
          <p:nvPr>
            <p:ph idx="11" type="ftr"/>
          </p:nvPr>
        </p:nvSpPr>
        <p:spPr>
          <a:xfrm>
            <a:off x="1130316" y="6492875"/>
            <a:ext cx="6228363"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5" name="Google Shape;135;p64"/>
          <p:cNvSpPr txBox="1"/>
          <p:nvPr>
            <p:ph idx="12" type="sldNum"/>
          </p:nvPr>
        </p:nvSpPr>
        <p:spPr>
          <a:xfrm>
            <a:off x="8245608" y="6479246"/>
            <a:ext cx="413483"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136" name="Shape 136"/>
        <p:cNvGrpSpPr/>
        <p:nvPr/>
      </p:nvGrpSpPr>
      <p:grpSpPr>
        <a:xfrm>
          <a:off x="0" y="0"/>
          <a:ext cx="0" cy="0"/>
          <a:chOff x="0" y="0"/>
          <a:chExt cx="0" cy="0"/>
        </a:xfrm>
      </p:grpSpPr>
      <p:sp>
        <p:nvSpPr>
          <p:cNvPr id="137" name="Google Shape;137;p65"/>
          <p:cNvSpPr txBox="1"/>
          <p:nvPr>
            <p:ph type="title"/>
          </p:nvPr>
        </p:nvSpPr>
        <p:spPr>
          <a:xfrm>
            <a:off x="982133" y="457201"/>
            <a:ext cx="6790267" cy="1295399"/>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4000"/>
              <a:buFont typeface="Corbel"/>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8" name="Google Shape;138;p65"/>
          <p:cNvSpPr txBox="1"/>
          <p:nvPr>
            <p:ph idx="1" type="body"/>
          </p:nvPr>
        </p:nvSpPr>
        <p:spPr>
          <a:xfrm rot="5400000">
            <a:off x="2522273" y="274373"/>
            <a:ext cx="4624387" cy="7704666"/>
          </a:xfrm>
          <a:prstGeom prst="rect">
            <a:avLst/>
          </a:prstGeom>
          <a:noFill/>
          <a:ln>
            <a:noFill/>
          </a:ln>
        </p:spPr>
        <p:txBody>
          <a:bodyPr anchorCtr="0" anchor="t" bIns="45700" lIns="91425" spcFirstLastPara="1" rIns="91425" wrap="square" tIns="45700">
            <a:normAutofit/>
          </a:bodyPr>
          <a:lstStyle>
            <a:lvl1pPr indent="-394335" lvl="0" marL="457200" algn="l">
              <a:spcBef>
                <a:spcPts val="360"/>
              </a:spcBef>
              <a:spcAft>
                <a:spcPts val="0"/>
              </a:spcAft>
              <a:buSzPts val="2610"/>
              <a:buChar char="•"/>
              <a:defRPr/>
            </a:lvl1pPr>
            <a:lvl2pPr indent="-394335" lvl="1" marL="914400" algn="l">
              <a:spcBef>
                <a:spcPts val="600"/>
              </a:spcBef>
              <a:spcAft>
                <a:spcPts val="0"/>
              </a:spcAft>
              <a:buSzPts val="2610"/>
              <a:buChar char="•"/>
              <a:defRPr/>
            </a:lvl2pPr>
            <a:lvl3pPr indent="-394335" lvl="2" marL="1371600" algn="l">
              <a:spcBef>
                <a:spcPts val="600"/>
              </a:spcBef>
              <a:spcAft>
                <a:spcPts val="0"/>
              </a:spcAft>
              <a:buSzPts val="2610"/>
              <a:buChar char="•"/>
              <a:defRPr/>
            </a:lvl3pPr>
            <a:lvl4pPr indent="-394335" lvl="3" marL="1828800" algn="l">
              <a:spcBef>
                <a:spcPts val="600"/>
              </a:spcBef>
              <a:spcAft>
                <a:spcPts val="0"/>
              </a:spcAft>
              <a:buSzPts val="2610"/>
              <a:buChar char="•"/>
              <a:defRPr/>
            </a:lvl4pPr>
            <a:lvl5pPr indent="-394335" lvl="4" marL="2286000" algn="l">
              <a:spcBef>
                <a:spcPts val="600"/>
              </a:spcBef>
              <a:spcAft>
                <a:spcPts val="0"/>
              </a:spcAft>
              <a:buSzPts val="2610"/>
              <a:buChar char="•"/>
              <a:defRPr/>
            </a:lvl5pPr>
            <a:lvl6pPr indent="-394335" lvl="5" marL="2743200" algn="l">
              <a:spcBef>
                <a:spcPts val="600"/>
              </a:spcBef>
              <a:spcAft>
                <a:spcPts val="0"/>
              </a:spcAft>
              <a:buSzPts val="2610"/>
              <a:buChar char="•"/>
              <a:defRPr/>
            </a:lvl6pPr>
            <a:lvl7pPr indent="-394335" lvl="6" marL="3200400" algn="l">
              <a:spcBef>
                <a:spcPts val="600"/>
              </a:spcBef>
              <a:spcAft>
                <a:spcPts val="0"/>
              </a:spcAft>
              <a:buSzPts val="2610"/>
              <a:buChar char="•"/>
              <a:defRPr/>
            </a:lvl7pPr>
            <a:lvl8pPr indent="-394334" lvl="7" marL="3657600" algn="l">
              <a:spcBef>
                <a:spcPts val="600"/>
              </a:spcBef>
              <a:spcAft>
                <a:spcPts val="0"/>
              </a:spcAft>
              <a:buSzPts val="2610"/>
              <a:buChar char="•"/>
              <a:defRPr/>
            </a:lvl8pPr>
            <a:lvl9pPr indent="-394334" lvl="8" marL="4114800" algn="l">
              <a:spcBef>
                <a:spcPts val="600"/>
              </a:spcBef>
              <a:spcAft>
                <a:spcPts val="600"/>
              </a:spcAft>
              <a:buSzPts val="2610"/>
              <a:buChar char="•"/>
              <a:defRPr/>
            </a:lvl9pPr>
          </a:lstStyle>
          <a:p/>
        </p:txBody>
      </p:sp>
      <p:sp>
        <p:nvSpPr>
          <p:cNvPr id="139" name="Google Shape;139;p65"/>
          <p:cNvSpPr txBox="1"/>
          <p:nvPr>
            <p:ph idx="10" type="dt"/>
          </p:nvPr>
        </p:nvSpPr>
        <p:spPr>
          <a:xfrm>
            <a:off x="7385364" y="6479247"/>
            <a:ext cx="857473"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0" name="Google Shape;140;p65"/>
          <p:cNvSpPr txBox="1"/>
          <p:nvPr>
            <p:ph idx="11" type="ftr"/>
          </p:nvPr>
        </p:nvSpPr>
        <p:spPr>
          <a:xfrm>
            <a:off x="1130316" y="6492875"/>
            <a:ext cx="6228363"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1" name="Google Shape;141;p65"/>
          <p:cNvSpPr txBox="1"/>
          <p:nvPr>
            <p:ph idx="12" type="sldNum"/>
          </p:nvPr>
        </p:nvSpPr>
        <p:spPr>
          <a:xfrm>
            <a:off x="8245608" y="6479246"/>
            <a:ext cx="413483"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142" name="Shape 142"/>
        <p:cNvGrpSpPr/>
        <p:nvPr/>
      </p:nvGrpSpPr>
      <p:grpSpPr>
        <a:xfrm>
          <a:off x="0" y="0"/>
          <a:ext cx="0" cy="0"/>
          <a:chOff x="0" y="0"/>
          <a:chExt cx="0" cy="0"/>
        </a:xfrm>
      </p:grpSpPr>
      <p:sp>
        <p:nvSpPr>
          <p:cNvPr id="143" name="Google Shape;143;p66"/>
          <p:cNvSpPr txBox="1"/>
          <p:nvPr>
            <p:ph type="title"/>
          </p:nvPr>
        </p:nvSpPr>
        <p:spPr>
          <a:xfrm rot="5400000">
            <a:off x="5412754" y="2574438"/>
            <a:ext cx="5105400" cy="1328123"/>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4" name="Google Shape;144;p66"/>
          <p:cNvSpPr txBox="1"/>
          <p:nvPr>
            <p:ph idx="1" type="body"/>
          </p:nvPr>
        </p:nvSpPr>
        <p:spPr>
          <a:xfrm rot="5400000">
            <a:off x="1569010" y="230314"/>
            <a:ext cx="5105400" cy="6016373"/>
          </a:xfrm>
          <a:prstGeom prst="rect">
            <a:avLst/>
          </a:prstGeom>
          <a:noFill/>
          <a:ln>
            <a:noFill/>
          </a:ln>
        </p:spPr>
        <p:txBody>
          <a:bodyPr anchorCtr="0" anchor="t" bIns="45700" lIns="91425" spcFirstLastPara="1" rIns="91425" wrap="square" tIns="45700">
            <a:normAutofit/>
          </a:bodyPr>
          <a:lstStyle>
            <a:lvl1pPr indent="-394335" lvl="0" marL="457200" algn="l">
              <a:spcBef>
                <a:spcPts val="360"/>
              </a:spcBef>
              <a:spcAft>
                <a:spcPts val="0"/>
              </a:spcAft>
              <a:buSzPts val="2610"/>
              <a:buChar char="•"/>
              <a:defRPr/>
            </a:lvl1pPr>
            <a:lvl2pPr indent="-394335" lvl="1" marL="914400" algn="l">
              <a:spcBef>
                <a:spcPts val="600"/>
              </a:spcBef>
              <a:spcAft>
                <a:spcPts val="0"/>
              </a:spcAft>
              <a:buSzPts val="2610"/>
              <a:buChar char="•"/>
              <a:defRPr/>
            </a:lvl2pPr>
            <a:lvl3pPr indent="-394335" lvl="2" marL="1371600" algn="l">
              <a:spcBef>
                <a:spcPts val="600"/>
              </a:spcBef>
              <a:spcAft>
                <a:spcPts val="0"/>
              </a:spcAft>
              <a:buSzPts val="2610"/>
              <a:buChar char="•"/>
              <a:defRPr/>
            </a:lvl3pPr>
            <a:lvl4pPr indent="-394335" lvl="3" marL="1828800" algn="l">
              <a:spcBef>
                <a:spcPts val="600"/>
              </a:spcBef>
              <a:spcAft>
                <a:spcPts val="0"/>
              </a:spcAft>
              <a:buSzPts val="2610"/>
              <a:buChar char="•"/>
              <a:defRPr/>
            </a:lvl4pPr>
            <a:lvl5pPr indent="-394335" lvl="4" marL="2286000" algn="l">
              <a:spcBef>
                <a:spcPts val="600"/>
              </a:spcBef>
              <a:spcAft>
                <a:spcPts val="0"/>
              </a:spcAft>
              <a:buSzPts val="2610"/>
              <a:buChar char="•"/>
              <a:defRPr/>
            </a:lvl5pPr>
            <a:lvl6pPr indent="-394335" lvl="5" marL="2743200" algn="l">
              <a:spcBef>
                <a:spcPts val="600"/>
              </a:spcBef>
              <a:spcAft>
                <a:spcPts val="0"/>
              </a:spcAft>
              <a:buSzPts val="2610"/>
              <a:buChar char="•"/>
              <a:defRPr/>
            </a:lvl6pPr>
            <a:lvl7pPr indent="-394335" lvl="6" marL="3200400" algn="l">
              <a:spcBef>
                <a:spcPts val="600"/>
              </a:spcBef>
              <a:spcAft>
                <a:spcPts val="0"/>
              </a:spcAft>
              <a:buSzPts val="2610"/>
              <a:buChar char="•"/>
              <a:defRPr/>
            </a:lvl7pPr>
            <a:lvl8pPr indent="-394334" lvl="7" marL="3657600" algn="l">
              <a:spcBef>
                <a:spcPts val="600"/>
              </a:spcBef>
              <a:spcAft>
                <a:spcPts val="0"/>
              </a:spcAft>
              <a:buSzPts val="2610"/>
              <a:buChar char="•"/>
              <a:defRPr/>
            </a:lvl8pPr>
            <a:lvl9pPr indent="-394334" lvl="8" marL="4114800" algn="l">
              <a:spcBef>
                <a:spcPts val="600"/>
              </a:spcBef>
              <a:spcAft>
                <a:spcPts val="600"/>
              </a:spcAft>
              <a:buSzPts val="2610"/>
              <a:buChar char="•"/>
              <a:defRPr/>
            </a:lvl9pPr>
          </a:lstStyle>
          <a:p/>
        </p:txBody>
      </p:sp>
      <p:sp>
        <p:nvSpPr>
          <p:cNvPr id="145" name="Google Shape;145;p66"/>
          <p:cNvSpPr txBox="1"/>
          <p:nvPr>
            <p:ph idx="10" type="dt"/>
          </p:nvPr>
        </p:nvSpPr>
        <p:spPr>
          <a:xfrm>
            <a:off x="7385364" y="6479247"/>
            <a:ext cx="857473"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6" name="Google Shape;146;p66"/>
          <p:cNvSpPr txBox="1"/>
          <p:nvPr>
            <p:ph idx="11" type="ftr"/>
          </p:nvPr>
        </p:nvSpPr>
        <p:spPr>
          <a:xfrm>
            <a:off x="1130316" y="6492875"/>
            <a:ext cx="6228363"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7" name="Google Shape;147;p66"/>
          <p:cNvSpPr txBox="1"/>
          <p:nvPr>
            <p:ph idx="12" type="sldNum"/>
          </p:nvPr>
        </p:nvSpPr>
        <p:spPr>
          <a:xfrm>
            <a:off x="8245608" y="6479246"/>
            <a:ext cx="413483"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20" Type="http://schemas.openxmlformats.org/officeDocument/2006/relationships/theme" Target="../theme/theme1.xml"/><Relationship Id="rId11" Type="http://schemas.openxmlformats.org/officeDocument/2006/relationships/slideLayout" Target="../slideLayouts/slideLayout10.xml"/><Relationship Id="rId10" Type="http://schemas.openxmlformats.org/officeDocument/2006/relationships/slideLayout" Target="../slideLayouts/slideLayout9.xml"/><Relationship Id="rId13" Type="http://schemas.openxmlformats.org/officeDocument/2006/relationships/slideLayout" Target="../slideLayouts/slideLayout12.xml"/><Relationship Id="rId12" Type="http://schemas.openxmlformats.org/officeDocument/2006/relationships/slideLayout" Target="../slideLayouts/slideLayout11.xml"/><Relationship Id="rId1" Type="http://schemas.openxmlformats.org/officeDocument/2006/relationships/image" Target="../media/image1.pn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9" Type="http://schemas.openxmlformats.org/officeDocument/2006/relationships/slideLayout" Target="../slideLayouts/slideLayout8.xml"/><Relationship Id="rId15" Type="http://schemas.openxmlformats.org/officeDocument/2006/relationships/slideLayout" Target="../slideLayouts/slideLayout14.xml"/><Relationship Id="rId14" Type="http://schemas.openxmlformats.org/officeDocument/2006/relationships/slideLayout" Target="../slideLayouts/slideLayout13.xml"/><Relationship Id="rId17" Type="http://schemas.openxmlformats.org/officeDocument/2006/relationships/slideLayout" Target="../slideLayouts/slideLayout16.xml"/><Relationship Id="rId16" Type="http://schemas.openxmlformats.org/officeDocument/2006/relationships/slideLayout" Target="../slideLayouts/slideLayout15.xml"/><Relationship Id="rId5" Type="http://schemas.openxmlformats.org/officeDocument/2006/relationships/slideLayout" Target="../slideLayouts/slideLayout4.xml"/><Relationship Id="rId19" Type="http://schemas.openxmlformats.org/officeDocument/2006/relationships/slideLayout" Target="../slideLayouts/slideLayout18.xml"/><Relationship Id="rId6" Type="http://schemas.openxmlformats.org/officeDocument/2006/relationships/slideLayout" Target="../slideLayouts/slideLayout5.xml"/><Relationship Id="rId18" Type="http://schemas.openxmlformats.org/officeDocument/2006/relationships/slideLayout" Target="../slideLayouts/slideLayout17.xml"/><Relationship Id="rId7" Type="http://schemas.openxmlformats.org/officeDocument/2006/relationships/slideLayout" Target="../slideLayouts/slideLayout6.xml"/><Relationship Id="rId8" Type="http://schemas.openxmlformats.org/officeDocument/2006/relationships/slideLayout" Target="../slideLayouts/slideLayout7.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1">
            <a:alphaModFix/>
          </a:blip>
          <a:stretch>
            <a:fillRect/>
          </a:stretch>
        </a:blipFill>
      </p:bgPr>
    </p:bg>
    <p:spTree>
      <p:nvGrpSpPr>
        <p:cNvPr id="9" name="Shape 9"/>
        <p:cNvGrpSpPr/>
        <p:nvPr/>
      </p:nvGrpSpPr>
      <p:grpSpPr>
        <a:xfrm>
          <a:off x="0" y="0"/>
          <a:ext cx="0" cy="0"/>
          <a:chOff x="0" y="0"/>
          <a:chExt cx="0" cy="0"/>
        </a:xfrm>
      </p:grpSpPr>
      <p:grpSp>
        <p:nvGrpSpPr>
          <p:cNvPr id="10" name="Google Shape;10;p48"/>
          <p:cNvGrpSpPr/>
          <p:nvPr/>
        </p:nvGrpSpPr>
        <p:grpSpPr>
          <a:xfrm>
            <a:off x="0" y="0"/>
            <a:ext cx="2132013" cy="6858001"/>
            <a:chOff x="0" y="0"/>
            <a:chExt cx="2132013" cy="6858001"/>
          </a:xfrm>
        </p:grpSpPr>
        <p:sp>
          <p:nvSpPr>
            <p:cNvPr id="11" name="Google Shape;11;p48"/>
            <p:cNvSpPr/>
            <p:nvPr/>
          </p:nvSpPr>
          <p:spPr>
            <a:xfrm>
              <a:off x="0" y="0"/>
              <a:ext cx="1073150" cy="5291138"/>
            </a:xfrm>
            <a:custGeom>
              <a:rect b="b" l="l" r="r" t="t"/>
              <a:pathLst>
                <a:path extrusionOk="0" h="3333" w="676">
                  <a:moveTo>
                    <a:pt x="0" y="3132"/>
                  </a:moveTo>
                  <a:lnTo>
                    <a:pt x="0" y="3312"/>
                  </a:lnTo>
                  <a:lnTo>
                    <a:pt x="126" y="3333"/>
                  </a:lnTo>
                  <a:lnTo>
                    <a:pt x="676" y="0"/>
                  </a:lnTo>
                  <a:lnTo>
                    <a:pt x="514" y="0"/>
                  </a:lnTo>
                  <a:lnTo>
                    <a:pt x="0" y="3132"/>
                  </a:lnTo>
                  <a:close/>
                </a:path>
              </a:pathLst>
            </a:custGeom>
            <a:solidFill>
              <a:schemeClr val="accent1"/>
            </a:solidFill>
            <a:ln>
              <a:noFill/>
            </a:ln>
          </p:spPr>
        </p:sp>
        <p:sp>
          <p:nvSpPr>
            <p:cNvPr id="12" name="Google Shape;12;p48"/>
            <p:cNvSpPr/>
            <p:nvPr/>
          </p:nvSpPr>
          <p:spPr>
            <a:xfrm>
              <a:off x="0" y="0"/>
              <a:ext cx="758825" cy="4624388"/>
            </a:xfrm>
            <a:custGeom>
              <a:rect b="b" l="l" r="r" t="t"/>
              <a:pathLst>
                <a:path extrusionOk="0" h="2913" w="478">
                  <a:moveTo>
                    <a:pt x="478" y="0"/>
                  </a:moveTo>
                  <a:lnTo>
                    <a:pt x="318" y="0"/>
                  </a:lnTo>
                  <a:lnTo>
                    <a:pt x="0" y="1938"/>
                  </a:lnTo>
                  <a:lnTo>
                    <a:pt x="0" y="2913"/>
                  </a:lnTo>
                  <a:lnTo>
                    <a:pt x="478" y="0"/>
                  </a:lnTo>
                  <a:close/>
                </a:path>
              </a:pathLst>
            </a:custGeom>
            <a:solidFill>
              <a:srgbClr val="595959"/>
            </a:solidFill>
            <a:ln>
              <a:noFill/>
            </a:ln>
          </p:spPr>
        </p:sp>
        <p:sp>
          <p:nvSpPr>
            <p:cNvPr id="13" name="Google Shape;13;p48"/>
            <p:cNvSpPr/>
            <p:nvPr/>
          </p:nvSpPr>
          <p:spPr>
            <a:xfrm>
              <a:off x="0" y="5662613"/>
              <a:ext cx="906463" cy="1195388"/>
            </a:xfrm>
            <a:custGeom>
              <a:rect b="b" l="l" r="r" t="t"/>
              <a:pathLst>
                <a:path extrusionOk="0" h="753" w="571">
                  <a:moveTo>
                    <a:pt x="0" y="0"/>
                  </a:moveTo>
                  <a:lnTo>
                    <a:pt x="0" y="12"/>
                  </a:lnTo>
                  <a:lnTo>
                    <a:pt x="538" y="753"/>
                  </a:lnTo>
                  <a:lnTo>
                    <a:pt x="571" y="753"/>
                  </a:lnTo>
                  <a:lnTo>
                    <a:pt x="0" y="0"/>
                  </a:lnTo>
                  <a:close/>
                </a:path>
              </a:pathLst>
            </a:custGeom>
            <a:solidFill>
              <a:srgbClr val="262626"/>
            </a:solidFill>
            <a:ln>
              <a:noFill/>
            </a:ln>
          </p:spPr>
        </p:sp>
        <p:sp>
          <p:nvSpPr>
            <p:cNvPr id="14" name="Google Shape;14;p48"/>
            <p:cNvSpPr/>
            <p:nvPr/>
          </p:nvSpPr>
          <p:spPr>
            <a:xfrm>
              <a:off x="0" y="5295900"/>
              <a:ext cx="1487488" cy="1562100"/>
            </a:xfrm>
            <a:custGeom>
              <a:rect b="b" l="l" r="r" t="t"/>
              <a:pathLst>
                <a:path extrusionOk="0" h="984" w="937">
                  <a:moveTo>
                    <a:pt x="0" y="0"/>
                  </a:moveTo>
                  <a:lnTo>
                    <a:pt x="0" y="3"/>
                  </a:lnTo>
                  <a:lnTo>
                    <a:pt x="901" y="984"/>
                  </a:lnTo>
                  <a:lnTo>
                    <a:pt x="937" y="984"/>
                  </a:lnTo>
                  <a:lnTo>
                    <a:pt x="0" y="0"/>
                  </a:lnTo>
                  <a:close/>
                </a:path>
              </a:pathLst>
            </a:custGeom>
            <a:solidFill>
              <a:srgbClr val="244061"/>
            </a:solidFill>
            <a:ln>
              <a:noFill/>
            </a:ln>
          </p:spPr>
        </p:sp>
        <p:sp>
          <p:nvSpPr>
            <p:cNvPr id="15" name="Google Shape;15;p48"/>
            <p:cNvSpPr/>
            <p:nvPr/>
          </p:nvSpPr>
          <p:spPr>
            <a:xfrm>
              <a:off x="0" y="5257800"/>
              <a:ext cx="2132013" cy="1600200"/>
            </a:xfrm>
            <a:custGeom>
              <a:rect b="b" l="l" r="r" t="t"/>
              <a:pathLst>
                <a:path extrusionOk="0" h="1008" w="1343">
                  <a:moveTo>
                    <a:pt x="0" y="24"/>
                  </a:moveTo>
                  <a:lnTo>
                    <a:pt x="937" y="1008"/>
                  </a:lnTo>
                  <a:lnTo>
                    <a:pt x="1343" y="1008"/>
                  </a:lnTo>
                  <a:lnTo>
                    <a:pt x="126" y="21"/>
                  </a:lnTo>
                  <a:lnTo>
                    <a:pt x="0" y="0"/>
                  </a:lnTo>
                  <a:lnTo>
                    <a:pt x="0" y="24"/>
                  </a:lnTo>
                  <a:close/>
                </a:path>
              </a:pathLst>
            </a:custGeom>
            <a:solidFill>
              <a:srgbClr val="366092"/>
            </a:solidFill>
            <a:ln>
              <a:noFill/>
            </a:ln>
          </p:spPr>
        </p:sp>
        <p:sp>
          <p:nvSpPr>
            <p:cNvPr id="16" name="Google Shape;16;p48"/>
            <p:cNvSpPr/>
            <p:nvPr/>
          </p:nvSpPr>
          <p:spPr>
            <a:xfrm>
              <a:off x="0" y="5357813"/>
              <a:ext cx="1377950" cy="1500188"/>
            </a:xfrm>
            <a:custGeom>
              <a:rect b="b" l="l" r="r" t="t"/>
              <a:pathLst>
                <a:path extrusionOk="0" h="945" w="868">
                  <a:moveTo>
                    <a:pt x="0" y="192"/>
                  </a:moveTo>
                  <a:lnTo>
                    <a:pt x="571" y="945"/>
                  </a:lnTo>
                  <a:lnTo>
                    <a:pt x="868" y="945"/>
                  </a:lnTo>
                  <a:lnTo>
                    <a:pt x="0" y="0"/>
                  </a:lnTo>
                  <a:lnTo>
                    <a:pt x="0" y="192"/>
                  </a:lnTo>
                  <a:close/>
                </a:path>
              </a:pathLst>
            </a:custGeom>
            <a:solidFill>
              <a:srgbClr val="3F3F3F"/>
            </a:solidFill>
            <a:ln>
              <a:noFill/>
            </a:ln>
          </p:spPr>
        </p:sp>
      </p:grpSp>
      <p:sp>
        <p:nvSpPr>
          <p:cNvPr id="17" name="Google Shape;17;p48"/>
          <p:cNvSpPr txBox="1"/>
          <p:nvPr>
            <p:ph type="title"/>
          </p:nvPr>
        </p:nvSpPr>
        <p:spPr>
          <a:xfrm>
            <a:off x="982133" y="457201"/>
            <a:ext cx="6790267" cy="1295399"/>
          </a:xfrm>
          <a:prstGeom prst="rect">
            <a:avLst/>
          </a:prstGeom>
          <a:noFill/>
          <a:ln>
            <a:noFill/>
          </a:ln>
        </p:spPr>
        <p:txBody>
          <a:bodyPr anchorCtr="0" anchor="ctr" bIns="45700" lIns="91425" spcFirstLastPara="1" rIns="91425" wrap="square" tIns="45700">
            <a:normAutofit/>
          </a:bodyPr>
          <a:lstStyle>
            <a:lvl1pPr lvl="0" marR="0" rtl="0" algn="ctr">
              <a:spcBef>
                <a:spcPts val="0"/>
              </a:spcBef>
              <a:spcAft>
                <a:spcPts val="0"/>
              </a:spcAft>
              <a:buClr>
                <a:schemeClr val="dk1"/>
              </a:buClr>
              <a:buSzPts val="4000"/>
              <a:buFont typeface="Corbel"/>
              <a:buNone/>
              <a:defRPr b="0" i="0" sz="4000" u="none" cap="none" strike="noStrike">
                <a:solidFill>
                  <a:schemeClr val="dk1"/>
                </a:solidFill>
                <a:latin typeface="Corbel"/>
                <a:ea typeface="Corbel"/>
                <a:cs typeface="Corbel"/>
                <a:sym typeface="Corbel"/>
              </a:defRPr>
            </a:lvl1pPr>
            <a:lvl2pPr lvl="1" marR="0" rtl="0" algn="l">
              <a:spcBef>
                <a:spcPts val="0"/>
              </a:spcBef>
              <a:spcAft>
                <a:spcPts val="0"/>
              </a:spcAft>
              <a:buSzPts val="1400"/>
              <a:buNone/>
              <a:defRPr b="0" i="0" sz="1800" u="none" cap="none" strike="noStrike">
                <a:solidFill>
                  <a:schemeClr val="dk2"/>
                </a:solidFill>
              </a:defRPr>
            </a:lvl2pPr>
            <a:lvl3pPr lvl="2" marR="0" rtl="0" algn="l">
              <a:spcBef>
                <a:spcPts val="0"/>
              </a:spcBef>
              <a:spcAft>
                <a:spcPts val="0"/>
              </a:spcAft>
              <a:buSzPts val="1400"/>
              <a:buNone/>
              <a:defRPr b="0" i="0" sz="1800" u="none" cap="none" strike="noStrike">
                <a:solidFill>
                  <a:schemeClr val="dk2"/>
                </a:solidFill>
              </a:defRPr>
            </a:lvl3pPr>
            <a:lvl4pPr lvl="3" marR="0" rtl="0" algn="l">
              <a:spcBef>
                <a:spcPts val="0"/>
              </a:spcBef>
              <a:spcAft>
                <a:spcPts val="0"/>
              </a:spcAft>
              <a:buSzPts val="1400"/>
              <a:buNone/>
              <a:defRPr b="0" i="0" sz="1800" u="none" cap="none" strike="noStrike">
                <a:solidFill>
                  <a:schemeClr val="dk2"/>
                </a:solidFill>
              </a:defRPr>
            </a:lvl4pPr>
            <a:lvl5pPr lvl="4" marR="0" rtl="0" algn="l">
              <a:spcBef>
                <a:spcPts val="0"/>
              </a:spcBef>
              <a:spcAft>
                <a:spcPts val="0"/>
              </a:spcAft>
              <a:buSzPts val="1400"/>
              <a:buNone/>
              <a:defRPr b="0" i="0" sz="1800" u="none" cap="none" strike="noStrike">
                <a:solidFill>
                  <a:schemeClr val="dk2"/>
                </a:solidFill>
              </a:defRPr>
            </a:lvl5pPr>
            <a:lvl6pPr lvl="5" marR="0" rtl="0" algn="l">
              <a:spcBef>
                <a:spcPts val="0"/>
              </a:spcBef>
              <a:spcAft>
                <a:spcPts val="0"/>
              </a:spcAft>
              <a:buSzPts val="1400"/>
              <a:buNone/>
              <a:defRPr b="0" i="0" sz="1800" u="none" cap="none" strike="noStrike">
                <a:solidFill>
                  <a:schemeClr val="dk2"/>
                </a:solidFill>
              </a:defRPr>
            </a:lvl6pPr>
            <a:lvl7pPr lvl="6" marR="0" rtl="0" algn="l">
              <a:spcBef>
                <a:spcPts val="0"/>
              </a:spcBef>
              <a:spcAft>
                <a:spcPts val="0"/>
              </a:spcAft>
              <a:buSzPts val="1400"/>
              <a:buNone/>
              <a:defRPr b="0" i="0" sz="1800" u="none" cap="none" strike="noStrike">
                <a:solidFill>
                  <a:schemeClr val="dk2"/>
                </a:solidFill>
              </a:defRPr>
            </a:lvl7pPr>
            <a:lvl8pPr lvl="7" marR="0" rtl="0" algn="l">
              <a:spcBef>
                <a:spcPts val="0"/>
              </a:spcBef>
              <a:spcAft>
                <a:spcPts val="0"/>
              </a:spcAft>
              <a:buSzPts val="1400"/>
              <a:buNone/>
              <a:defRPr b="0" i="0" sz="1800" u="none" cap="none" strike="noStrike">
                <a:solidFill>
                  <a:schemeClr val="dk2"/>
                </a:solidFill>
              </a:defRPr>
            </a:lvl8pPr>
            <a:lvl9pPr lvl="8" marR="0" rtl="0" algn="l">
              <a:spcBef>
                <a:spcPts val="0"/>
              </a:spcBef>
              <a:spcAft>
                <a:spcPts val="0"/>
              </a:spcAft>
              <a:buSzPts val="1400"/>
              <a:buNone/>
              <a:defRPr b="0" i="0" sz="1800" u="none" cap="none" strike="noStrike">
                <a:solidFill>
                  <a:schemeClr val="dk2"/>
                </a:solidFill>
              </a:defRPr>
            </a:lvl9pPr>
          </a:lstStyle>
          <a:p/>
        </p:txBody>
      </p:sp>
      <p:sp>
        <p:nvSpPr>
          <p:cNvPr id="18" name="Google Shape;18;p48"/>
          <p:cNvSpPr txBox="1"/>
          <p:nvPr>
            <p:ph idx="1" type="body"/>
          </p:nvPr>
        </p:nvSpPr>
        <p:spPr>
          <a:xfrm>
            <a:off x="982134" y="1814513"/>
            <a:ext cx="7704666" cy="4624387"/>
          </a:xfrm>
          <a:prstGeom prst="rect">
            <a:avLst/>
          </a:prstGeom>
          <a:noFill/>
          <a:ln>
            <a:noFill/>
          </a:ln>
        </p:spPr>
        <p:txBody>
          <a:bodyPr anchorCtr="0" anchor="ctr" bIns="45700" lIns="91425" spcFirstLastPara="1" rIns="91425" wrap="square" tIns="45700">
            <a:normAutofit/>
          </a:bodyPr>
          <a:lstStyle>
            <a:lvl1pPr indent="-449580" lvl="0" marL="457200" marR="0" rtl="0" algn="l">
              <a:spcBef>
                <a:spcPts val="480"/>
              </a:spcBef>
              <a:spcAft>
                <a:spcPts val="0"/>
              </a:spcAft>
              <a:buClr>
                <a:srgbClr val="366092"/>
              </a:buClr>
              <a:buSzPts val="3480"/>
              <a:buFont typeface="Arial"/>
              <a:buChar char="•"/>
              <a:defRPr b="0" i="0" sz="2400" u="none" cap="none" strike="noStrike">
                <a:solidFill>
                  <a:schemeClr val="dk1"/>
                </a:solidFill>
                <a:latin typeface="Corbel"/>
                <a:ea typeface="Corbel"/>
                <a:cs typeface="Corbel"/>
                <a:sym typeface="Corbel"/>
              </a:defRPr>
            </a:lvl1pPr>
            <a:lvl2pPr indent="-412750" lvl="1" marL="914400" marR="0" rtl="0" algn="l">
              <a:spcBef>
                <a:spcPts val="600"/>
              </a:spcBef>
              <a:spcAft>
                <a:spcPts val="0"/>
              </a:spcAft>
              <a:buClr>
                <a:srgbClr val="366092"/>
              </a:buClr>
              <a:buSzPts val="2900"/>
              <a:buFont typeface="Arial"/>
              <a:buChar char="•"/>
              <a:defRPr b="0" i="0" sz="2000" u="none" cap="none" strike="noStrike">
                <a:solidFill>
                  <a:schemeClr val="dk1"/>
                </a:solidFill>
                <a:latin typeface="Corbel"/>
                <a:ea typeface="Corbel"/>
                <a:cs typeface="Corbel"/>
                <a:sym typeface="Corbel"/>
              </a:defRPr>
            </a:lvl2pPr>
            <a:lvl3pPr indent="-394335" lvl="2" marL="1371600" marR="0" rtl="0" algn="l">
              <a:spcBef>
                <a:spcPts val="600"/>
              </a:spcBef>
              <a:spcAft>
                <a:spcPts val="0"/>
              </a:spcAft>
              <a:buClr>
                <a:srgbClr val="366092"/>
              </a:buClr>
              <a:buSzPts val="2610"/>
              <a:buFont typeface="Arial"/>
              <a:buChar char="•"/>
              <a:defRPr b="0" i="0" sz="1800" u="none" cap="none" strike="noStrike">
                <a:solidFill>
                  <a:schemeClr val="dk1"/>
                </a:solidFill>
                <a:latin typeface="Corbel"/>
                <a:ea typeface="Corbel"/>
                <a:cs typeface="Corbel"/>
                <a:sym typeface="Corbel"/>
              </a:defRPr>
            </a:lvl3pPr>
            <a:lvl4pPr indent="-375919" lvl="3" marL="1828800" marR="0" rtl="0" algn="l">
              <a:spcBef>
                <a:spcPts val="600"/>
              </a:spcBef>
              <a:spcAft>
                <a:spcPts val="0"/>
              </a:spcAft>
              <a:buClr>
                <a:srgbClr val="366092"/>
              </a:buClr>
              <a:buSzPts val="2320"/>
              <a:buFont typeface="Arial"/>
              <a:buChar char="•"/>
              <a:defRPr b="0" i="0" sz="1600" u="none" cap="none" strike="noStrike">
                <a:solidFill>
                  <a:schemeClr val="dk1"/>
                </a:solidFill>
                <a:latin typeface="Corbel"/>
                <a:ea typeface="Corbel"/>
                <a:cs typeface="Corbel"/>
                <a:sym typeface="Corbel"/>
              </a:defRPr>
            </a:lvl4pPr>
            <a:lvl5pPr indent="-357504" lvl="4" marL="2286000" marR="0" rtl="0" algn="l">
              <a:spcBef>
                <a:spcPts val="600"/>
              </a:spcBef>
              <a:spcAft>
                <a:spcPts val="0"/>
              </a:spcAft>
              <a:buClr>
                <a:srgbClr val="366092"/>
              </a:buClr>
              <a:buSzPts val="2030"/>
              <a:buFont typeface="Arial"/>
              <a:buChar char="•"/>
              <a:defRPr b="0" i="0" sz="1400" u="none" cap="none" strike="noStrike">
                <a:solidFill>
                  <a:schemeClr val="dk1"/>
                </a:solidFill>
                <a:latin typeface="Corbel"/>
                <a:ea typeface="Corbel"/>
                <a:cs typeface="Corbel"/>
                <a:sym typeface="Corbel"/>
              </a:defRPr>
            </a:lvl5pPr>
            <a:lvl6pPr indent="-357504" lvl="5" marL="2743200" marR="0" rtl="0" algn="l">
              <a:spcBef>
                <a:spcPts val="600"/>
              </a:spcBef>
              <a:spcAft>
                <a:spcPts val="0"/>
              </a:spcAft>
              <a:buClr>
                <a:srgbClr val="366092"/>
              </a:buClr>
              <a:buSzPts val="2030"/>
              <a:buFont typeface="Arial"/>
              <a:buChar char="•"/>
              <a:defRPr b="0" i="0" sz="1400" u="none" cap="none" strike="noStrike">
                <a:solidFill>
                  <a:schemeClr val="dk1"/>
                </a:solidFill>
                <a:latin typeface="Corbel"/>
                <a:ea typeface="Corbel"/>
                <a:cs typeface="Corbel"/>
                <a:sym typeface="Corbel"/>
              </a:defRPr>
            </a:lvl6pPr>
            <a:lvl7pPr indent="-357504" lvl="6" marL="3200400" marR="0" rtl="0" algn="l">
              <a:spcBef>
                <a:spcPts val="600"/>
              </a:spcBef>
              <a:spcAft>
                <a:spcPts val="0"/>
              </a:spcAft>
              <a:buClr>
                <a:srgbClr val="366092"/>
              </a:buClr>
              <a:buSzPts val="2030"/>
              <a:buFont typeface="Arial"/>
              <a:buChar char="•"/>
              <a:defRPr b="0" i="0" sz="1400" u="none" cap="none" strike="noStrike">
                <a:solidFill>
                  <a:schemeClr val="dk1"/>
                </a:solidFill>
                <a:latin typeface="Corbel"/>
                <a:ea typeface="Corbel"/>
                <a:cs typeface="Corbel"/>
                <a:sym typeface="Corbel"/>
              </a:defRPr>
            </a:lvl7pPr>
            <a:lvl8pPr indent="-357504" lvl="7" marL="3657600" marR="0" rtl="0" algn="l">
              <a:spcBef>
                <a:spcPts val="600"/>
              </a:spcBef>
              <a:spcAft>
                <a:spcPts val="0"/>
              </a:spcAft>
              <a:buClr>
                <a:srgbClr val="366092"/>
              </a:buClr>
              <a:buSzPts val="2030"/>
              <a:buFont typeface="Arial"/>
              <a:buChar char="•"/>
              <a:defRPr b="0" i="0" sz="1400" u="none" cap="none" strike="noStrike">
                <a:solidFill>
                  <a:schemeClr val="dk1"/>
                </a:solidFill>
                <a:latin typeface="Corbel"/>
                <a:ea typeface="Corbel"/>
                <a:cs typeface="Corbel"/>
                <a:sym typeface="Corbel"/>
              </a:defRPr>
            </a:lvl8pPr>
            <a:lvl9pPr indent="-357504" lvl="8" marL="4114800" marR="0" rtl="0" algn="l">
              <a:spcBef>
                <a:spcPts val="600"/>
              </a:spcBef>
              <a:spcAft>
                <a:spcPts val="600"/>
              </a:spcAft>
              <a:buClr>
                <a:srgbClr val="366092"/>
              </a:buClr>
              <a:buSzPts val="2030"/>
              <a:buFont typeface="Arial"/>
              <a:buChar char="•"/>
              <a:defRPr b="0" i="0" sz="1400" u="none" cap="none" strike="noStrike">
                <a:solidFill>
                  <a:schemeClr val="dk1"/>
                </a:solidFill>
                <a:latin typeface="Corbel"/>
                <a:ea typeface="Corbel"/>
                <a:cs typeface="Corbel"/>
                <a:sym typeface="Corbel"/>
              </a:defRPr>
            </a:lvl9pPr>
          </a:lstStyle>
          <a:p/>
        </p:txBody>
      </p:sp>
      <p:sp>
        <p:nvSpPr>
          <p:cNvPr id="19" name="Google Shape;19;p48"/>
          <p:cNvSpPr txBox="1"/>
          <p:nvPr>
            <p:ph idx="10" type="dt"/>
          </p:nvPr>
        </p:nvSpPr>
        <p:spPr>
          <a:xfrm>
            <a:off x="7385364" y="6479247"/>
            <a:ext cx="857473" cy="365125"/>
          </a:xfrm>
          <a:prstGeom prst="rect">
            <a:avLst/>
          </a:prstGeom>
          <a:noFill/>
          <a:ln>
            <a:noFill/>
          </a:ln>
        </p:spPr>
        <p:txBody>
          <a:bodyPr anchorCtr="0" anchor="ctr" bIns="45700" lIns="91425" spcFirstLastPara="1" rIns="91425" wrap="square" tIns="45700">
            <a:noAutofit/>
          </a:bodyPr>
          <a:lstStyle>
            <a:lvl1pPr lvl="0" marR="0" rtl="0" algn="r">
              <a:spcBef>
                <a:spcPts val="0"/>
              </a:spcBef>
              <a:spcAft>
                <a:spcPts val="0"/>
              </a:spcAft>
              <a:buSzPts val="1400"/>
              <a:buNone/>
              <a:defRPr b="0" i="0" sz="1000" u="none" cap="none" strike="noStrike">
                <a:solidFill>
                  <a:schemeClr val="dk1"/>
                </a:solidFill>
                <a:latin typeface="Corbel"/>
                <a:ea typeface="Corbel"/>
                <a:cs typeface="Corbel"/>
                <a:sym typeface="Corbel"/>
              </a:defRPr>
            </a:lvl1pPr>
            <a:lvl2pPr lvl="1"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2pPr>
            <a:lvl3pPr lvl="2"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3pPr>
            <a:lvl4pPr lvl="3"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4pPr>
            <a:lvl5pPr lvl="4"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5pPr>
            <a:lvl6pPr lvl="5"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6pPr>
            <a:lvl7pPr lvl="6"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7pPr>
            <a:lvl8pPr lvl="7"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8pPr>
            <a:lvl9pPr lvl="8"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9pPr>
          </a:lstStyle>
          <a:p/>
        </p:txBody>
      </p:sp>
      <p:sp>
        <p:nvSpPr>
          <p:cNvPr id="20" name="Google Shape;20;p48"/>
          <p:cNvSpPr txBox="1"/>
          <p:nvPr>
            <p:ph idx="11" type="ftr"/>
          </p:nvPr>
        </p:nvSpPr>
        <p:spPr>
          <a:xfrm>
            <a:off x="1130316" y="6492875"/>
            <a:ext cx="6228363"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100" u="none" cap="none" strike="noStrike">
                <a:solidFill>
                  <a:schemeClr val="dk1"/>
                </a:solidFill>
                <a:latin typeface="Corbel"/>
                <a:ea typeface="Corbel"/>
                <a:cs typeface="Corbel"/>
                <a:sym typeface="Corbel"/>
              </a:defRPr>
            </a:lvl1pPr>
            <a:lvl2pPr lvl="1"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2pPr>
            <a:lvl3pPr lvl="2"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3pPr>
            <a:lvl4pPr lvl="3"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4pPr>
            <a:lvl5pPr lvl="4"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5pPr>
            <a:lvl6pPr lvl="5"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6pPr>
            <a:lvl7pPr lvl="6"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7pPr>
            <a:lvl8pPr lvl="7"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8pPr>
            <a:lvl9pPr lvl="8"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9pPr>
          </a:lstStyle>
          <a:p/>
        </p:txBody>
      </p:sp>
      <p:sp>
        <p:nvSpPr>
          <p:cNvPr id="21" name="Google Shape;21;p48"/>
          <p:cNvSpPr txBox="1"/>
          <p:nvPr>
            <p:ph idx="12" type="sldNum"/>
          </p:nvPr>
        </p:nvSpPr>
        <p:spPr>
          <a:xfrm>
            <a:off x="8245608" y="6479246"/>
            <a:ext cx="413483"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000" u="none" cap="none" strike="noStrike">
                <a:solidFill>
                  <a:schemeClr val="dk1"/>
                </a:solidFill>
                <a:latin typeface="Corbel"/>
                <a:ea typeface="Corbel"/>
                <a:cs typeface="Corbel"/>
                <a:sym typeface="Corbel"/>
              </a:defRPr>
            </a:lvl1pPr>
            <a:lvl2pPr indent="0" lvl="1" marL="0" marR="0" rtl="0" algn="r">
              <a:spcBef>
                <a:spcPts val="0"/>
              </a:spcBef>
              <a:buNone/>
              <a:defRPr b="0" i="0" sz="1000" u="none" cap="none" strike="noStrike">
                <a:solidFill>
                  <a:schemeClr val="dk1"/>
                </a:solidFill>
                <a:latin typeface="Corbel"/>
                <a:ea typeface="Corbel"/>
                <a:cs typeface="Corbel"/>
                <a:sym typeface="Corbel"/>
              </a:defRPr>
            </a:lvl2pPr>
            <a:lvl3pPr indent="0" lvl="2" marL="0" marR="0" rtl="0" algn="r">
              <a:spcBef>
                <a:spcPts val="0"/>
              </a:spcBef>
              <a:buNone/>
              <a:defRPr b="0" i="0" sz="1000" u="none" cap="none" strike="noStrike">
                <a:solidFill>
                  <a:schemeClr val="dk1"/>
                </a:solidFill>
                <a:latin typeface="Corbel"/>
                <a:ea typeface="Corbel"/>
                <a:cs typeface="Corbel"/>
                <a:sym typeface="Corbel"/>
              </a:defRPr>
            </a:lvl3pPr>
            <a:lvl4pPr indent="0" lvl="3" marL="0" marR="0" rtl="0" algn="r">
              <a:spcBef>
                <a:spcPts val="0"/>
              </a:spcBef>
              <a:buNone/>
              <a:defRPr b="0" i="0" sz="1000" u="none" cap="none" strike="noStrike">
                <a:solidFill>
                  <a:schemeClr val="dk1"/>
                </a:solidFill>
                <a:latin typeface="Corbel"/>
                <a:ea typeface="Corbel"/>
                <a:cs typeface="Corbel"/>
                <a:sym typeface="Corbel"/>
              </a:defRPr>
            </a:lvl4pPr>
            <a:lvl5pPr indent="0" lvl="4" marL="0" marR="0" rtl="0" algn="r">
              <a:spcBef>
                <a:spcPts val="0"/>
              </a:spcBef>
              <a:buNone/>
              <a:defRPr b="0" i="0" sz="1000" u="none" cap="none" strike="noStrike">
                <a:solidFill>
                  <a:schemeClr val="dk1"/>
                </a:solidFill>
                <a:latin typeface="Corbel"/>
                <a:ea typeface="Corbel"/>
                <a:cs typeface="Corbel"/>
                <a:sym typeface="Corbel"/>
              </a:defRPr>
            </a:lvl5pPr>
            <a:lvl6pPr indent="0" lvl="5" marL="0" marR="0" rtl="0" algn="r">
              <a:spcBef>
                <a:spcPts val="0"/>
              </a:spcBef>
              <a:buNone/>
              <a:defRPr b="0" i="0" sz="1000" u="none" cap="none" strike="noStrike">
                <a:solidFill>
                  <a:schemeClr val="dk1"/>
                </a:solidFill>
                <a:latin typeface="Corbel"/>
                <a:ea typeface="Corbel"/>
                <a:cs typeface="Corbel"/>
                <a:sym typeface="Corbel"/>
              </a:defRPr>
            </a:lvl6pPr>
            <a:lvl7pPr indent="0" lvl="6" marL="0" marR="0" rtl="0" algn="r">
              <a:spcBef>
                <a:spcPts val="0"/>
              </a:spcBef>
              <a:buNone/>
              <a:defRPr b="0" i="0" sz="1000" u="none" cap="none" strike="noStrike">
                <a:solidFill>
                  <a:schemeClr val="dk1"/>
                </a:solidFill>
                <a:latin typeface="Corbel"/>
                <a:ea typeface="Corbel"/>
                <a:cs typeface="Corbel"/>
                <a:sym typeface="Corbel"/>
              </a:defRPr>
            </a:lvl7pPr>
            <a:lvl8pPr indent="0" lvl="7" marL="0" marR="0" rtl="0" algn="r">
              <a:spcBef>
                <a:spcPts val="0"/>
              </a:spcBef>
              <a:buNone/>
              <a:defRPr b="0" i="0" sz="1000" u="none" cap="none" strike="noStrike">
                <a:solidFill>
                  <a:schemeClr val="dk1"/>
                </a:solidFill>
                <a:latin typeface="Corbel"/>
                <a:ea typeface="Corbel"/>
                <a:cs typeface="Corbel"/>
                <a:sym typeface="Corbel"/>
              </a:defRPr>
            </a:lvl8pPr>
            <a:lvl9pPr indent="0" lvl="8" marL="0" marR="0" rtl="0" algn="r">
              <a:spcBef>
                <a:spcPts val="0"/>
              </a:spcBef>
              <a:buNone/>
              <a:defRPr b="0" i="0" sz="1000" u="none" cap="none" strike="noStrike">
                <a:solidFill>
                  <a:schemeClr val="dk1"/>
                </a:solidFill>
                <a:latin typeface="Corbel"/>
                <a:ea typeface="Corbel"/>
                <a:cs typeface="Corbel"/>
                <a:sym typeface="Corbel"/>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2.jp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 Id="rId3" Type="http://schemas.openxmlformats.org/officeDocument/2006/relationships/hyperlink" Target="https://www.tutorialspoint.com/sdlc/sdlc_waterfall_model.htm#:~:text=The%20Waterfall%20model%20is%20the,the%20previous%20phase%20is%20complete." TargetMode="External"/><Relationship Id="rId4" Type="http://schemas.openxmlformats.org/officeDocument/2006/relationships/hyperlink" Target="https://www.geeksforgeeks.org/software-engineering-prototyping-model/" TargetMode="External"/><Relationship Id="rId9" Type="http://schemas.openxmlformats.org/officeDocument/2006/relationships/image" Target="../media/image12.png"/><Relationship Id="rId5" Type="http://schemas.openxmlformats.org/officeDocument/2006/relationships/hyperlink" Target="https://www.tutorialspoint.com/sdlc/sdlc_agile_model.htm" TargetMode="External"/><Relationship Id="rId6" Type="http://schemas.openxmlformats.org/officeDocument/2006/relationships/image" Target="../media/image6.png"/><Relationship Id="rId7" Type="http://schemas.openxmlformats.org/officeDocument/2006/relationships/image" Target="../media/image10.png"/><Relationship Id="rId8" Type="http://schemas.openxmlformats.org/officeDocument/2006/relationships/image" Target="../media/image5.jp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 Id="rId3" Type="http://schemas.openxmlformats.org/officeDocument/2006/relationships/image" Target="../media/image4.png"/><Relationship Id="rId4" Type="http://schemas.openxmlformats.org/officeDocument/2006/relationships/image" Target="../media/image9.jpg"/><Relationship Id="rId5" Type="http://schemas.openxmlformats.org/officeDocument/2006/relationships/image" Target="../media/image3.png"/><Relationship Id="rId6" Type="http://schemas.openxmlformats.org/officeDocument/2006/relationships/image" Target="../media/image7.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 Id="rId3" Type="http://schemas.openxmlformats.org/officeDocument/2006/relationships/image" Target="../media/image12.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 Id="rId3" Type="http://schemas.openxmlformats.org/officeDocument/2006/relationships/image" Target="../media/image8.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4.xml"/><Relationship Id="rId3" Type="http://schemas.openxmlformats.org/officeDocument/2006/relationships/image" Target="../media/image11.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6.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2" name="Shape 152"/>
        <p:cNvGrpSpPr/>
        <p:nvPr/>
      </p:nvGrpSpPr>
      <p:grpSpPr>
        <a:xfrm>
          <a:off x="0" y="0"/>
          <a:ext cx="0" cy="0"/>
          <a:chOff x="0" y="0"/>
          <a:chExt cx="0" cy="0"/>
        </a:xfrm>
      </p:grpSpPr>
      <p:sp>
        <p:nvSpPr>
          <p:cNvPr id="153" name="Google Shape;153;p1"/>
          <p:cNvSpPr txBox="1"/>
          <p:nvPr/>
        </p:nvSpPr>
        <p:spPr>
          <a:xfrm>
            <a:off x="1143000" y="914400"/>
            <a:ext cx="6858000" cy="681251"/>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Clr>
                <a:schemeClr val="accent1"/>
              </a:buClr>
              <a:buSzPts val="2432"/>
              <a:buFont typeface="Noto Sans Symbols"/>
              <a:buNone/>
            </a:pPr>
            <a:r>
              <a:rPr b="1" i="0" lang="en-US" sz="3200" u="none" cap="none" strike="noStrike">
                <a:solidFill>
                  <a:schemeClr val="dk1"/>
                </a:solidFill>
                <a:latin typeface="Corbel"/>
                <a:ea typeface="Corbel"/>
                <a:cs typeface="Corbel"/>
                <a:sym typeface="Corbel"/>
              </a:rPr>
              <a:t>Course ID:</a:t>
            </a:r>
            <a:r>
              <a:rPr b="0" i="0" lang="en-US" sz="3200" u="none" cap="none" strike="noStrike">
                <a:solidFill>
                  <a:schemeClr val="dk1"/>
                </a:solidFill>
                <a:latin typeface="Corbel"/>
                <a:ea typeface="Corbel"/>
                <a:cs typeface="Corbel"/>
                <a:sym typeface="Corbel"/>
              </a:rPr>
              <a:t> CSE - 471</a:t>
            </a:r>
            <a:endParaRPr/>
          </a:p>
          <a:p>
            <a:pPr indent="0" lvl="0" marL="0" marR="0" rtl="0" algn="ctr">
              <a:spcBef>
                <a:spcPts val="0"/>
              </a:spcBef>
              <a:spcAft>
                <a:spcPts val="0"/>
              </a:spcAft>
              <a:buClr>
                <a:schemeClr val="accent1"/>
              </a:buClr>
              <a:buSzPts val="2432"/>
              <a:buFont typeface="Noto Sans Symbols"/>
              <a:buNone/>
            </a:pPr>
            <a:r>
              <a:rPr b="1" i="0" lang="en-US" sz="3200" u="none" cap="none" strike="noStrike">
                <a:solidFill>
                  <a:schemeClr val="dk1"/>
                </a:solidFill>
                <a:latin typeface="Corbel"/>
                <a:ea typeface="Corbel"/>
                <a:cs typeface="Corbel"/>
                <a:sym typeface="Corbel"/>
              </a:rPr>
              <a:t>Course Title:</a:t>
            </a:r>
            <a:r>
              <a:rPr b="0" i="0" lang="en-US" sz="3200" u="none" cap="none" strike="noStrike">
                <a:solidFill>
                  <a:schemeClr val="dk1"/>
                </a:solidFill>
                <a:latin typeface="Corbel"/>
                <a:ea typeface="Corbel"/>
                <a:cs typeface="Corbel"/>
                <a:sym typeface="Corbel"/>
              </a:rPr>
              <a:t> System Analysis and Design</a:t>
            </a:r>
            <a:endParaRPr/>
          </a:p>
        </p:txBody>
      </p:sp>
      <p:sp>
        <p:nvSpPr>
          <p:cNvPr id="154" name="Google Shape;154;p1"/>
          <p:cNvSpPr txBox="1"/>
          <p:nvPr/>
        </p:nvSpPr>
        <p:spPr>
          <a:xfrm>
            <a:off x="1143000" y="2895600"/>
            <a:ext cx="6858000" cy="335280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i="1" lang="en-US" sz="1800" u="sng" cap="none" strike="noStrike">
                <a:solidFill>
                  <a:schemeClr val="dk1"/>
                </a:solidFill>
                <a:latin typeface="Corbel"/>
                <a:ea typeface="Corbel"/>
                <a:cs typeface="Corbel"/>
                <a:sym typeface="Corbel"/>
              </a:rPr>
              <a:t>Course Coordinator:</a:t>
            </a:r>
            <a:br>
              <a:rPr b="0" i="0" lang="en-US" sz="1600" u="none" cap="none" strike="noStrike">
                <a:solidFill>
                  <a:schemeClr val="dk1"/>
                </a:solidFill>
                <a:latin typeface="Corbel"/>
                <a:ea typeface="Corbel"/>
                <a:cs typeface="Corbel"/>
                <a:sym typeface="Corbel"/>
              </a:rPr>
            </a:br>
            <a:br>
              <a:rPr b="0" i="0" lang="en-US" sz="800" u="none" cap="none" strike="noStrike">
                <a:solidFill>
                  <a:schemeClr val="dk1"/>
                </a:solidFill>
                <a:latin typeface="Corbel"/>
                <a:ea typeface="Corbel"/>
                <a:cs typeface="Corbel"/>
                <a:sym typeface="Corbel"/>
              </a:rPr>
            </a:br>
            <a:r>
              <a:rPr b="1" i="0" lang="en-US" sz="1800" u="none" cap="none" strike="noStrike">
                <a:solidFill>
                  <a:schemeClr val="dk1"/>
                </a:solidFill>
                <a:latin typeface="Corbel"/>
                <a:ea typeface="Corbel"/>
                <a:cs typeface="Corbel"/>
                <a:sym typeface="Corbel"/>
              </a:rPr>
              <a:t>Dr. Muhammad Iqbal Hossain</a:t>
            </a:r>
            <a:endParaRPr/>
          </a:p>
          <a:p>
            <a:pPr indent="0" lvl="0" marL="0" marR="0" rtl="0" algn="ctr">
              <a:spcBef>
                <a:spcPts val="0"/>
              </a:spcBef>
              <a:spcAft>
                <a:spcPts val="0"/>
              </a:spcAft>
              <a:buNone/>
            </a:pPr>
            <a:r>
              <a:rPr b="1" i="0" lang="en-US" sz="1800" u="none" cap="none" strike="noStrike">
                <a:solidFill>
                  <a:schemeClr val="dk1"/>
                </a:solidFill>
                <a:latin typeface="Corbel"/>
                <a:ea typeface="Corbel"/>
                <a:cs typeface="Corbel"/>
                <a:sym typeface="Corbel"/>
              </a:rPr>
              <a:t>Assistant professor</a:t>
            </a:r>
            <a:br>
              <a:rPr b="0" i="0" lang="en-US" sz="1600" u="none" cap="none" strike="noStrike">
                <a:solidFill>
                  <a:schemeClr val="dk1"/>
                </a:solidFill>
                <a:latin typeface="Corbel"/>
                <a:ea typeface="Corbel"/>
                <a:cs typeface="Corbel"/>
                <a:sym typeface="Corbel"/>
              </a:rPr>
            </a:br>
            <a:r>
              <a:rPr b="0" i="0" lang="en-US" sz="1600" u="none" cap="none" strike="noStrike">
                <a:solidFill>
                  <a:schemeClr val="dk1"/>
                </a:solidFill>
                <a:latin typeface="Corbel"/>
                <a:ea typeface="Corbel"/>
                <a:cs typeface="Corbel"/>
                <a:sym typeface="Corbel"/>
              </a:rPr>
              <a:t>Department of Computer Science &amp; Engineering</a:t>
            </a:r>
            <a:br>
              <a:rPr b="0" i="0" lang="en-US" sz="1600" u="none" cap="none" strike="noStrike">
                <a:solidFill>
                  <a:schemeClr val="dk1"/>
                </a:solidFill>
                <a:latin typeface="Corbel"/>
                <a:ea typeface="Corbel"/>
                <a:cs typeface="Corbel"/>
                <a:sym typeface="Corbel"/>
              </a:rPr>
            </a:br>
            <a:r>
              <a:rPr b="0" i="0" lang="en-US" sz="1600" u="none" cap="none" strike="noStrike">
                <a:solidFill>
                  <a:schemeClr val="dk1"/>
                </a:solidFill>
                <a:latin typeface="Corbel"/>
                <a:ea typeface="Corbel"/>
                <a:cs typeface="Corbel"/>
                <a:sym typeface="Corbel"/>
              </a:rPr>
              <a:t>BRAC University.</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8" name="Shape 158"/>
        <p:cNvGrpSpPr/>
        <p:nvPr/>
      </p:nvGrpSpPr>
      <p:grpSpPr>
        <a:xfrm>
          <a:off x="0" y="0"/>
          <a:ext cx="0" cy="0"/>
          <a:chOff x="0" y="0"/>
          <a:chExt cx="0" cy="0"/>
        </a:xfrm>
      </p:grpSpPr>
      <p:sp>
        <p:nvSpPr>
          <p:cNvPr id="159" name="Google Shape;159;p2"/>
          <p:cNvSpPr txBox="1"/>
          <p:nvPr>
            <p:ph type="title"/>
          </p:nvPr>
        </p:nvSpPr>
        <p:spPr>
          <a:xfrm>
            <a:off x="982133" y="20472"/>
            <a:ext cx="6561667" cy="1142999"/>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000"/>
              <a:buFont typeface="Corbel"/>
              <a:buNone/>
            </a:pPr>
            <a:r>
              <a:rPr lang="en-US"/>
              <a:t>Guideline for students</a:t>
            </a:r>
            <a:endParaRPr/>
          </a:p>
        </p:txBody>
      </p:sp>
      <p:sp>
        <p:nvSpPr>
          <p:cNvPr id="160" name="Google Shape;160;p2"/>
          <p:cNvSpPr txBox="1"/>
          <p:nvPr>
            <p:ph idx="1" type="body"/>
          </p:nvPr>
        </p:nvSpPr>
        <p:spPr>
          <a:xfrm>
            <a:off x="985881" y="1399553"/>
            <a:ext cx="7857067" cy="4800599"/>
          </a:xfrm>
          <a:prstGeom prst="rect">
            <a:avLst/>
          </a:prstGeom>
          <a:noFill/>
          <a:ln>
            <a:noFill/>
          </a:ln>
        </p:spPr>
        <p:txBody>
          <a:bodyPr anchorCtr="0" anchor="t" bIns="45700" lIns="91425" spcFirstLastPara="1" rIns="91425" wrap="square" tIns="45700">
            <a:normAutofit fontScale="92500"/>
          </a:bodyPr>
          <a:lstStyle/>
          <a:p>
            <a:pPr indent="-285750" lvl="0" marL="285750" rtl="0" algn="l">
              <a:spcBef>
                <a:spcPts val="0"/>
              </a:spcBef>
              <a:spcAft>
                <a:spcPts val="0"/>
              </a:spcAft>
              <a:buSzPct val="145000"/>
              <a:buChar char="•"/>
            </a:pPr>
            <a:r>
              <a:rPr lang="en-US"/>
              <a:t>Every student need to attend the online lectures in every week.</a:t>
            </a:r>
            <a:endParaRPr/>
          </a:p>
          <a:p>
            <a:pPr indent="-285750" lvl="0" marL="285750" rtl="0" algn="l">
              <a:spcBef>
                <a:spcPts val="1044"/>
              </a:spcBef>
              <a:spcAft>
                <a:spcPts val="0"/>
              </a:spcAft>
              <a:buSzPct val="145000"/>
              <a:buChar char="•"/>
            </a:pPr>
            <a:r>
              <a:rPr lang="en-US"/>
              <a:t>While proceeding with the video lectures there might be pop-up quizzes, segment quiz etc. You need to participate in those quizzes to proceed to next lecture. </a:t>
            </a:r>
            <a:r>
              <a:rPr b="1" lang="en-US">
                <a:solidFill>
                  <a:srgbClr val="FF0000"/>
                </a:solidFill>
              </a:rPr>
              <a:t>Please note that these quizzes will be used for evaluation</a:t>
            </a:r>
            <a:r>
              <a:rPr lang="en-US"/>
              <a:t>. So listen the lectures carefully and take the quiz.</a:t>
            </a:r>
            <a:endParaRPr/>
          </a:p>
          <a:p>
            <a:pPr indent="-285750" lvl="0" marL="285750" rtl="0" algn="l">
              <a:spcBef>
                <a:spcPts val="1044"/>
              </a:spcBef>
              <a:spcAft>
                <a:spcPts val="0"/>
              </a:spcAft>
              <a:buSzPct val="145000"/>
              <a:buChar char="•"/>
            </a:pPr>
            <a:r>
              <a:rPr lang="en-US"/>
              <a:t>Faculties will be available ONLINE (google meets) in the class time (according to the USIS) where students can join and discuss different topics, difficulties etc. You will be provided the link. Make sure you have finished the online lecture before joining the class meeting.</a:t>
            </a:r>
            <a:endParaRPr/>
          </a:p>
          <a:p>
            <a:pPr indent="-285750" lvl="0" marL="285750" rtl="0" algn="l">
              <a:spcBef>
                <a:spcPts val="1044"/>
              </a:spcBef>
              <a:spcAft>
                <a:spcPts val="0"/>
              </a:spcAft>
              <a:buSzPct val="145000"/>
              <a:buChar char="•"/>
            </a:pPr>
            <a:r>
              <a:rPr lang="en-US"/>
              <a:t>Assignment needs to be submitted by the provided deadline.</a:t>
            </a:r>
            <a:endParaRPr/>
          </a:p>
          <a:p>
            <a:pPr indent="-81343" lvl="0" marL="285750" rtl="0" algn="l">
              <a:spcBef>
                <a:spcPts val="1044"/>
              </a:spcBef>
              <a:spcAft>
                <a:spcPts val="0"/>
              </a:spcAft>
              <a:buSzPct val="145000"/>
              <a:buNone/>
            </a:pPr>
            <a:r>
              <a:t/>
            </a:r>
            <a:endParaRPr/>
          </a:p>
        </p:txBody>
      </p:sp>
      <p:sp>
        <p:nvSpPr>
          <p:cNvPr id="161" name="Google Shape;161;p2"/>
          <p:cNvSpPr txBox="1"/>
          <p:nvPr>
            <p:ph idx="11" type="ftr"/>
          </p:nvPr>
        </p:nvSpPr>
        <p:spPr>
          <a:xfrm>
            <a:off x="2036739" y="6473298"/>
            <a:ext cx="5314517"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Prepared by: Dr. Muhammad Iqbal Hossain</a:t>
            </a:r>
            <a:endParaRPr/>
          </a:p>
        </p:txBody>
      </p:sp>
      <p:sp>
        <p:nvSpPr>
          <p:cNvPr id="162" name="Google Shape;162;p2"/>
          <p:cNvSpPr txBox="1"/>
          <p:nvPr>
            <p:ph idx="10" type="dt"/>
          </p:nvPr>
        </p:nvSpPr>
        <p:spPr>
          <a:xfrm>
            <a:off x="7401494" y="6492875"/>
            <a:ext cx="857473"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1/25/2021</a:t>
            </a:r>
            <a:endParaRPr/>
          </a:p>
        </p:txBody>
      </p:sp>
      <p:sp>
        <p:nvSpPr>
          <p:cNvPr id="163" name="Google Shape;163;p2"/>
          <p:cNvSpPr txBox="1"/>
          <p:nvPr>
            <p:ph idx="12" type="sldNum"/>
          </p:nvPr>
        </p:nvSpPr>
        <p:spPr>
          <a:xfrm>
            <a:off x="8303106" y="6482881"/>
            <a:ext cx="427833"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7" name="Shape 167"/>
        <p:cNvGrpSpPr/>
        <p:nvPr/>
      </p:nvGrpSpPr>
      <p:grpSpPr>
        <a:xfrm>
          <a:off x="0" y="0"/>
          <a:ext cx="0" cy="0"/>
          <a:chOff x="0" y="0"/>
          <a:chExt cx="0" cy="0"/>
        </a:xfrm>
      </p:grpSpPr>
      <p:sp>
        <p:nvSpPr>
          <p:cNvPr id="168" name="Google Shape;168;p3"/>
          <p:cNvSpPr txBox="1"/>
          <p:nvPr>
            <p:ph type="title"/>
          </p:nvPr>
        </p:nvSpPr>
        <p:spPr>
          <a:xfrm>
            <a:off x="982133" y="457201"/>
            <a:ext cx="6561667" cy="1142999"/>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000"/>
              <a:buFont typeface="Corbel"/>
              <a:buNone/>
            </a:pPr>
            <a:r>
              <a:rPr lang="en-US"/>
              <a:t>Resources</a:t>
            </a:r>
            <a:endParaRPr/>
          </a:p>
        </p:txBody>
      </p:sp>
      <p:sp>
        <p:nvSpPr>
          <p:cNvPr id="169" name="Google Shape;169;p3"/>
          <p:cNvSpPr txBox="1"/>
          <p:nvPr>
            <p:ph idx="1" type="body"/>
          </p:nvPr>
        </p:nvSpPr>
        <p:spPr>
          <a:xfrm>
            <a:off x="982133" y="1600199"/>
            <a:ext cx="7857067" cy="4800599"/>
          </a:xfrm>
          <a:prstGeom prst="rect">
            <a:avLst/>
          </a:prstGeom>
          <a:noFill/>
          <a:ln>
            <a:noFill/>
          </a:ln>
        </p:spPr>
        <p:txBody>
          <a:bodyPr anchorCtr="0" anchor="t" bIns="45700" lIns="91425" spcFirstLastPara="1" rIns="91425" wrap="square" tIns="45700">
            <a:normAutofit/>
          </a:bodyPr>
          <a:lstStyle/>
          <a:p>
            <a:pPr indent="-285750" lvl="0" marL="285750" rtl="0" algn="l">
              <a:spcBef>
                <a:spcPts val="0"/>
              </a:spcBef>
              <a:spcAft>
                <a:spcPts val="0"/>
              </a:spcAft>
              <a:buSzPts val="3480"/>
              <a:buChar char="•"/>
            </a:pPr>
            <a:r>
              <a:rPr lang="en-US"/>
              <a:t>Text book: </a:t>
            </a:r>
            <a:r>
              <a:rPr b="1" lang="en-US"/>
              <a:t>System analysis and design </a:t>
            </a:r>
            <a:r>
              <a:rPr lang="en-US"/>
              <a:t>5</a:t>
            </a:r>
            <a:r>
              <a:rPr baseline="30000" lang="en-US"/>
              <a:t>th</a:t>
            </a:r>
            <a:r>
              <a:rPr lang="en-US"/>
              <a:t> edition, Dennis, Wixom, Roth.</a:t>
            </a:r>
            <a:endParaRPr/>
          </a:p>
          <a:p>
            <a:pPr indent="-285750" lvl="0" marL="285750" rtl="0" algn="l">
              <a:spcBef>
                <a:spcPts val="1080"/>
              </a:spcBef>
              <a:spcAft>
                <a:spcPts val="0"/>
              </a:spcAft>
              <a:buSzPts val="3480"/>
              <a:buChar char="•"/>
            </a:pPr>
            <a:r>
              <a:rPr lang="en-US"/>
              <a:t>Presentation slides</a:t>
            </a:r>
            <a:endParaRPr/>
          </a:p>
          <a:p>
            <a:pPr indent="-285750" lvl="0" marL="285750" rtl="0" algn="l">
              <a:spcBef>
                <a:spcPts val="1080"/>
              </a:spcBef>
              <a:spcAft>
                <a:spcPts val="0"/>
              </a:spcAft>
              <a:buSzPts val="3480"/>
              <a:buChar char="•"/>
            </a:pPr>
            <a:r>
              <a:rPr lang="en-US"/>
              <a:t>Other resources will be shared between the lecture.</a:t>
            </a:r>
            <a:endParaRPr/>
          </a:p>
        </p:txBody>
      </p:sp>
      <p:sp>
        <p:nvSpPr>
          <p:cNvPr id="170" name="Google Shape;170;p3"/>
          <p:cNvSpPr txBox="1"/>
          <p:nvPr>
            <p:ph idx="11" type="ftr"/>
          </p:nvPr>
        </p:nvSpPr>
        <p:spPr>
          <a:xfrm>
            <a:off x="2036739" y="6473298"/>
            <a:ext cx="5314517"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Prepared by: Dr. Muhammad Iqbal Hossain</a:t>
            </a:r>
            <a:endParaRPr/>
          </a:p>
        </p:txBody>
      </p:sp>
      <p:sp>
        <p:nvSpPr>
          <p:cNvPr id="171" name="Google Shape;171;p3"/>
          <p:cNvSpPr txBox="1"/>
          <p:nvPr>
            <p:ph idx="10" type="dt"/>
          </p:nvPr>
        </p:nvSpPr>
        <p:spPr>
          <a:xfrm>
            <a:off x="7401494" y="6492875"/>
            <a:ext cx="857473"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1/25/2021</a:t>
            </a:r>
            <a:endParaRPr/>
          </a:p>
        </p:txBody>
      </p:sp>
      <p:sp>
        <p:nvSpPr>
          <p:cNvPr id="172" name="Google Shape;172;p3"/>
          <p:cNvSpPr txBox="1"/>
          <p:nvPr>
            <p:ph idx="12" type="sldNum"/>
          </p:nvPr>
        </p:nvSpPr>
        <p:spPr>
          <a:xfrm>
            <a:off x="8303106" y="6482881"/>
            <a:ext cx="427833"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7" name="Shape 177"/>
        <p:cNvGrpSpPr/>
        <p:nvPr/>
      </p:nvGrpSpPr>
      <p:grpSpPr>
        <a:xfrm>
          <a:off x="0" y="0"/>
          <a:ext cx="0" cy="0"/>
          <a:chOff x="0" y="0"/>
          <a:chExt cx="0" cy="0"/>
        </a:xfrm>
      </p:grpSpPr>
      <p:sp>
        <p:nvSpPr>
          <p:cNvPr descr="Rectangle: Click to edit Master text styles&#10;Second level&#10;Third level&#10;Fourth level&#10;Fifth level" id="178" name="Google Shape;178;p4"/>
          <p:cNvSpPr txBox="1"/>
          <p:nvPr>
            <p:ph idx="1" type="subTitle"/>
          </p:nvPr>
        </p:nvSpPr>
        <p:spPr>
          <a:xfrm>
            <a:off x="1470025" y="1676400"/>
            <a:ext cx="7673975" cy="3521075"/>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SzPts val="4060"/>
              <a:buNone/>
            </a:pPr>
            <a:r>
              <a:rPr b="1" lang="en-US" sz="2800"/>
              <a:t>Segment 1:</a:t>
            </a:r>
            <a:r>
              <a:rPr lang="en-US" sz="2800"/>
              <a:t>What is System analysis and design</a:t>
            </a:r>
            <a:endParaRPr/>
          </a:p>
          <a:p>
            <a:pPr indent="0" lvl="0" marL="0" rtl="0" algn="l">
              <a:spcBef>
                <a:spcPts val="1160"/>
              </a:spcBef>
              <a:spcAft>
                <a:spcPts val="0"/>
              </a:spcAft>
              <a:buSzPts val="4060"/>
              <a:buNone/>
            </a:pPr>
            <a:r>
              <a:rPr b="1" lang="en-US" sz="2800"/>
              <a:t>Segment 2: </a:t>
            </a:r>
            <a:r>
              <a:rPr lang="en-US" sz="2800"/>
              <a:t>Software lifecycle</a:t>
            </a:r>
            <a:endParaRPr/>
          </a:p>
          <a:p>
            <a:pPr indent="0" lvl="0" marL="0" rtl="0" algn="l">
              <a:spcBef>
                <a:spcPts val="1160"/>
              </a:spcBef>
              <a:spcAft>
                <a:spcPts val="0"/>
              </a:spcAft>
              <a:buSzPts val="4060"/>
              <a:buNone/>
            </a:pPr>
            <a:r>
              <a:rPr b="1" lang="en-US" sz="2800"/>
              <a:t>Segment 3: </a:t>
            </a:r>
            <a:r>
              <a:rPr lang="en-US" sz="2800"/>
              <a:t>DevOps</a:t>
            </a:r>
            <a:endParaRPr/>
          </a:p>
          <a:p>
            <a:pPr indent="0" lvl="0" marL="0" rtl="0" algn="l">
              <a:spcBef>
                <a:spcPts val="1160"/>
              </a:spcBef>
              <a:spcAft>
                <a:spcPts val="0"/>
              </a:spcAft>
              <a:buSzPts val="4060"/>
              <a:buNone/>
            </a:pPr>
            <a:r>
              <a:rPr b="1" lang="en-US" sz="2800"/>
              <a:t>Segment 4: </a:t>
            </a:r>
            <a:r>
              <a:rPr lang="en-US" sz="2800"/>
              <a:t>DevOps (cont.)</a:t>
            </a:r>
            <a:endParaRPr/>
          </a:p>
          <a:p>
            <a:pPr indent="0" lvl="0" marL="0" rtl="0" algn="l">
              <a:spcBef>
                <a:spcPts val="1160"/>
              </a:spcBef>
              <a:spcAft>
                <a:spcPts val="0"/>
              </a:spcAft>
              <a:buSzPts val="4060"/>
              <a:buNone/>
            </a:pPr>
            <a:r>
              <a:rPr b="1" lang="en-US" sz="2800"/>
              <a:t>Segment 5:  </a:t>
            </a:r>
            <a:r>
              <a:rPr lang="en-US" sz="2800"/>
              <a:t>Project Team Roles and Skills</a:t>
            </a:r>
            <a:endParaRPr/>
          </a:p>
        </p:txBody>
      </p:sp>
      <p:sp>
        <p:nvSpPr>
          <p:cNvPr id="179" name="Google Shape;179;p4"/>
          <p:cNvSpPr txBox="1"/>
          <p:nvPr/>
        </p:nvSpPr>
        <p:spPr>
          <a:xfrm>
            <a:off x="982133" y="457201"/>
            <a:ext cx="6561667" cy="914399"/>
          </a:xfrm>
          <a:prstGeom prst="rect">
            <a:avLst/>
          </a:prstGeom>
          <a:noFill/>
          <a:ln>
            <a:noFill/>
          </a:ln>
        </p:spPr>
        <p:txBody>
          <a:bodyPr anchorCtr="0" anchor="b" bIns="45700" lIns="91425" spcFirstLastPara="1" rIns="91425" wrap="square" tIns="45700">
            <a:normAutofit/>
          </a:bodyPr>
          <a:lstStyle/>
          <a:p>
            <a:pPr indent="0" lvl="0" marL="0" marR="0" rtl="0" algn="ctr">
              <a:spcBef>
                <a:spcPts val="0"/>
              </a:spcBef>
              <a:spcAft>
                <a:spcPts val="0"/>
              </a:spcAft>
              <a:buClr>
                <a:schemeClr val="dk1"/>
              </a:buClr>
              <a:buSzPts val="4400"/>
              <a:buFont typeface="Corbel"/>
              <a:buNone/>
            </a:pPr>
            <a:r>
              <a:rPr b="0" i="0" lang="en-US" sz="4400" u="none" cap="none" strike="noStrike">
                <a:solidFill>
                  <a:schemeClr val="dk1"/>
                </a:solidFill>
                <a:latin typeface="Corbel"/>
                <a:ea typeface="Corbel"/>
                <a:cs typeface="Corbel"/>
                <a:sym typeface="Corbel"/>
              </a:rPr>
              <a:t>Lecture 1</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3" name="Shape 183"/>
        <p:cNvGrpSpPr/>
        <p:nvPr/>
      </p:nvGrpSpPr>
      <p:grpSpPr>
        <a:xfrm>
          <a:off x="0" y="0"/>
          <a:ext cx="0" cy="0"/>
          <a:chOff x="0" y="0"/>
          <a:chExt cx="0" cy="0"/>
        </a:xfrm>
      </p:grpSpPr>
      <p:sp>
        <p:nvSpPr>
          <p:cNvPr id="184" name="Google Shape;184;p5"/>
          <p:cNvSpPr txBox="1"/>
          <p:nvPr>
            <p:ph idx="1" type="body"/>
          </p:nvPr>
        </p:nvSpPr>
        <p:spPr>
          <a:xfrm>
            <a:off x="1584613" y="2286000"/>
            <a:ext cx="6218768" cy="914400"/>
          </a:xfrm>
          <a:prstGeom prst="rect">
            <a:avLst/>
          </a:prstGeom>
          <a:noFill/>
          <a:ln>
            <a:noFill/>
          </a:ln>
        </p:spPr>
        <p:txBody>
          <a:bodyPr anchorCtr="0" anchor="t" bIns="45700" lIns="91425" spcFirstLastPara="1" rIns="91425" wrap="square" tIns="45700">
            <a:noAutofit/>
          </a:bodyPr>
          <a:lstStyle/>
          <a:p>
            <a:pPr indent="0" lvl="0" marL="0" rtl="0" algn="ctr">
              <a:spcBef>
                <a:spcPts val="0"/>
              </a:spcBef>
              <a:spcAft>
                <a:spcPts val="0"/>
              </a:spcAft>
              <a:buSzPts val="4640"/>
              <a:buNone/>
            </a:pPr>
            <a:r>
              <a:rPr b="1" lang="en-US" sz="3200"/>
              <a:t>Segment 1</a:t>
            </a:r>
            <a:endParaRPr/>
          </a:p>
          <a:p>
            <a:pPr indent="0" lvl="0" marL="0" rtl="0" algn="ctr">
              <a:spcBef>
                <a:spcPts val="1240"/>
              </a:spcBef>
              <a:spcAft>
                <a:spcPts val="0"/>
              </a:spcAft>
              <a:buSzPts val="4640"/>
              <a:buNone/>
            </a:pPr>
            <a:r>
              <a:rPr lang="en-US" sz="3200"/>
              <a:t>What is System analysis and design</a:t>
            </a:r>
            <a:endParaRPr/>
          </a:p>
          <a:p>
            <a:pPr indent="0" lvl="0" marL="0" rtl="0" algn="ctr">
              <a:spcBef>
                <a:spcPts val="1240"/>
              </a:spcBef>
              <a:spcAft>
                <a:spcPts val="0"/>
              </a:spcAft>
              <a:buSzPts val="4640"/>
              <a:buNone/>
            </a:pPr>
            <a:r>
              <a:t/>
            </a:r>
            <a:endParaRPr sz="3200"/>
          </a:p>
        </p:txBody>
      </p:sp>
      <p:sp>
        <p:nvSpPr>
          <p:cNvPr id="185" name="Google Shape;185;p5"/>
          <p:cNvSpPr txBox="1"/>
          <p:nvPr>
            <p:ph idx="11" type="ftr"/>
          </p:nvPr>
        </p:nvSpPr>
        <p:spPr>
          <a:xfrm>
            <a:off x="2036739" y="6473298"/>
            <a:ext cx="5314517"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Prepared by: Dr. Muhammad Iqbal Hossain</a:t>
            </a:r>
            <a:endParaRPr/>
          </a:p>
        </p:txBody>
      </p:sp>
      <p:sp>
        <p:nvSpPr>
          <p:cNvPr id="186" name="Google Shape;186;p5"/>
          <p:cNvSpPr txBox="1"/>
          <p:nvPr>
            <p:ph idx="10" type="dt"/>
          </p:nvPr>
        </p:nvSpPr>
        <p:spPr>
          <a:xfrm>
            <a:off x="7401494" y="6492875"/>
            <a:ext cx="857473"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1/25/2021</a:t>
            </a:r>
            <a:endParaRPr/>
          </a:p>
        </p:txBody>
      </p:sp>
      <p:sp>
        <p:nvSpPr>
          <p:cNvPr id="187" name="Google Shape;187;p5"/>
          <p:cNvSpPr txBox="1"/>
          <p:nvPr>
            <p:ph idx="12" type="sldNum"/>
          </p:nvPr>
        </p:nvSpPr>
        <p:spPr>
          <a:xfrm>
            <a:off x="8303106" y="6482881"/>
            <a:ext cx="427833"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1" name="Shape 191"/>
        <p:cNvGrpSpPr/>
        <p:nvPr/>
      </p:nvGrpSpPr>
      <p:grpSpPr>
        <a:xfrm>
          <a:off x="0" y="0"/>
          <a:ext cx="0" cy="0"/>
          <a:chOff x="0" y="0"/>
          <a:chExt cx="0" cy="0"/>
        </a:xfrm>
      </p:grpSpPr>
      <p:sp>
        <p:nvSpPr>
          <p:cNvPr id="192" name="Google Shape;192;p6"/>
          <p:cNvSpPr txBox="1"/>
          <p:nvPr>
            <p:ph type="title"/>
          </p:nvPr>
        </p:nvSpPr>
        <p:spPr>
          <a:xfrm>
            <a:off x="946150" y="365125"/>
            <a:ext cx="7269163" cy="777875"/>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000"/>
              <a:buFont typeface="Corbel"/>
              <a:buNone/>
            </a:pPr>
            <a:r>
              <a:rPr b="1" lang="en-US"/>
              <a:t>Information System</a:t>
            </a:r>
            <a:endParaRPr/>
          </a:p>
        </p:txBody>
      </p:sp>
      <p:sp>
        <p:nvSpPr>
          <p:cNvPr descr="Rectangle: Click to edit Master text styles&#10;Second level&#10;Third level&#10;Fourth level&#10;Fifth level" id="193" name="Google Shape;193;p6"/>
          <p:cNvSpPr txBox="1"/>
          <p:nvPr>
            <p:ph idx="1" type="body"/>
          </p:nvPr>
        </p:nvSpPr>
        <p:spPr>
          <a:xfrm>
            <a:off x="946150" y="1820863"/>
            <a:ext cx="7881938" cy="4351337"/>
          </a:xfrm>
          <a:prstGeom prst="rect">
            <a:avLst/>
          </a:prstGeom>
          <a:noFill/>
          <a:ln>
            <a:noFill/>
          </a:ln>
        </p:spPr>
        <p:txBody>
          <a:bodyPr anchorCtr="0" anchor="t" bIns="45700" lIns="91425" spcFirstLastPara="1" rIns="91425" wrap="square" tIns="45700">
            <a:normAutofit/>
          </a:bodyPr>
          <a:lstStyle/>
          <a:p>
            <a:pPr indent="-294640" lvl="0" marL="182880" rtl="0" algn="just">
              <a:spcBef>
                <a:spcPts val="0"/>
              </a:spcBef>
              <a:spcAft>
                <a:spcPts val="0"/>
              </a:spcAft>
              <a:buSzPts val="4640"/>
              <a:buChar char="•"/>
            </a:pPr>
            <a:r>
              <a:rPr lang="en-US" sz="3200"/>
              <a:t>Information systems are software applications which manage large amounts of data, share information etc.</a:t>
            </a:r>
            <a:endParaRPr/>
          </a:p>
          <a:p>
            <a:pPr indent="-294640" lvl="0" marL="182880" rtl="0" algn="just">
              <a:spcBef>
                <a:spcPts val="1240"/>
              </a:spcBef>
              <a:spcAft>
                <a:spcPts val="0"/>
              </a:spcAft>
              <a:buSzPts val="4640"/>
              <a:buChar char="•"/>
            </a:pPr>
            <a:r>
              <a:rPr lang="en-US" sz="3200"/>
              <a:t>Most of the software out there is information systems software, </a:t>
            </a:r>
            <a:endParaRPr/>
          </a:p>
          <a:p>
            <a:pPr indent="-294640" lvl="1" marL="742950" rtl="0" algn="just">
              <a:spcBef>
                <a:spcPts val="1240"/>
              </a:spcBef>
              <a:spcAft>
                <a:spcPts val="0"/>
              </a:spcAft>
              <a:buSzPts val="4640"/>
              <a:buChar char="•"/>
            </a:pPr>
            <a:r>
              <a:rPr lang="en-US" sz="3200">
                <a:solidFill>
                  <a:srgbClr val="262626"/>
                </a:solidFill>
              </a:rPr>
              <a:t>written in languages such as Java, C++, .NET and the like.</a:t>
            </a:r>
            <a:endParaRPr/>
          </a:p>
          <a:p>
            <a:pPr indent="0" lvl="0" marL="182880" rtl="0" algn="just">
              <a:spcBef>
                <a:spcPts val="1240"/>
              </a:spcBef>
              <a:spcAft>
                <a:spcPts val="0"/>
              </a:spcAft>
              <a:buSzPts val="4640"/>
              <a:buNone/>
            </a:pPr>
            <a:r>
              <a:t/>
            </a:r>
            <a:endParaRPr sz="3200"/>
          </a:p>
        </p:txBody>
      </p:sp>
      <p:sp>
        <p:nvSpPr>
          <p:cNvPr id="194" name="Google Shape;194;p6"/>
          <p:cNvSpPr txBox="1"/>
          <p:nvPr>
            <p:ph idx="11" type="ftr"/>
          </p:nvPr>
        </p:nvSpPr>
        <p:spPr>
          <a:xfrm>
            <a:off x="2036739" y="6473298"/>
            <a:ext cx="5314517"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Prepared by: Dr. Muhammad Iqbal Hossain</a:t>
            </a:r>
            <a:endParaRPr/>
          </a:p>
        </p:txBody>
      </p:sp>
      <p:sp>
        <p:nvSpPr>
          <p:cNvPr id="195" name="Google Shape;195;p6"/>
          <p:cNvSpPr txBox="1"/>
          <p:nvPr>
            <p:ph idx="10" type="dt"/>
          </p:nvPr>
        </p:nvSpPr>
        <p:spPr>
          <a:xfrm>
            <a:off x="7401494" y="6492875"/>
            <a:ext cx="857473"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1/25/2021</a:t>
            </a:r>
            <a:endParaRPr/>
          </a:p>
        </p:txBody>
      </p:sp>
      <p:sp>
        <p:nvSpPr>
          <p:cNvPr id="196" name="Google Shape;196;p6"/>
          <p:cNvSpPr txBox="1"/>
          <p:nvPr>
            <p:ph idx="12" type="sldNum"/>
          </p:nvPr>
        </p:nvSpPr>
        <p:spPr>
          <a:xfrm>
            <a:off x="8303106" y="6482881"/>
            <a:ext cx="427833"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1" name="Shape 201"/>
        <p:cNvGrpSpPr/>
        <p:nvPr/>
      </p:nvGrpSpPr>
      <p:grpSpPr>
        <a:xfrm>
          <a:off x="0" y="0"/>
          <a:ext cx="0" cy="0"/>
          <a:chOff x="0" y="0"/>
          <a:chExt cx="0" cy="0"/>
        </a:xfrm>
      </p:grpSpPr>
      <p:sp>
        <p:nvSpPr>
          <p:cNvPr id="202" name="Google Shape;202;p7"/>
          <p:cNvSpPr txBox="1"/>
          <p:nvPr>
            <p:ph type="title"/>
          </p:nvPr>
        </p:nvSpPr>
        <p:spPr>
          <a:xfrm>
            <a:off x="944684" y="-94042"/>
            <a:ext cx="7772400" cy="13257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3600"/>
              <a:buFont typeface="Corbel"/>
              <a:buNone/>
            </a:pPr>
            <a:r>
              <a:rPr b="1" lang="en-US" sz="3600"/>
              <a:t>Components of IS</a:t>
            </a:r>
            <a:endParaRPr/>
          </a:p>
        </p:txBody>
      </p:sp>
      <p:sp>
        <p:nvSpPr>
          <p:cNvPr id="203" name="Google Shape;203;p7"/>
          <p:cNvSpPr txBox="1"/>
          <p:nvPr>
            <p:ph idx="1" type="body"/>
          </p:nvPr>
        </p:nvSpPr>
        <p:spPr>
          <a:xfrm>
            <a:off x="944664" y="825950"/>
            <a:ext cx="7772400" cy="4351200"/>
          </a:xfrm>
          <a:prstGeom prst="rect">
            <a:avLst/>
          </a:prstGeom>
          <a:noFill/>
          <a:ln>
            <a:noFill/>
          </a:ln>
        </p:spPr>
        <p:txBody>
          <a:bodyPr anchorCtr="0" anchor="t" bIns="45700" lIns="91425" spcFirstLastPara="1" rIns="91425" wrap="square" tIns="45700">
            <a:noAutofit/>
          </a:bodyPr>
          <a:lstStyle/>
          <a:p>
            <a:pPr indent="-220980" lvl="0" marL="182880" rtl="0" algn="just">
              <a:spcBef>
                <a:spcPts val="0"/>
              </a:spcBef>
              <a:spcAft>
                <a:spcPts val="0"/>
              </a:spcAft>
              <a:buSzPts val="3480"/>
              <a:buChar char="•"/>
            </a:pPr>
            <a:r>
              <a:rPr lang="en-US"/>
              <a:t>Hardware- these are the devices like the monitor, processor, printer and keyboard, all of which work together to accept, process, show data and information.</a:t>
            </a:r>
            <a:endParaRPr/>
          </a:p>
          <a:p>
            <a:pPr indent="-220980" lvl="0" marL="182880" rtl="0" algn="just">
              <a:spcBef>
                <a:spcPts val="1080"/>
              </a:spcBef>
              <a:spcAft>
                <a:spcPts val="0"/>
              </a:spcAft>
              <a:buSzPts val="3480"/>
              <a:buChar char="•"/>
            </a:pPr>
            <a:r>
              <a:rPr lang="en-US"/>
              <a:t>Software- are the programs that allow the hardware to process the data.</a:t>
            </a:r>
            <a:endParaRPr/>
          </a:p>
          <a:p>
            <a:pPr indent="-220980" lvl="0" marL="182880" rtl="0" algn="just">
              <a:spcBef>
                <a:spcPts val="1080"/>
              </a:spcBef>
              <a:spcAft>
                <a:spcPts val="0"/>
              </a:spcAft>
              <a:buSzPts val="3480"/>
              <a:buChar char="•"/>
            </a:pPr>
            <a:r>
              <a:rPr lang="en-US"/>
              <a:t>Databases- are the gathering of associated files or tables containing related data.</a:t>
            </a:r>
            <a:endParaRPr/>
          </a:p>
          <a:p>
            <a:pPr indent="-220980" lvl="0" marL="182880" rtl="0" algn="just">
              <a:spcBef>
                <a:spcPts val="1080"/>
              </a:spcBef>
              <a:spcAft>
                <a:spcPts val="0"/>
              </a:spcAft>
              <a:buSzPts val="3480"/>
              <a:buChar char="•"/>
            </a:pPr>
            <a:r>
              <a:rPr lang="en-US"/>
              <a:t>Networks- are a connecting system that allows diverse computers to distribute resources.</a:t>
            </a:r>
            <a:endParaRPr/>
          </a:p>
          <a:p>
            <a:pPr indent="-220980" lvl="0" marL="182880" rtl="0" algn="just">
              <a:spcBef>
                <a:spcPts val="1080"/>
              </a:spcBef>
              <a:spcAft>
                <a:spcPts val="0"/>
              </a:spcAft>
              <a:buSzPts val="3480"/>
              <a:buChar char="•"/>
            </a:pPr>
            <a:r>
              <a:rPr lang="en-US"/>
              <a:t>Procedures- are the commands for combining the components above to process information and produce the preferred output.</a:t>
            </a:r>
            <a:endParaRPr/>
          </a:p>
        </p:txBody>
      </p:sp>
      <p:sp>
        <p:nvSpPr>
          <p:cNvPr id="204" name="Google Shape;204;p7"/>
          <p:cNvSpPr txBox="1"/>
          <p:nvPr>
            <p:ph idx="11" type="ftr"/>
          </p:nvPr>
        </p:nvSpPr>
        <p:spPr>
          <a:xfrm>
            <a:off x="2036739" y="6473298"/>
            <a:ext cx="5314517"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Prepared by: Dr. Muhammad Iqbal Hossain</a:t>
            </a:r>
            <a:endParaRPr/>
          </a:p>
        </p:txBody>
      </p:sp>
      <p:sp>
        <p:nvSpPr>
          <p:cNvPr id="205" name="Google Shape;205;p7"/>
          <p:cNvSpPr txBox="1"/>
          <p:nvPr>
            <p:ph idx="10" type="dt"/>
          </p:nvPr>
        </p:nvSpPr>
        <p:spPr>
          <a:xfrm>
            <a:off x="7401494" y="6492875"/>
            <a:ext cx="857473"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1/25/2021</a:t>
            </a:r>
            <a:endParaRPr/>
          </a:p>
        </p:txBody>
      </p:sp>
      <p:sp>
        <p:nvSpPr>
          <p:cNvPr id="206" name="Google Shape;206;p7"/>
          <p:cNvSpPr txBox="1"/>
          <p:nvPr>
            <p:ph idx="12" type="sldNum"/>
          </p:nvPr>
        </p:nvSpPr>
        <p:spPr>
          <a:xfrm>
            <a:off x="8303106" y="6482881"/>
            <a:ext cx="427833"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1" name="Shape 211"/>
        <p:cNvGrpSpPr/>
        <p:nvPr/>
      </p:nvGrpSpPr>
      <p:grpSpPr>
        <a:xfrm>
          <a:off x="0" y="0"/>
          <a:ext cx="0" cy="0"/>
          <a:chOff x="0" y="0"/>
          <a:chExt cx="0" cy="0"/>
        </a:xfrm>
      </p:grpSpPr>
      <p:sp>
        <p:nvSpPr>
          <p:cNvPr id="212" name="Google Shape;212;p8"/>
          <p:cNvSpPr txBox="1"/>
          <p:nvPr>
            <p:ph type="title"/>
          </p:nvPr>
        </p:nvSpPr>
        <p:spPr>
          <a:xfrm>
            <a:off x="571500" y="373063"/>
            <a:ext cx="7269163" cy="777875"/>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000"/>
              <a:buFont typeface="Corbel"/>
              <a:buNone/>
            </a:pPr>
            <a:r>
              <a:rPr b="1" lang="en-US"/>
              <a:t>Software Horror Stories</a:t>
            </a:r>
            <a:endParaRPr/>
          </a:p>
        </p:txBody>
      </p:sp>
      <p:sp>
        <p:nvSpPr>
          <p:cNvPr descr="Rectangle: Click to edit Master text styles&#10;Second level&#10;Third level&#10;Fourth level&#10;Fifth level" id="213" name="Google Shape;213;p8"/>
          <p:cNvSpPr txBox="1"/>
          <p:nvPr>
            <p:ph idx="1" type="body"/>
          </p:nvPr>
        </p:nvSpPr>
        <p:spPr>
          <a:xfrm>
            <a:off x="990600" y="1600200"/>
            <a:ext cx="8001000" cy="4495800"/>
          </a:xfrm>
          <a:prstGeom prst="rect">
            <a:avLst/>
          </a:prstGeom>
          <a:noFill/>
          <a:ln>
            <a:noFill/>
          </a:ln>
        </p:spPr>
        <p:txBody>
          <a:bodyPr anchorCtr="0" anchor="t" bIns="45700" lIns="91425" spcFirstLastPara="1" rIns="91425" wrap="square" tIns="45700">
            <a:noAutofit/>
          </a:bodyPr>
          <a:lstStyle/>
          <a:p>
            <a:pPr indent="-220980" lvl="0" marL="182880" rtl="0" algn="just">
              <a:lnSpc>
                <a:spcPct val="80000"/>
              </a:lnSpc>
              <a:spcBef>
                <a:spcPts val="0"/>
              </a:spcBef>
              <a:spcAft>
                <a:spcPts val="0"/>
              </a:spcAft>
              <a:buSzPts val="3480"/>
              <a:buChar char="•"/>
            </a:pPr>
            <a:r>
              <a:rPr lang="en-US">
                <a:solidFill>
                  <a:srgbClr val="FF0000"/>
                </a:solidFill>
                <a:latin typeface="Corbel"/>
                <a:ea typeface="Corbel"/>
                <a:cs typeface="Corbel"/>
                <a:sym typeface="Corbel"/>
              </a:rPr>
              <a:t>Bank of America</a:t>
            </a:r>
            <a:r>
              <a:rPr lang="en-US">
                <a:latin typeface="Corbel"/>
                <a:ea typeface="Corbel"/>
                <a:cs typeface="Corbel"/>
                <a:sym typeface="Corbel"/>
              </a:rPr>
              <a:t> spent $23,000,000 on a 5-year project to develop a new accounting system. Spent over $60,000,000 trying to make new system work, finally abandoned it. Loss of business estimated in excess of $1,000,000,000</a:t>
            </a:r>
            <a:endParaRPr/>
          </a:p>
          <a:p>
            <a:pPr indent="0" lvl="0" marL="182880" rtl="0" algn="just">
              <a:lnSpc>
                <a:spcPct val="80000"/>
              </a:lnSpc>
              <a:spcBef>
                <a:spcPts val="1080"/>
              </a:spcBef>
              <a:spcAft>
                <a:spcPts val="0"/>
              </a:spcAft>
              <a:buSzPts val="3480"/>
              <a:buNone/>
            </a:pPr>
            <a:r>
              <a:t/>
            </a:r>
            <a:endParaRPr>
              <a:latin typeface="Corbel"/>
              <a:ea typeface="Corbel"/>
              <a:cs typeface="Corbel"/>
              <a:sym typeface="Corbel"/>
            </a:endParaRPr>
          </a:p>
          <a:p>
            <a:pPr indent="-220980" lvl="0" marL="182880" rtl="0" algn="just">
              <a:lnSpc>
                <a:spcPct val="80000"/>
              </a:lnSpc>
              <a:spcBef>
                <a:spcPts val="1080"/>
              </a:spcBef>
              <a:spcAft>
                <a:spcPts val="0"/>
              </a:spcAft>
              <a:buSzPts val="3480"/>
              <a:buChar char="•"/>
            </a:pPr>
            <a:r>
              <a:rPr lang="en-US">
                <a:solidFill>
                  <a:srgbClr val="FF0000"/>
                </a:solidFill>
                <a:latin typeface="Corbel"/>
                <a:ea typeface="Corbel"/>
                <a:cs typeface="Corbel"/>
                <a:sym typeface="Corbel"/>
              </a:rPr>
              <a:t>The B1 Bomber</a:t>
            </a:r>
            <a:r>
              <a:rPr lang="en-US">
                <a:latin typeface="Corbel"/>
                <a:ea typeface="Corbel"/>
                <a:cs typeface="Corbel"/>
                <a:sym typeface="Corbel"/>
              </a:rPr>
              <a:t> required an additional $1,000,000,000 to improve its air defense software, but the software still isn’t working to specification</a:t>
            </a:r>
            <a:endParaRPr/>
          </a:p>
          <a:p>
            <a:pPr indent="0" lvl="0" marL="182880" rtl="0" algn="just">
              <a:lnSpc>
                <a:spcPct val="80000"/>
              </a:lnSpc>
              <a:spcBef>
                <a:spcPts val="1080"/>
              </a:spcBef>
              <a:spcAft>
                <a:spcPts val="0"/>
              </a:spcAft>
              <a:buSzPts val="3480"/>
              <a:buNone/>
            </a:pPr>
            <a:r>
              <a:t/>
            </a:r>
            <a:endParaRPr>
              <a:latin typeface="Corbel"/>
              <a:ea typeface="Corbel"/>
              <a:cs typeface="Corbel"/>
              <a:sym typeface="Corbel"/>
            </a:endParaRPr>
          </a:p>
          <a:p>
            <a:pPr indent="-220980" lvl="0" marL="182880" rtl="0" algn="just">
              <a:lnSpc>
                <a:spcPct val="80000"/>
              </a:lnSpc>
              <a:spcBef>
                <a:spcPts val="1080"/>
              </a:spcBef>
              <a:spcAft>
                <a:spcPts val="0"/>
              </a:spcAft>
              <a:buSzPts val="3480"/>
              <a:buChar char="•"/>
            </a:pPr>
            <a:r>
              <a:rPr lang="en-US">
                <a:solidFill>
                  <a:srgbClr val="FF0000"/>
                </a:solidFill>
                <a:latin typeface="Corbel"/>
                <a:ea typeface="Corbel"/>
                <a:cs typeface="Corbel"/>
                <a:sym typeface="Corbel"/>
              </a:rPr>
              <a:t>Ariane 5, Flight 501 </a:t>
            </a:r>
            <a:r>
              <a:rPr lang="en-US" sz="2400">
                <a:solidFill>
                  <a:srgbClr val="262626"/>
                </a:solidFill>
                <a:latin typeface="Corbel"/>
                <a:ea typeface="Corbel"/>
                <a:cs typeface="Corbel"/>
                <a:sym typeface="Corbel"/>
              </a:rPr>
              <a:t>The loss of a $500,000,000 spacecraft was ultimately attributed to errors in requirements, specifications and inadequate software reuse practices.</a:t>
            </a:r>
            <a:endParaRPr/>
          </a:p>
          <a:p>
            <a:pPr indent="0" lvl="0" marL="182880" rtl="0" algn="just">
              <a:spcBef>
                <a:spcPts val="1080"/>
              </a:spcBef>
              <a:spcAft>
                <a:spcPts val="0"/>
              </a:spcAft>
              <a:buSzPts val="3480"/>
              <a:buNone/>
            </a:pPr>
            <a:r>
              <a:t/>
            </a:r>
            <a:endParaRPr>
              <a:latin typeface="Corbel"/>
              <a:ea typeface="Corbel"/>
              <a:cs typeface="Corbel"/>
              <a:sym typeface="Corbel"/>
            </a:endParaRPr>
          </a:p>
        </p:txBody>
      </p:sp>
      <p:sp>
        <p:nvSpPr>
          <p:cNvPr id="214" name="Google Shape;214;p8"/>
          <p:cNvSpPr txBox="1"/>
          <p:nvPr>
            <p:ph idx="11" type="ftr"/>
          </p:nvPr>
        </p:nvSpPr>
        <p:spPr>
          <a:xfrm>
            <a:off x="2036739" y="6473298"/>
            <a:ext cx="5314517"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Prepared by: Dr. Muhammad Iqbal Hossain</a:t>
            </a:r>
            <a:endParaRPr/>
          </a:p>
        </p:txBody>
      </p:sp>
      <p:sp>
        <p:nvSpPr>
          <p:cNvPr id="215" name="Google Shape;215;p8"/>
          <p:cNvSpPr txBox="1"/>
          <p:nvPr>
            <p:ph idx="10" type="dt"/>
          </p:nvPr>
        </p:nvSpPr>
        <p:spPr>
          <a:xfrm>
            <a:off x="7401494" y="6492875"/>
            <a:ext cx="857473"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1/25/2021</a:t>
            </a:r>
            <a:endParaRPr/>
          </a:p>
        </p:txBody>
      </p:sp>
      <p:sp>
        <p:nvSpPr>
          <p:cNvPr id="216" name="Google Shape;216;p8"/>
          <p:cNvSpPr txBox="1"/>
          <p:nvPr>
            <p:ph idx="12" type="sldNum"/>
          </p:nvPr>
        </p:nvSpPr>
        <p:spPr>
          <a:xfrm>
            <a:off x="8303106" y="6482881"/>
            <a:ext cx="427833"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0" name="Shape 220"/>
        <p:cNvGrpSpPr/>
        <p:nvPr/>
      </p:nvGrpSpPr>
      <p:grpSpPr>
        <a:xfrm>
          <a:off x="0" y="0"/>
          <a:ext cx="0" cy="0"/>
          <a:chOff x="0" y="0"/>
          <a:chExt cx="0" cy="0"/>
        </a:xfrm>
      </p:grpSpPr>
      <p:sp>
        <p:nvSpPr>
          <p:cNvPr id="221" name="Google Shape;221;p9"/>
          <p:cNvSpPr txBox="1"/>
          <p:nvPr>
            <p:ph type="title"/>
          </p:nvPr>
        </p:nvSpPr>
        <p:spPr>
          <a:xfrm>
            <a:off x="946150" y="365125"/>
            <a:ext cx="7269163" cy="930275"/>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000"/>
              <a:buFont typeface="Corbel"/>
              <a:buNone/>
            </a:pPr>
            <a:r>
              <a:rPr lang="en-US"/>
              <a:t>The Bad News</a:t>
            </a:r>
            <a:endParaRPr/>
          </a:p>
        </p:txBody>
      </p:sp>
      <p:sp>
        <p:nvSpPr>
          <p:cNvPr descr="Rectangle: Click to edit Master text styles&#10;Second level&#10;Third level&#10;Fourth level&#10;Fifth level" id="222" name="Google Shape;222;p9"/>
          <p:cNvSpPr txBox="1"/>
          <p:nvPr>
            <p:ph idx="1" type="body"/>
          </p:nvPr>
        </p:nvSpPr>
        <p:spPr>
          <a:xfrm>
            <a:off x="1049422" y="1600200"/>
            <a:ext cx="7467600" cy="4351338"/>
          </a:xfrm>
          <a:prstGeom prst="rect">
            <a:avLst/>
          </a:prstGeom>
          <a:noFill/>
          <a:ln>
            <a:noFill/>
          </a:ln>
        </p:spPr>
        <p:txBody>
          <a:bodyPr anchorCtr="0" anchor="t" bIns="45700" lIns="91425" spcFirstLastPara="1" rIns="91425" wrap="square" tIns="45700">
            <a:noAutofit/>
          </a:bodyPr>
          <a:lstStyle/>
          <a:p>
            <a:pPr indent="-220980" lvl="0" marL="182880" rtl="0" algn="l">
              <a:spcBef>
                <a:spcPts val="0"/>
              </a:spcBef>
              <a:spcAft>
                <a:spcPts val="0"/>
              </a:spcAft>
              <a:buSzPts val="3480"/>
              <a:buChar char="•"/>
            </a:pPr>
            <a:r>
              <a:rPr lang="en-US" sz="2400"/>
              <a:t>30% of large IT projects are </a:t>
            </a:r>
            <a:r>
              <a:rPr b="1" lang="en-US" sz="2400"/>
              <a:t>cancelled</a:t>
            </a:r>
            <a:r>
              <a:rPr lang="en-US" sz="2400"/>
              <a:t> before completion</a:t>
            </a:r>
            <a:endParaRPr/>
          </a:p>
          <a:p>
            <a:pPr indent="-220980" lvl="0" marL="182880" rtl="0" algn="l">
              <a:spcBef>
                <a:spcPts val="1080"/>
              </a:spcBef>
              <a:spcAft>
                <a:spcPts val="0"/>
              </a:spcAft>
              <a:buSzPts val="3480"/>
              <a:buChar char="•"/>
            </a:pPr>
            <a:r>
              <a:rPr lang="en-US" sz="2400"/>
              <a:t>50% of IT projects are </a:t>
            </a:r>
            <a:r>
              <a:rPr b="1" lang="en-US" sz="2400"/>
              <a:t>over-budget </a:t>
            </a:r>
            <a:r>
              <a:rPr lang="en-US" sz="2400"/>
              <a:t>by more than 200%</a:t>
            </a:r>
            <a:endParaRPr/>
          </a:p>
          <a:p>
            <a:pPr indent="-220980" lvl="0" marL="182880" rtl="0" algn="l">
              <a:spcBef>
                <a:spcPts val="1080"/>
              </a:spcBef>
              <a:spcAft>
                <a:spcPts val="0"/>
              </a:spcAft>
              <a:buSzPts val="3480"/>
              <a:buChar char="•"/>
            </a:pPr>
            <a:r>
              <a:rPr lang="en-US" sz="2400"/>
              <a:t>The majority of completed projects deliver </a:t>
            </a:r>
            <a:r>
              <a:rPr i="1" lang="en-US" sz="2400"/>
              <a:t>60% or less of prescribed functionality</a:t>
            </a:r>
            <a:endParaRPr/>
          </a:p>
          <a:p>
            <a:pPr indent="-220980" lvl="0" marL="182880" rtl="0" algn="l">
              <a:spcBef>
                <a:spcPts val="1080"/>
              </a:spcBef>
              <a:spcAft>
                <a:spcPts val="0"/>
              </a:spcAft>
              <a:buSzPts val="3480"/>
              <a:buChar char="•"/>
            </a:pPr>
            <a:r>
              <a:rPr lang="en-US" sz="2400"/>
              <a:t>Many delivered information systems are </a:t>
            </a:r>
            <a:r>
              <a:rPr b="1" lang="en-US" sz="2400"/>
              <a:t>under-used</a:t>
            </a:r>
            <a:r>
              <a:rPr lang="en-US" sz="2400"/>
              <a:t> because they don’t meet user needs and/or expectations</a:t>
            </a:r>
            <a:endParaRPr/>
          </a:p>
          <a:p>
            <a:pPr indent="-220980" lvl="0" marL="182880" rtl="0" algn="l">
              <a:spcBef>
                <a:spcPts val="1080"/>
              </a:spcBef>
              <a:spcAft>
                <a:spcPts val="0"/>
              </a:spcAft>
              <a:buSzPts val="3480"/>
              <a:buChar char="•"/>
            </a:pPr>
            <a:r>
              <a:rPr lang="en-US" sz="2400"/>
              <a:t>Legacy systems are a serious and growing </a:t>
            </a:r>
            <a:r>
              <a:rPr b="1" lang="en-US" sz="2400"/>
              <a:t>bottleneck</a:t>
            </a:r>
            <a:r>
              <a:rPr lang="en-US" sz="2400"/>
              <a:t> to organizational evolution</a:t>
            </a:r>
            <a:endParaRPr/>
          </a:p>
          <a:p>
            <a:pPr indent="0" lvl="0" marL="182880" rtl="0" algn="l">
              <a:spcBef>
                <a:spcPts val="1080"/>
              </a:spcBef>
              <a:spcAft>
                <a:spcPts val="0"/>
              </a:spcAft>
              <a:buSzPts val="3480"/>
              <a:buNone/>
            </a:pPr>
            <a:r>
              <a:t/>
            </a:r>
            <a:endParaRPr sz="2400"/>
          </a:p>
        </p:txBody>
      </p:sp>
      <p:sp>
        <p:nvSpPr>
          <p:cNvPr id="223" name="Google Shape;223;p9"/>
          <p:cNvSpPr txBox="1"/>
          <p:nvPr>
            <p:ph idx="11" type="ftr"/>
          </p:nvPr>
        </p:nvSpPr>
        <p:spPr>
          <a:xfrm>
            <a:off x="2036739" y="6473298"/>
            <a:ext cx="5314517"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Prepared by: Dr. Muhammad Iqbal Hossain</a:t>
            </a:r>
            <a:endParaRPr/>
          </a:p>
        </p:txBody>
      </p:sp>
      <p:sp>
        <p:nvSpPr>
          <p:cNvPr id="224" name="Google Shape;224;p9"/>
          <p:cNvSpPr txBox="1"/>
          <p:nvPr>
            <p:ph idx="10" type="dt"/>
          </p:nvPr>
        </p:nvSpPr>
        <p:spPr>
          <a:xfrm>
            <a:off x="7401494" y="6492875"/>
            <a:ext cx="857473"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1/25/2021</a:t>
            </a:r>
            <a:endParaRPr/>
          </a:p>
        </p:txBody>
      </p:sp>
      <p:sp>
        <p:nvSpPr>
          <p:cNvPr id="225" name="Google Shape;225;p9"/>
          <p:cNvSpPr txBox="1"/>
          <p:nvPr>
            <p:ph idx="12" type="sldNum"/>
          </p:nvPr>
        </p:nvSpPr>
        <p:spPr>
          <a:xfrm>
            <a:off x="8303106" y="6482881"/>
            <a:ext cx="427833"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9" name="Shape 229"/>
        <p:cNvGrpSpPr/>
        <p:nvPr/>
      </p:nvGrpSpPr>
      <p:grpSpPr>
        <a:xfrm>
          <a:off x="0" y="0"/>
          <a:ext cx="0" cy="0"/>
          <a:chOff x="0" y="0"/>
          <a:chExt cx="0" cy="0"/>
        </a:xfrm>
      </p:grpSpPr>
      <p:sp>
        <p:nvSpPr>
          <p:cNvPr id="230" name="Google Shape;230;p10"/>
          <p:cNvSpPr txBox="1"/>
          <p:nvPr>
            <p:ph type="title"/>
          </p:nvPr>
        </p:nvSpPr>
        <p:spPr>
          <a:xfrm>
            <a:off x="228600" y="304800"/>
            <a:ext cx="7924800" cy="9144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000"/>
              <a:buFont typeface="Corbel"/>
              <a:buNone/>
            </a:pPr>
            <a:r>
              <a:rPr lang="en-US"/>
              <a:t>Why is this Course Important?</a:t>
            </a:r>
            <a:endParaRPr/>
          </a:p>
        </p:txBody>
      </p:sp>
      <p:sp>
        <p:nvSpPr>
          <p:cNvPr descr="Rectangle: Click to edit Master text styles&#10;Second level&#10;Third level&#10;Fourth level&#10;Fifth level" id="231" name="Google Shape;231;p10"/>
          <p:cNvSpPr txBox="1"/>
          <p:nvPr>
            <p:ph idx="1" type="body"/>
          </p:nvPr>
        </p:nvSpPr>
        <p:spPr>
          <a:xfrm>
            <a:off x="1079902" y="1676400"/>
            <a:ext cx="7835498" cy="4351338"/>
          </a:xfrm>
          <a:prstGeom prst="rect">
            <a:avLst/>
          </a:prstGeom>
          <a:noFill/>
          <a:ln>
            <a:noFill/>
          </a:ln>
        </p:spPr>
        <p:txBody>
          <a:bodyPr anchorCtr="0" anchor="t" bIns="45700" lIns="91425" spcFirstLastPara="1" rIns="91425" wrap="square" tIns="45700">
            <a:noAutofit/>
          </a:bodyPr>
          <a:lstStyle/>
          <a:p>
            <a:pPr indent="-220980" lvl="0" marL="182880" rtl="0" algn="l">
              <a:lnSpc>
                <a:spcPct val="90000"/>
              </a:lnSpc>
              <a:spcBef>
                <a:spcPts val="0"/>
              </a:spcBef>
              <a:spcAft>
                <a:spcPts val="0"/>
              </a:spcAft>
              <a:buSzPts val="3480"/>
              <a:buChar char="•"/>
            </a:pPr>
            <a:r>
              <a:rPr lang="en-US"/>
              <a:t>Most errors (54%) are detected after coding and testing.</a:t>
            </a:r>
            <a:endParaRPr/>
          </a:p>
          <a:p>
            <a:pPr indent="-220980" lvl="0" marL="182880" rtl="0" algn="l">
              <a:lnSpc>
                <a:spcPct val="90000"/>
              </a:lnSpc>
              <a:spcBef>
                <a:spcPts val="1080"/>
              </a:spcBef>
              <a:spcAft>
                <a:spcPts val="0"/>
              </a:spcAft>
              <a:buSzPts val="3480"/>
              <a:buChar char="•"/>
            </a:pPr>
            <a:r>
              <a:rPr lang="en-US"/>
              <a:t>Almost half of all errors in software (45%) are in requirements and design.</a:t>
            </a:r>
            <a:endParaRPr/>
          </a:p>
          <a:p>
            <a:pPr indent="-220980" lvl="0" marL="182880" rtl="0" algn="l">
              <a:lnSpc>
                <a:spcPct val="90000"/>
              </a:lnSpc>
              <a:spcBef>
                <a:spcPts val="1080"/>
              </a:spcBef>
              <a:spcAft>
                <a:spcPts val="0"/>
              </a:spcAft>
              <a:buSzPts val="3480"/>
              <a:buChar char="•"/>
            </a:pPr>
            <a:r>
              <a:rPr lang="en-US"/>
              <a:t>Most errors made during requirements analysis are non-clerical (77%)</a:t>
            </a:r>
            <a:endParaRPr/>
          </a:p>
          <a:p>
            <a:pPr indent="-220980" lvl="0" marL="182880" rtl="0" algn="l">
              <a:lnSpc>
                <a:spcPct val="90000"/>
              </a:lnSpc>
              <a:spcBef>
                <a:spcPts val="1080"/>
              </a:spcBef>
              <a:spcAft>
                <a:spcPts val="0"/>
              </a:spcAft>
              <a:buSzPts val="3480"/>
              <a:buChar char="•"/>
            </a:pPr>
            <a:r>
              <a:rPr lang="en-US"/>
              <a:t>Requirements errors can cost up to 100 times more to fix than implementation errors</a:t>
            </a:r>
            <a:endParaRPr/>
          </a:p>
          <a:p>
            <a:pPr indent="-220980" lvl="1" marL="742950" rtl="0" algn="l">
              <a:spcBef>
                <a:spcPts val="1080"/>
              </a:spcBef>
              <a:spcAft>
                <a:spcPts val="0"/>
              </a:spcAft>
              <a:buSzPts val="3480"/>
              <a:buChar char="•"/>
            </a:pPr>
            <a:r>
              <a:rPr lang="en-US" sz="2400">
                <a:solidFill>
                  <a:schemeClr val="dk1"/>
                </a:solidFill>
              </a:rPr>
              <a:t>if they are not caught early on.</a:t>
            </a:r>
            <a:endParaRPr/>
          </a:p>
          <a:p>
            <a:pPr indent="-182880" lvl="0" marL="182880" rtl="0" algn="ctr">
              <a:lnSpc>
                <a:spcPct val="90000"/>
              </a:lnSpc>
              <a:spcBef>
                <a:spcPts val="960"/>
              </a:spcBef>
              <a:spcAft>
                <a:spcPts val="0"/>
              </a:spcAft>
              <a:buSzPts val="2610"/>
              <a:buFont typeface="Noto Sans Symbols"/>
              <a:buNone/>
            </a:pPr>
            <a:r>
              <a:t/>
            </a:r>
            <a:endParaRPr b="1" i="1" sz="1800">
              <a:solidFill>
                <a:srgbClr val="F01F1D"/>
              </a:solidFill>
            </a:endParaRPr>
          </a:p>
          <a:p>
            <a:pPr indent="-182880" lvl="0" marL="182880" rtl="0" algn="ctr">
              <a:lnSpc>
                <a:spcPct val="90000"/>
              </a:lnSpc>
              <a:spcBef>
                <a:spcPts val="1160"/>
              </a:spcBef>
              <a:spcAft>
                <a:spcPts val="0"/>
              </a:spcAft>
              <a:buSzPts val="4060"/>
              <a:buFont typeface="Noto Sans Symbols"/>
              <a:buNone/>
            </a:pPr>
            <a:r>
              <a:rPr b="1" i="1" lang="en-US" sz="2800" u="sng">
                <a:solidFill>
                  <a:srgbClr val="000099"/>
                </a:solidFill>
              </a:rPr>
              <a:t>Need to do requirements and design right!</a:t>
            </a:r>
            <a:endParaRPr sz="2800"/>
          </a:p>
        </p:txBody>
      </p:sp>
      <p:sp>
        <p:nvSpPr>
          <p:cNvPr id="232" name="Google Shape;232;p10"/>
          <p:cNvSpPr txBox="1"/>
          <p:nvPr>
            <p:ph idx="11" type="ftr"/>
          </p:nvPr>
        </p:nvSpPr>
        <p:spPr>
          <a:xfrm>
            <a:off x="2036739" y="6473298"/>
            <a:ext cx="5314517"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Prepared by: Dr. Muhammad Iqbal Hossain</a:t>
            </a:r>
            <a:endParaRPr/>
          </a:p>
        </p:txBody>
      </p:sp>
      <p:sp>
        <p:nvSpPr>
          <p:cNvPr id="233" name="Google Shape;233;p10"/>
          <p:cNvSpPr txBox="1"/>
          <p:nvPr>
            <p:ph idx="10" type="dt"/>
          </p:nvPr>
        </p:nvSpPr>
        <p:spPr>
          <a:xfrm>
            <a:off x="7401494" y="6492875"/>
            <a:ext cx="857473"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1/25/2021</a:t>
            </a:r>
            <a:endParaRPr/>
          </a:p>
        </p:txBody>
      </p:sp>
      <p:sp>
        <p:nvSpPr>
          <p:cNvPr id="234" name="Google Shape;234;p10"/>
          <p:cNvSpPr txBox="1"/>
          <p:nvPr>
            <p:ph idx="12" type="sldNum"/>
          </p:nvPr>
        </p:nvSpPr>
        <p:spPr>
          <a:xfrm>
            <a:off x="8303106" y="6482881"/>
            <a:ext cx="427833"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9" name="Shape 239"/>
        <p:cNvGrpSpPr/>
        <p:nvPr/>
      </p:nvGrpSpPr>
      <p:grpSpPr>
        <a:xfrm>
          <a:off x="0" y="0"/>
          <a:ext cx="0" cy="0"/>
          <a:chOff x="0" y="0"/>
          <a:chExt cx="0" cy="0"/>
        </a:xfrm>
      </p:grpSpPr>
      <p:pic>
        <p:nvPicPr>
          <p:cNvPr descr="tree_swing_development_requirements.jpg" id="240" name="Google Shape;240;p11"/>
          <p:cNvPicPr preferRelativeResize="0"/>
          <p:nvPr/>
        </p:nvPicPr>
        <p:blipFill rotWithShape="1">
          <a:blip r:embed="rId3">
            <a:alphaModFix/>
          </a:blip>
          <a:srcRect b="0" l="0" r="0" t="0"/>
          <a:stretch/>
        </p:blipFill>
        <p:spPr>
          <a:xfrm>
            <a:off x="76199" y="250123"/>
            <a:ext cx="8654739" cy="6315620"/>
          </a:xfrm>
          <a:prstGeom prst="rect">
            <a:avLst/>
          </a:prstGeom>
          <a:noFill/>
          <a:ln>
            <a:noFill/>
          </a:ln>
        </p:spPr>
      </p:pic>
      <p:sp>
        <p:nvSpPr>
          <p:cNvPr id="241" name="Google Shape;241;p11"/>
          <p:cNvSpPr txBox="1"/>
          <p:nvPr>
            <p:ph idx="11" type="ftr"/>
          </p:nvPr>
        </p:nvSpPr>
        <p:spPr>
          <a:xfrm>
            <a:off x="2036739" y="6473298"/>
            <a:ext cx="5314517"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Prepared by: Dr. Muhammad Iqbal Hossain</a:t>
            </a:r>
            <a:endParaRPr/>
          </a:p>
        </p:txBody>
      </p:sp>
      <p:sp>
        <p:nvSpPr>
          <p:cNvPr id="242" name="Google Shape;242;p11"/>
          <p:cNvSpPr txBox="1"/>
          <p:nvPr>
            <p:ph idx="10" type="dt"/>
          </p:nvPr>
        </p:nvSpPr>
        <p:spPr>
          <a:xfrm>
            <a:off x="7401494" y="6492875"/>
            <a:ext cx="857473"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1/25/2021</a:t>
            </a:r>
            <a:endParaRPr/>
          </a:p>
        </p:txBody>
      </p:sp>
      <p:sp>
        <p:nvSpPr>
          <p:cNvPr id="243" name="Google Shape;243;p11"/>
          <p:cNvSpPr txBox="1"/>
          <p:nvPr>
            <p:ph idx="12" type="sldNum"/>
          </p:nvPr>
        </p:nvSpPr>
        <p:spPr>
          <a:xfrm>
            <a:off x="8303106" y="6482881"/>
            <a:ext cx="427833"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7" name="Shape 247"/>
        <p:cNvGrpSpPr/>
        <p:nvPr/>
      </p:nvGrpSpPr>
      <p:grpSpPr>
        <a:xfrm>
          <a:off x="0" y="0"/>
          <a:ext cx="0" cy="0"/>
          <a:chOff x="0" y="0"/>
          <a:chExt cx="0" cy="0"/>
        </a:xfrm>
      </p:grpSpPr>
      <p:sp>
        <p:nvSpPr>
          <p:cNvPr id="248" name="Google Shape;248;p12"/>
          <p:cNvSpPr txBox="1"/>
          <p:nvPr>
            <p:ph type="title"/>
          </p:nvPr>
        </p:nvSpPr>
        <p:spPr>
          <a:xfrm>
            <a:off x="946150" y="365125"/>
            <a:ext cx="7269163" cy="930275"/>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000"/>
              <a:buFont typeface="Corbel"/>
              <a:buNone/>
            </a:pPr>
            <a:r>
              <a:rPr lang="en-US"/>
              <a:t>Key Ideas</a:t>
            </a:r>
            <a:endParaRPr/>
          </a:p>
        </p:txBody>
      </p:sp>
      <p:sp>
        <p:nvSpPr>
          <p:cNvPr descr="Rectangle: Click to edit Master text styles&#10;Second level&#10;Third level&#10;Fourth level&#10;Fifth level" id="249" name="Google Shape;249;p12"/>
          <p:cNvSpPr txBox="1"/>
          <p:nvPr>
            <p:ph idx="1" type="body"/>
          </p:nvPr>
        </p:nvSpPr>
        <p:spPr>
          <a:xfrm>
            <a:off x="1247859" y="1696394"/>
            <a:ext cx="7269163" cy="4351338"/>
          </a:xfrm>
          <a:prstGeom prst="rect">
            <a:avLst/>
          </a:prstGeom>
          <a:noFill/>
          <a:ln>
            <a:noFill/>
          </a:ln>
        </p:spPr>
        <p:txBody>
          <a:bodyPr anchorCtr="0" anchor="t" bIns="45700" lIns="91425" spcFirstLastPara="1" rIns="91425" wrap="square" tIns="45700">
            <a:normAutofit/>
          </a:bodyPr>
          <a:lstStyle/>
          <a:p>
            <a:pPr indent="-220980" lvl="0" marL="182880" rtl="0" algn="just">
              <a:spcBef>
                <a:spcPts val="0"/>
              </a:spcBef>
              <a:spcAft>
                <a:spcPts val="0"/>
              </a:spcAft>
              <a:buSzPts val="3480"/>
              <a:buChar char="•"/>
            </a:pPr>
            <a:r>
              <a:rPr lang="en-US" sz="2400"/>
              <a:t>Many failed systems were abandoned because analysts tried to </a:t>
            </a:r>
            <a:r>
              <a:rPr i="1" lang="en-US" sz="2400"/>
              <a:t>build wonderful systems without understanding the organization</a:t>
            </a:r>
            <a:r>
              <a:rPr lang="en-US" sz="2400"/>
              <a:t>.</a:t>
            </a:r>
            <a:endParaRPr/>
          </a:p>
          <a:p>
            <a:pPr indent="-220980" lvl="0" marL="182880" rtl="0" algn="just">
              <a:spcBef>
                <a:spcPts val="1240"/>
              </a:spcBef>
              <a:spcAft>
                <a:spcPts val="0"/>
              </a:spcAft>
              <a:buSzPts val="3480"/>
              <a:buChar char="•"/>
            </a:pPr>
            <a:r>
              <a:rPr lang="en-US" sz="2400"/>
              <a:t>The primary goal is to create </a:t>
            </a:r>
            <a:r>
              <a:rPr b="1" lang="en-US" sz="3200"/>
              <a:t>value</a:t>
            </a:r>
            <a:r>
              <a:rPr lang="en-US" sz="2400"/>
              <a:t> for the organization.</a:t>
            </a:r>
            <a:endParaRPr/>
          </a:p>
        </p:txBody>
      </p:sp>
      <p:sp>
        <p:nvSpPr>
          <p:cNvPr id="250" name="Google Shape;250;p12"/>
          <p:cNvSpPr txBox="1"/>
          <p:nvPr>
            <p:ph idx="11" type="ftr"/>
          </p:nvPr>
        </p:nvSpPr>
        <p:spPr>
          <a:xfrm>
            <a:off x="2036739" y="6473298"/>
            <a:ext cx="5314517"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Prepared by: Dr. Muhammad Iqbal Hossain</a:t>
            </a:r>
            <a:endParaRPr/>
          </a:p>
        </p:txBody>
      </p:sp>
      <p:sp>
        <p:nvSpPr>
          <p:cNvPr id="251" name="Google Shape;251;p12"/>
          <p:cNvSpPr txBox="1"/>
          <p:nvPr>
            <p:ph idx="10" type="dt"/>
          </p:nvPr>
        </p:nvSpPr>
        <p:spPr>
          <a:xfrm>
            <a:off x="7401494" y="6492875"/>
            <a:ext cx="857473"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1/25/2021</a:t>
            </a:r>
            <a:endParaRPr/>
          </a:p>
        </p:txBody>
      </p:sp>
      <p:sp>
        <p:nvSpPr>
          <p:cNvPr id="252" name="Google Shape;252;p12"/>
          <p:cNvSpPr txBox="1"/>
          <p:nvPr>
            <p:ph idx="12" type="sldNum"/>
          </p:nvPr>
        </p:nvSpPr>
        <p:spPr>
          <a:xfrm>
            <a:off x="8303106" y="6482881"/>
            <a:ext cx="427833"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7" name="Shape 257"/>
        <p:cNvGrpSpPr/>
        <p:nvPr/>
      </p:nvGrpSpPr>
      <p:grpSpPr>
        <a:xfrm>
          <a:off x="0" y="0"/>
          <a:ext cx="0" cy="0"/>
          <a:chOff x="0" y="0"/>
          <a:chExt cx="0" cy="0"/>
        </a:xfrm>
      </p:grpSpPr>
      <p:sp>
        <p:nvSpPr>
          <p:cNvPr id="258" name="Google Shape;258;p13"/>
          <p:cNvSpPr txBox="1"/>
          <p:nvPr>
            <p:ph type="title"/>
          </p:nvPr>
        </p:nvSpPr>
        <p:spPr>
          <a:xfrm>
            <a:off x="946150" y="365125"/>
            <a:ext cx="7269163" cy="777875"/>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000"/>
              <a:buFont typeface="Corbel"/>
              <a:buNone/>
            </a:pPr>
            <a:r>
              <a:rPr lang="en-US"/>
              <a:t>Key Ideas</a:t>
            </a:r>
            <a:endParaRPr/>
          </a:p>
        </p:txBody>
      </p:sp>
      <p:sp>
        <p:nvSpPr>
          <p:cNvPr descr="Rectangle: Click to edit Master text styles&#10;Second level&#10;Third level&#10;Fourth level&#10;Fifth level" id="259" name="Google Shape;259;p13"/>
          <p:cNvSpPr txBox="1"/>
          <p:nvPr>
            <p:ph idx="1" type="body"/>
          </p:nvPr>
        </p:nvSpPr>
        <p:spPr>
          <a:xfrm>
            <a:off x="609600" y="1676400"/>
            <a:ext cx="7269163" cy="4351338"/>
          </a:xfrm>
          <a:prstGeom prst="rect">
            <a:avLst/>
          </a:prstGeom>
          <a:noFill/>
          <a:ln>
            <a:noFill/>
          </a:ln>
        </p:spPr>
        <p:txBody>
          <a:bodyPr anchorCtr="0" anchor="t" bIns="45700" lIns="91425" spcFirstLastPara="1" rIns="91425" wrap="square" tIns="45700">
            <a:normAutofit/>
          </a:bodyPr>
          <a:lstStyle/>
          <a:p>
            <a:pPr indent="-294640" lvl="0" marL="182880" rtl="0" algn="just">
              <a:lnSpc>
                <a:spcPct val="90000"/>
              </a:lnSpc>
              <a:spcBef>
                <a:spcPts val="0"/>
              </a:spcBef>
              <a:spcAft>
                <a:spcPts val="0"/>
              </a:spcAft>
              <a:buSzPts val="4640"/>
              <a:buChar char="•"/>
            </a:pPr>
            <a:r>
              <a:rPr b="1" lang="en-US" sz="3200"/>
              <a:t>Systems analyst </a:t>
            </a:r>
            <a:r>
              <a:rPr lang="en-US" sz="3200"/>
              <a:t>is a key person </a:t>
            </a:r>
            <a:endParaRPr/>
          </a:p>
          <a:p>
            <a:pPr indent="-257809" lvl="1" marL="742950" rtl="0" algn="just">
              <a:spcBef>
                <a:spcPts val="1160"/>
              </a:spcBef>
              <a:spcAft>
                <a:spcPts val="0"/>
              </a:spcAft>
              <a:buSzPts val="4060"/>
              <a:buChar char="•"/>
            </a:pPr>
            <a:r>
              <a:rPr lang="en-US" sz="2800">
                <a:solidFill>
                  <a:srgbClr val="262626"/>
                </a:solidFill>
              </a:rPr>
              <a:t>analyzing the business</a:t>
            </a:r>
            <a:endParaRPr/>
          </a:p>
          <a:p>
            <a:pPr indent="-257809" lvl="1" marL="742950" rtl="0" algn="just">
              <a:spcBef>
                <a:spcPts val="1160"/>
              </a:spcBef>
              <a:spcAft>
                <a:spcPts val="0"/>
              </a:spcAft>
              <a:buSzPts val="4060"/>
              <a:buChar char="•"/>
            </a:pPr>
            <a:r>
              <a:rPr lang="en-US" sz="2800">
                <a:solidFill>
                  <a:srgbClr val="262626"/>
                </a:solidFill>
              </a:rPr>
              <a:t>identifying opportunities for improvement</a:t>
            </a:r>
            <a:endParaRPr/>
          </a:p>
          <a:p>
            <a:pPr indent="-257809" lvl="1" marL="742950" rtl="0" algn="just">
              <a:spcBef>
                <a:spcPts val="1160"/>
              </a:spcBef>
              <a:spcAft>
                <a:spcPts val="0"/>
              </a:spcAft>
              <a:buSzPts val="4060"/>
              <a:buChar char="•"/>
            </a:pPr>
            <a:r>
              <a:rPr lang="en-US" sz="2800">
                <a:solidFill>
                  <a:srgbClr val="262626"/>
                </a:solidFill>
              </a:rPr>
              <a:t>designing information systems to implement these ideas.</a:t>
            </a:r>
            <a:endParaRPr/>
          </a:p>
        </p:txBody>
      </p:sp>
      <p:sp>
        <p:nvSpPr>
          <p:cNvPr id="260" name="Google Shape;260;p13"/>
          <p:cNvSpPr txBox="1"/>
          <p:nvPr>
            <p:ph idx="11" type="ftr"/>
          </p:nvPr>
        </p:nvSpPr>
        <p:spPr>
          <a:xfrm>
            <a:off x="2036739" y="6473298"/>
            <a:ext cx="5314517"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Prepared by: Dr. Muhammad Iqbal Hossain</a:t>
            </a:r>
            <a:endParaRPr/>
          </a:p>
        </p:txBody>
      </p:sp>
      <p:sp>
        <p:nvSpPr>
          <p:cNvPr id="261" name="Google Shape;261;p13"/>
          <p:cNvSpPr txBox="1"/>
          <p:nvPr>
            <p:ph idx="10" type="dt"/>
          </p:nvPr>
        </p:nvSpPr>
        <p:spPr>
          <a:xfrm>
            <a:off x="7401494" y="6492875"/>
            <a:ext cx="857473"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1/25/2021</a:t>
            </a:r>
            <a:endParaRPr/>
          </a:p>
        </p:txBody>
      </p:sp>
      <p:sp>
        <p:nvSpPr>
          <p:cNvPr id="262" name="Google Shape;262;p13"/>
          <p:cNvSpPr txBox="1"/>
          <p:nvPr>
            <p:ph idx="12" type="sldNum"/>
          </p:nvPr>
        </p:nvSpPr>
        <p:spPr>
          <a:xfrm>
            <a:off x="8303106" y="6482881"/>
            <a:ext cx="427833"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6" name="Shape 266"/>
        <p:cNvGrpSpPr/>
        <p:nvPr/>
      </p:nvGrpSpPr>
      <p:grpSpPr>
        <a:xfrm>
          <a:off x="0" y="0"/>
          <a:ext cx="0" cy="0"/>
          <a:chOff x="0" y="0"/>
          <a:chExt cx="0" cy="0"/>
        </a:xfrm>
      </p:grpSpPr>
      <p:sp>
        <p:nvSpPr>
          <p:cNvPr id="267" name="Google Shape;267;p14"/>
          <p:cNvSpPr txBox="1"/>
          <p:nvPr>
            <p:ph type="title"/>
          </p:nvPr>
        </p:nvSpPr>
        <p:spPr>
          <a:xfrm>
            <a:off x="609600" y="334963"/>
            <a:ext cx="7269163" cy="854075"/>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000"/>
              <a:buFont typeface="Corbel"/>
              <a:buNone/>
            </a:pPr>
            <a:r>
              <a:rPr lang="en-US"/>
              <a:t>What is System Analysis?</a:t>
            </a:r>
            <a:endParaRPr/>
          </a:p>
        </p:txBody>
      </p:sp>
      <p:sp>
        <p:nvSpPr>
          <p:cNvPr descr="Rectangle: Click to edit Master text styles&#10;Second level&#10;Third level&#10;Fourth level&#10;Fifth level" id="268" name="Google Shape;268;p14"/>
          <p:cNvSpPr txBox="1"/>
          <p:nvPr>
            <p:ph idx="1" type="body"/>
          </p:nvPr>
        </p:nvSpPr>
        <p:spPr>
          <a:xfrm>
            <a:off x="609600" y="1676400"/>
            <a:ext cx="8382000" cy="4495800"/>
          </a:xfrm>
          <a:prstGeom prst="rect">
            <a:avLst/>
          </a:prstGeom>
          <a:noFill/>
          <a:ln>
            <a:noFill/>
          </a:ln>
        </p:spPr>
        <p:txBody>
          <a:bodyPr anchorCtr="0" anchor="t" bIns="45700" lIns="91425" spcFirstLastPara="1" rIns="91425" wrap="square" tIns="45700">
            <a:normAutofit/>
          </a:bodyPr>
          <a:lstStyle/>
          <a:p>
            <a:pPr indent="-220980" lvl="0" marL="182880" rtl="0" algn="just">
              <a:lnSpc>
                <a:spcPct val="90000"/>
              </a:lnSpc>
              <a:spcBef>
                <a:spcPts val="0"/>
              </a:spcBef>
              <a:spcAft>
                <a:spcPts val="0"/>
              </a:spcAft>
              <a:buSzPts val="3480"/>
              <a:buChar char="•"/>
            </a:pPr>
            <a:r>
              <a:rPr lang="en-US" sz="2400"/>
              <a:t>The collection of </a:t>
            </a:r>
            <a:r>
              <a:rPr lang="en-US" sz="2400" u="sng"/>
              <a:t>notations</a:t>
            </a:r>
            <a:r>
              <a:rPr lang="en-US" sz="2400"/>
              <a:t>, </a:t>
            </a:r>
            <a:r>
              <a:rPr lang="en-US" sz="2400" u="sng"/>
              <a:t>methodologies</a:t>
            </a:r>
            <a:r>
              <a:rPr lang="en-US" sz="2400"/>
              <a:t> and </a:t>
            </a:r>
            <a:r>
              <a:rPr lang="en-US" sz="2400" u="sng"/>
              <a:t>tools</a:t>
            </a:r>
            <a:r>
              <a:rPr lang="en-US" sz="2400"/>
              <a:t> used to gather details and analyze a problem situation prior to information system design and implementation</a:t>
            </a:r>
            <a:endParaRPr/>
          </a:p>
          <a:p>
            <a:pPr indent="0" lvl="0" marL="182880" rtl="0" algn="just">
              <a:lnSpc>
                <a:spcPct val="90000"/>
              </a:lnSpc>
              <a:spcBef>
                <a:spcPts val="1080"/>
              </a:spcBef>
              <a:spcAft>
                <a:spcPts val="0"/>
              </a:spcAft>
              <a:buSzPts val="3480"/>
              <a:buNone/>
            </a:pPr>
            <a:r>
              <a:t/>
            </a:r>
            <a:endParaRPr sz="2400"/>
          </a:p>
          <a:p>
            <a:pPr indent="-220980" lvl="0" marL="182880" rtl="0" algn="just">
              <a:lnSpc>
                <a:spcPct val="90000"/>
              </a:lnSpc>
              <a:spcBef>
                <a:spcPts val="1080"/>
              </a:spcBef>
              <a:spcAft>
                <a:spcPts val="0"/>
              </a:spcAft>
              <a:buSzPts val="3480"/>
              <a:buChar char="•"/>
            </a:pPr>
            <a:r>
              <a:rPr b="1" i="1" lang="en-US" sz="2400"/>
              <a:t>Systems analysis </a:t>
            </a:r>
            <a:r>
              <a:rPr lang="en-US" sz="2400"/>
              <a:t>(or, </a:t>
            </a:r>
            <a:r>
              <a:rPr b="1" i="1" lang="en-US" sz="2400"/>
              <a:t>requirements analysis</a:t>
            </a:r>
            <a:r>
              <a:rPr lang="en-US" sz="2400"/>
              <a:t>) must ensure that the proposed information system meets </a:t>
            </a:r>
            <a:r>
              <a:rPr b="1" lang="en-US" sz="2400" u="sng"/>
              <a:t>user needs</a:t>
            </a:r>
            <a:r>
              <a:rPr lang="en-US" sz="2400"/>
              <a:t>, can be delivered </a:t>
            </a:r>
            <a:r>
              <a:rPr b="1" lang="en-US" sz="2400" u="sng"/>
              <a:t>on time</a:t>
            </a:r>
            <a:r>
              <a:rPr lang="en-US" sz="2400"/>
              <a:t>, and can be updated </a:t>
            </a:r>
            <a:r>
              <a:rPr b="1" lang="en-US" sz="2400" u="sng"/>
              <a:t>inexpensively</a:t>
            </a:r>
            <a:r>
              <a:rPr lang="en-US" sz="2400"/>
              <a:t>.</a:t>
            </a:r>
            <a:endParaRPr/>
          </a:p>
          <a:p>
            <a:pPr indent="0" lvl="0" marL="182880" rtl="0" algn="just">
              <a:lnSpc>
                <a:spcPct val="90000"/>
              </a:lnSpc>
              <a:spcBef>
                <a:spcPts val="1080"/>
              </a:spcBef>
              <a:spcAft>
                <a:spcPts val="0"/>
              </a:spcAft>
              <a:buSzPts val="3480"/>
              <a:buNone/>
            </a:pPr>
            <a:r>
              <a:t/>
            </a:r>
            <a:endParaRPr sz="2400"/>
          </a:p>
          <a:p>
            <a:pPr indent="-220980" lvl="0" marL="182880" rtl="0" algn="just">
              <a:lnSpc>
                <a:spcPct val="90000"/>
              </a:lnSpc>
              <a:spcBef>
                <a:spcPts val="1080"/>
              </a:spcBef>
              <a:spcAft>
                <a:spcPts val="0"/>
              </a:spcAft>
              <a:buSzPts val="3480"/>
              <a:buChar char="•"/>
            </a:pPr>
            <a:r>
              <a:rPr lang="en-US" sz="2400"/>
              <a:t>Problems in "getting the systems analysis right", such as ill-defined situations, ambiguities, inconsistencies, mixing requirements with design</a:t>
            </a:r>
            <a:endParaRPr/>
          </a:p>
          <a:p>
            <a:pPr indent="0" lvl="0" marL="182880" rtl="0" algn="just">
              <a:spcBef>
                <a:spcPts val="1080"/>
              </a:spcBef>
              <a:spcAft>
                <a:spcPts val="0"/>
              </a:spcAft>
              <a:buSzPts val="3480"/>
              <a:buNone/>
            </a:pPr>
            <a:r>
              <a:t/>
            </a:r>
            <a:endParaRPr sz="2400"/>
          </a:p>
        </p:txBody>
      </p:sp>
      <p:sp>
        <p:nvSpPr>
          <p:cNvPr id="269" name="Google Shape;269;p14"/>
          <p:cNvSpPr txBox="1"/>
          <p:nvPr>
            <p:ph idx="11" type="ftr"/>
          </p:nvPr>
        </p:nvSpPr>
        <p:spPr>
          <a:xfrm>
            <a:off x="2036739" y="6473298"/>
            <a:ext cx="5314517"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Prepared by: Dr. Muhammad Iqbal Hossain</a:t>
            </a:r>
            <a:endParaRPr/>
          </a:p>
        </p:txBody>
      </p:sp>
      <p:sp>
        <p:nvSpPr>
          <p:cNvPr id="270" name="Google Shape;270;p14"/>
          <p:cNvSpPr txBox="1"/>
          <p:nvPr>
            <p:ph idx="10" type="dt"/>
          </p:nvPr>
        </p:nvSpPr>
        <p:spPr>
          <a:xfrm>
            <a:off x="7401494" y="6492875"/>
            <a:ext cx="857473"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1/25/2021</a:t>
            </a:r>
            <a:endParaRPr/>
          </a:p>
        </p:txBody>
      </p:sp>
      <p:sp>
        <p:nvSpPr>
          <p:cNvPr id="271" name="Google Shape;271;p14"/>
          <p:cNvSpPr txBox="1"/>
          <p:nvPr>
            <p:ph idx="12" type="sldNum"/>
          </p:nvPr>
        </p:nvSpPr>
        <p:spPr>
          <a:xfrm>
            <a:off x="8303106" y="6482881"/>
            <a:ext cx="427833"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5" name="Shape 275"/>
        <p:cNvGrpSpPr/>
        <p:nvPr/>
      </p:nvGrpSpPr>
      <p:grpSpPr>
        <a:xfrm>
          <a:off x="0" y="0"/>
          <a:ext cx="0" cy="0"/>
          <a:chOff x="0" y="0"/>
          <a:chExt cx="0" cy="0"/>
        </a:xfrm>
      </p:grpSpPr>
      <p:sp>
        <p:nvSpPr>
          <p:cNvPr id="276" name="Google Shape;276;p15"/>
          <p:cNvSpPr txBox="1"/>
          <p:nvPr>
            <p:ph type="title"/>
          </p:nvPr>
        </p:nvSpPr>
        <p:spPr>
          <a:xfrm>
            <a:off x="946150" y="365125"/>
            <a:ext cx="7269163" cy="1006475"/>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000"/>
              <a:buFont typeface="Corbel"/>
              <a:buNone/>
            </a:pPr>
            <a:r>
              <a:rPr lang="en-US"/>
              <a:t>Need for Systems Analysis?</a:t>
            </a:r>
            <a:endParaRPr/>
          </a:p>
        </p:txBody>
      </p:sp>
      <p:sp>
        <p:nvSpPr>
          <p:cNvPr descr="Rectangle: Click to edit Master text styles&#10;Second level&#10;Third level&#10;Fourth level&#10;Fifth level" id="277" name="Google Shape;277;p15"/>
          <p:cNvSpPr txBox="1"/>
          <p:nvPr>
            <p:ph idx="1" type="body"/>
          </p:nvPr>
        </p:nvSpPr>
        <p:spPr>
          <a:xfrm>
            <a:off x="609600" y="2590800"/>
            <a:ext cx="8121339" cy="3200400"/>
          </a:xfrm>
          <a:prstGeom prst="rect">
            <a:avLst/>
          </a:prstGeom>
          <a:noFill/>
          <a:ln>
            <a:noFill/>
          </a:ln>
        </p:spPr>
        <p:txBody>
          <a:bodyPr anchorCtr="0" anchor="t" bIns="45700" lIns="91425" spcFirstLastPara="1" rIns="91425" wrap="square" tIns="45700">
            <a:normAutofit/>
          </a:bodyPr>
          <a:lstStyle/>
          <a:p>
            <a:pPr indent="-257809" lvl="0" marL="182880" rtl="0" algn="ctr">
              <a:spcBef>
                <a:spcPts val="0"/>
              </a:spcBef>
              <a:spcAft>
                <a:spcPts val="0"/>
              </a:spcAft>
              <a:buSzPts val="4060"/>
              <a:buChar char="•"/>
            </a:pPr>
            <a:r>
              <a:rPr b="1" i="1" lang="en-US" sz="2800">
                <a:solidFill>
                  <a:srgbClr val="000066"/>
                </a:solidFill>
              </a:rPr>
              <a:t>Remember, finding and fixing a fault after software delivery is 100x more expensive than finding and fixing it during systems analysis or early design phases</a:t>
            </a:r>
            <a:endParaRPr/>
          </a:p>
          <a:p>
            <a:pPr indent="0" lvl="0" marL="182880" rtl="0" algn="l">
              <a:spcBef>
                <a:spcPts val="1160"/>
              </a:spcBef>
              <a:spcAft>
                <a:spcPts val="0"/>
              </a:spcAft>
              <a:buSzPts val="4060"/>
              <a:buNone/>
            </a:pPr>
            <a:r>
              <a:t/>
            </a:r>
            <a:endParaRPr sz="2800"/>
          </a:p>
        </p:txBody>
      </p:sp>
      <p:sp>
        <p:nvSpPr>
          <p:cNvPr id="278" name="Google Shape;278;p15"/>
          <p:cNvSpPr txBox="1"/>
          <p:nvPr>
            <p:ph idx="11" type="ftr"/>
          </p:nvPr>
        </p:nvSpPr>
        <p:spPr>
          <a:xfrm>
            <a:off x="2036739" y="6473298"/>
            <a:ext cx="5314517"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Prepared by: Dr. Muhammad Iqbal Hossain</a:t>
            </a:r>
            <a:endParaRPr/>
          </a:p>
        </p:txBody>
      </p:sp>
      <p:sp>
        <p:nvSpPr>
          <p:cNvPr id="279" name="Google Shape;279;p15"/>
          <p:cNvSpPr txBox="1"/>
          <p:nvPr>
            <p:ph idx="10" type="dt"/>
          </p:nvPr>
        </p:nvSpPr>
        <p:spPr>
          <a:xfrm>
            <a:off x="7401494" y="6492875"/>
            <a:ext cx="857473"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1/25/2021</a:t>
            </a:r>
            <a:endParaRPr/>
          </a:p>
        </p:txBody>
      </p:sp>
      <p:sp>
        <p:nvSpPr>
          <p:cNvPr id="280" name="Google Shape;280;p15"/>
          <p:cNvSpPr txBox="1"/>
          <p:nvPr>
            <p:ph idx="12" type="sldNum"/>
          </p:nvPr>
        </p:nvSpPr>
        <p:spPr>
          <a:xfrm>
            <a:off x="8303106" y="6482881"/>
            <a:ext cx="427833"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281" name="Google Shape;281;p15"/>
          <p:cNvSpPr/>
          <p:nvPr/>
        </p:nvSpPr>
        <p:spPr>
          <a:xfrm>
            <a:off x="7599538" y="5464685"/>
            <a:ext cx="1544462" cy="30777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400" u="none" cap="none" strike="noStrike">
                <a:solidFill>
                  <a:schemeClr val="dk1"/>
                </a:solidFill>
                <a:latin typeface="Corbel"/>
                <a:ea typeface="Corbel"/>
                <a:cs typeface="Corbel"/>
                <a:sym typeface="Corbel"/>
              </a:rPr>
              <a:t>End of Segment 1</a:t>
            </a:r>
            <a:endParaRPr sz="1400">
              <a:solidFill>
                <a:schemeClr val="dk1"/>
              </a:solidFill>
              <a:latin typeface="Corbel"/>
              <a:ea typeface="Corbel"/>
              <a:cs typeface="Corbel"/>
              <a:sym typeface="Corbel"/>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5" name="Shape 285"/>
        <p:cNvGrpSpPr/>
        <p:nvPr/>
      </p:nvGrpSpPr>
      <p:grpSpPr>
        <a:xfrm>
          <a:off x="0" y="0"/>
          <a:ext cx="0" cy="0"/>
          <a:chOff x="0" y="0"/>
          <a:chExt cx="0" cy="0"/>
        </a:xfrm>
      </p:grpSpPr>
      <p:sp>
        <p:nvSpPr>
          <p:cNvPr id="286" name="Google Shape;286;p16"/>
          <p:cNvSpPr txBox="1"/>
          <p:nvPr>
            <p:ph type="ctrTitle"/>
          </p:nvPr>
        </p:nvSpPr>
        <p:spPr>
          <a:xfrm>
            <a:off x="946150" y="758825"/>
            <a:ext cx="7064375" cy="2974975"/>
          </a:xfrm>
          <a:prstGeom prst="rect">
            <a:avLst/>
          </a:prstGeom>
          <a:noFill/>
          <a:ln>
            <a:noFill/>
          </a:ln>
        </p:spPr>
        <p:txBody>
          <a:bodyPr anchorCtr="0" anchor="b" bIns="45700" lIns="91425" spcFirstLastPara="1" rIns="91425" wrap="square" tIns="45700">
            <a:normAutofit/>
          </a:bodyPr>
          <a:lstStyle/>
          <a:p>
            <a:pPr indent="0" lvl="0" marL="0" rtl="0" algn="ctr">
              <a:spcBef>
                <a:spcPts val="0"/>
              </a:spcBef>
              <a:spcAft>
                <a:spcPts val="0"/>
              </a:spcAft>
              <a:buClr>
                <a:schemeClr val="dk1"/>
              </a:buClr>
              <a:buSzPts val="4000"/>
              <a:buFont typeface="Corbel"/>
              <a:buNone/>
            </a:pPr>
            <a:r>
              <a:rPr b="1" lang="en-US" sz="4000"/>
              <a:t>Segment 2</a:t>
            </a:r>
            <a:br>
              <a:rPr b="1" lang="en-US" sz="4000"/>
            </a:br>
            <a:r>
              <a:rPr lang="en-US" sz="4000"/>
              <a:t>Software lifecycle</a:t>
            </a:r>
            <a:endParaRPr/>
          </a:p>
        </p:txBody>
      </p:sp>
      <p:sp>
        <p:nvSpPr>
          <p:cNvPr descr="Rectangle: Click to edit Master text styles&#10;Second level&#10;Third level&#10;Fourth level&#10;Fifth level" id="287" name="Google Shape;287;p16"/>
          <p:cNvSpPr txBox="1"/>
          <p:nvPr>
            <p:ph idx="1" type="subTitle"/>
          </p:nvPr>
        </p:nvSpPr>
        <p:spPr>
          <a:xfrm>
            <a:off x="946150" y="4800600"/>
            <a:ext cx="7064375" cy="1692275"/>
          </a:xfrm>
          <a:prstGeom prst="rect">
            <a:avLst/>
          </a:prstGeom>
          <a:noFill/>
          <a:ln>
            <a:noFill/>
          </a:ln>
        </p:spPr>
        <p:txBody>
          <a:bodyPr anchorCtr="0" anchor="t" bIns="45700" lIns="91425" spcFirstLastPara="1" rIns="91425" wrap="square" tIns="45700">
            <a:normAutofit/>
          </a:bodyPr>
          <a:lstStyle/>
          <a:p>
            <a:pPr indent="0" lvl="0" marL="0" rtl="0" algn="r">
              <a:spcBef>
                <a:spcPts val="0"/>
              </a:spcBef>
              <a:spcAft>
                <a:spcPts val="0"/>
              </a:spcAft>
              <a:buSzPts val="2610"/>
              <a:buNone/>
            </a:pPr>
            <a:r>
              <a:rPr lang="en-US"/>
              <a:t> </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1" name="Shape 291"/>
        <p:cNvGrpSpPr/>
        <p:nvPr/>
      </p:nvGrpSpPr>
      <p:grpSpPr>
        <a:xfrm>
          <a:off x="0" y="0"/>
          <a:ext cx="0" cy="0"/>
          <a:chOff x="0" y="0"/>
          <a:chExt cx="0" cy="0"/>
        </a:xfrm>
      </p:grpSpPr>
      <p:sp>
        <p:nvSpPr>
          <p:cNvPr id="292" name="Google Shape;292;p17"/>
          <p:cNvSpPr txBox="1"/>
          <p:nvPr>
            <p:ph type="title"/>
          </p:nvPr>
        </p:nvSpPr>
        <p:spPr>
          <a:xfrm>
            <a:off x="685800" y="152400"/>
            <a:ext cx="7269163" cy="1325563"/>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000"/>
              <a:buFont typeface="Corbel"/>
              <a:buNone/>
            </a:pPr>
            <a:r>
              <a:rPr lang="en-US"/>
              <a:t>Major Attributes of the Lifecycle</a:t>
            </a:r>
            <a:endParaRPr/>
          </a:p>
        </p:txBody>
      </p:sp>
      <p:sp>
        <p:nvSpPr>
          <p:cNvPr descr="Rectangle: Click to edit Master text styles&#10;Second level&#10;Third level&#10;Fourth level&#10;Fifth level" id="293" name="Google Shape;293;p17"/>
          <p:cNvSpPr txBox="1"/>
          <p:nvPr>
            <p:ph idx="1" type="body"/>
          </p:nvPr>
        </p:nvSpPr>
        <p:spPr>
          <a:xfrm>
            <a:off x="838200" y="1820875"/>
            <a:ext cx="8069100" cy="4099500"/>
          </a:xfrm>
          <a:prstGeom prst="rect">
            <a:avLst/>
          </a:prstGeom>
          <a:noFill/>
          <a:ln>
            <a:noFill/>
          </a:ln>
        </p:spPr>
        <p:txBody>
          <a:bodyPr anchorCtr="0" anchor="t" bIns="45700" lIns="91425" spcFirstLastPara="1" rIns="91425" wrap="square" tIns="45700">
            <a:normAutofit lnSpcReduction="20000"/>
          </a:bodyPr>
          <a:lstStyle/>
          <a:p>
            <a:pPr indent="0" lvl="0" marL="0" rtl="0" algn="l">
              <a:lnSpc>
                <a:spcPct val="90000"/>
              </a:lnSpc>
              <a:spcBef>
                <a:spcPts val="0"/>
              </a:spcBef>
              <a:spcAft>
                <a:spcPts val="0"/>
              </a:spcAft>
              <a:buSzPts val="5800"/>
              <a:buNone/>
            </a:pPr>
            <a:r>
              <a:rPr lang="en-US" sz="4000">
                <a:solidFill>
                  <a:srgbClr val="FF0000"/>
                </a:solidFill>
              </a:rPr>
              <a:t>The project</a:t>
            </a:r>
            <a:endParaRPr/>
          </a:p>
          <a:p>
            <a:pPr indent="-257809" lvl="1" marL="742950" rtl="0" algn="l">
              <a:spcBef>
                <a:spcPts val="1160"/>
              </a:spcBef>
              <a:spcAft>
                <a:spcPts val="0"/>
              </a:spcAft>
              <a:buSzPts val="4060"/>
              <a:buChar char="•"/>
            </a:pPr>
            <a:r>
              <a:rPr lang="en-US" sz="2800">
                <a:solidFill>
                  <a:srgbClr val="262626"/>
                </a:solidFill>
              </a:rPr>
              <a:t>Moves systematically through </a:t>
            </a:r>
            <a:r>
              <a:rPr b="1" lang="en-US" sz="2800">
                <a:solidFill>
                  <a:srgbClr val="262626"/>
                </a:solidFill>
              </a:rPr>
              <a:t>phases</a:t>
            </a:r>
            <a:r>
              <a:rPr lang="en-US" sz="2800">
                <a:solidFill>
                  <a:srgbClr val="262626"/>
                </a:solidFill>
              </a:rPr>
              <a:t> where each phase has a standard set of outputs</a:t>
            </a:r>
            <a:endParaRPr/>
          </a:p>
          <a:p>
            <a:pPr indent="-257809" lvl="1" marL="742950" rtl="0" algn="l">
              <a:spcBef>
                <a:spcPts val="1160"/>
              </a:spcBef>
              <a:spcAft>
                <a:spcPts val="0"/>
              </a:spcAft>
              <a:buSzPts val="4060"/>
              <a:buChar char="•"/>
            </a:pPr>
            <a:r>
              <a:rPr lang="en-US" sz="2800">
                <a:solidFill>
                  <a:srgbClr val="262626"/>
                </a:solidFill>
              </a:rPr>
              <a:t>Produces project </a:t>
            </a:r>
            <a:r>
              <a:rPr b="1" lang="en-US" sz="2800">
                <a:solidFill>
                  <a:srgbClr val="262626"/>
                </a:solidFill>
              </a:rPr>
              <a:t>deliverables</a:t>
            </a:r>
            <a:endParaRPr/>
          </a:p>
          <a:p>
            <a:pPr indent="-257809" lvl="1" marL="742950" rtl="0" algn="l">
              <a:spcBef>
                <a:spcPts val="1160"/>
              </a:spcBef>
              <a:spcAft>
                <a:spcPts val="0"/>
              </a:spcAft>
              <a:buSzPts val="4060"/>
              <a:buChar char="•"/>
            </a:pPr>
            <a:r>
              <a:rPr lang="en-US" sz="2800">
                <a:solidFill>
                  <a:srgbClr val="262626"/>
                </a:solidFill>
              </a:rPr>
              <a:t>Uses deliverables in implementation</a:t>
            </a:r>
            <a:endParaRPr/>
          </a:p>
          <a:p>
            <a:pPr indent="-257809" lvl="1" marL="742950" rtl="0" algn="l">
              <a:spcBef>
                <a:spcPts val="1160"/>
              </a:spcBef>
              <a:spcAft>
                <a:spcPts val="0"/>
              </a:spcAft>
              <a:buSzPts val="4060"/>
              <a:buChar char="•"/>
            </a:pPr>
            <a:r>
              <a:rPr lang="en-US" sz="2800">
                <a:solidFill>
                  <a:srgbClr val="262626"/>
                </a:solidFill>
              </a:rPr>
              <a:t>Results in actual information system</a:t>
            </a:r>
            <a:endParaRPr/>
          </a:p>
          <a:p>
            <a:pPr indent="-257809" lvl="1" marL="742950" rtl="0" algn="l">
              <a:spcBef>
                <a:spcPts val="1160"/>
              </a:spcBef>
              <a:spcAft>
                <a:spcPts val="0"/>
              </a:spcAft>
              <a:buSzPts val="4060"/>
              <a:buChar char="•"/>
            </a:pPr>
            <a:r>
              <a:rPr lang="en-US" sz="2800">
                <a:solidFill>
                  <a:srgbClr val="262626"/>
                </a:solidFill>
              </a:rPr>
              <a:t>Uses </a:t>
            </a:r>
            <a:r>
              <a:rPr i="1" lang="en-US" sz="2800">
                <a:solidFill>
                  <a:srgbClr val="262626"/>
                </a:solidFill>
              </a:rPr>
              <a:t>gradual refinement</a:t>
            </a:r>
            <a:endParaRPr>
              <a:solidFill>
                <a:srgbClr val="262626"/>
              </a:solidFill>
            </a:endParaRPr>
          </a:p>
        </p:txBody>
      </p:sp>
      <p:sp>
        <p:nvSpPr>
          <p:cNvPr id="294" name="Google Shape;294;p17"/>
          <p:cNvSpPr txBox="1"/>
          <p:nvPr>
            <p:ph idx="11" type="ftr"/>
          </p:nvPr>
        </p:nvSpPr>
        <p:spPr>
          <a:xfrm>
            <a:off x="2036739" y="6473298"/>
            <a:ext cx="5314517"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Prepared by: Dr. Muhammad Iqbal Hossain</a:t>
            </a:r>
            <a:endParaRPr/>
          </a:p>
        </p:txBody>
      </p:sp>
      <p:sp>
        <p:nvSpPr>
          <p:cNvPr id="295" name="Google Shape;295;p17"/>
          <p:cNvSpPr txBox="1"/>
          <p:nvPr>
            <p:ph idx="10" type="dt"/>
          </p:nvPr>
        </p:nvSpPr>
        <p:spPr>
          <a:xfrm>
            <a:off x="7401494" y="6492875"/>
            <a:ext cx="857473"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1/25/2021</a:t>
            </a:r>
            <a:endParaRPr/>
          </a:p>
        </p:txBody>
      </p:sp>
      <p:sp>
        <p:nvSpPr>
          <p:cNvPr id="296" name="Google Shape;296;p17"/>
          <p:cNvSpPr txBox="1"/>
          <p:nvPr>
            <p:ph idx="12" type="sldNum"/>
          </p:nvPr>
        </p:nvSpPr>
        <p:spPr>
          <a:xfrm>
            <a:off x="8303106" y="6482881"/>
            <a:ext cx="427833"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0" name="Shape 300"/>
        <p:cNvGrpSpPr/>
        <p:nvPr/>
      </p:nvGrpSpPr>
      <p:grpSpPr>
        <a:xfrm>
          <a:off x="0" y="0"/>
          <a:ext cx="0" cy="0"/>
          <a:chOff x="0" y="0"/>
          <a:chExt cx="0" cy="0"/>
        </a:xfrm>
      </p:grpSpPr>
      <p:sp>
        <p:nvSpPr>
          <p:cNvPr id="301" name="Google Shape;301;p18"/>
          <p:cNvSpPr txBox="1"/>
          <p:nvPr>
            <p:ph type="title"/>
          </p:nvPr>
        </p:nvSpPr>
        <p:spPr>
          <a:xfrm>
            <a:off x="685800" y="296863"/>
            <a:ext cx="7269163" cy="777875"/>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000"/>
              <a:buFont typeface="Corbel"/>
              <a:buNone/>
            </a:pPr>
            <a:r>
              <a:rPr lang="en-US"/>
              <a:t>Project Phases</a:t>
            </a:r>
            <a:endParaRPr/>
          </a:p>
        </p:txBody>
      </p:sp>
      <p:sp>
        <p:nvSpPr>
          <p:cNvPr descr="Rectangle: Click to edit Master text styles&#10;Second level&#10;Third level&#10;Fourth level&#10;Fifth level" id="302" name="Google Shape;302;p18"/>
          <p:cNvSpPr txBox="1"/>
          <p:nvPr>
            <p:ph idx="1" type="body"/>
          </p:nvPr>
        </p:nvSpPr>
        <p:spPr>
          <a:xfrm>
            <a:off x="876300" y="1676400"/>
            <a:ext cx="8039100" cy="4166400"/>
          </a:xfrm>
          <a:prstGeom prst="rect">
            <a:avLst/>
          </a:prstGeom>
          <a:noFill/>
          <a:ln>
            <a:noFill/>
          </a:ln>
        </p:spPr>
        <p:txBody>
          <a:bodyPr anchorCtr="0" anchor="t" bIns="45700" lIns="91425" spcFirstLastPara="1" rIns="91425" wrap="square" tIns="45700">
            <a:normAutofit fontScale="70000" lnSpcReduction="20000"/>
          </a:bodyPr>
          <a:lstStyle/>
          <a:p>
            <a:pPr indent="-206248" lvl="0" marL="182880" rtl="0" algn="l">
              <a:spcBef>
                <a:spcPts val="0"/>
              </a:spcBef>
              <a:spcAft>
                <a:spcPts val="0"/>
              </a:spcAft>
              <a:buSzPct val="145000"/>
              <a:buChar char="•"/>
            </a:pPr>
            <a:r>
              <a:rPr b="1" lang="en-US" sz="3200">
                <a:solidFill>
                  <a:srgbClr val="FF0000"/>
                </a:solidFill>
              </a:rPr>
              <a:t>Planning</a:t>
            </a:r>
            <a:endParaRPr/>
          </a:p>
          <a:p>
            <a:pPr indent="-154686" lvl="1" marL="742950" rtl="0" algn="l">
              <a:spcBef>
                <a:spcPts val="1080"/>
              </a:spcBef>
              <a:spcAft>
                <a:spcPts val="0"/>
              </a:spcAft>
              <a:buSzPct val="145000"/>
              <a:buChar char="•"/>
            </a:pPr>
            <a:r>
              <a:rPr lang="en-US" sz="2400">
                <a:solidFill>
                  <a:srgbClr val="262626"/>
                </a:solidFill>
              </a:rPr>
              <a:t>Why build the system?</a:t>
            </a:r>
            <a:endParaRPr/>
          </a:p>
          <a:p>
            <a:pPr indent="-206248" lvl="0" marL="182880" rtl="0" algn="l">
              <a:spcBef>
                <a:spcPts val="1240"/>
              </a:spcBef>
              <a:spcAft>
                <a:spcPts val="0"/>
              </a:spcAft>
              <a:buSzPct val="145000"/>
              <a:buChar char="•"/>
            </a:pPr>
            <a:r>
              <a:rPr b="1" lang="en-US" sz="3200">
                <a:solidFill>
                  <a:srgbClr val="FF0000"/>
                </a:solidFill>
              </a:rPr>
              <a:t>Analysis</a:t>
            </a:r>
            <a:endParaRPr/>
          </a:p>
          <a:p>
            <a:pPr indent="-154686" lvl="1" marL="742950" rtl="0" algn="l">
              <a:spcBef>
                <a:spcPts val="1080"/>
              </a:spcBef>
              <a:spcAft>
                <a:spcPts val="0"/>
              </a:spcAft>
              <a:buSzPct val="145000"/>
              <a:buChar char="•"/>
            </a:pPr>
            <a:r>
              <a:rPr lang="en-US" sz="2400">
                <a:solidFill>
                  <a:srgbClr val="262626"/>
                </a:solidFill>
              </a:rPr>
              <a:t>Who, what, when, where will the system be?</a:t>
            </a:r>
            <a:endParaRPr/>
          </a:p>
          <a:p>
            <a:pPr indent="-206248" lvl="0" marL="182880" rtl="0" algn="l">
              <a:spcBef>
                <a:spcPts val="1240"/>
              </a:spcBef>
              <a:spcAft>
                <a:spcPts val="0"/>
              </a:spcAft>
              <a:buSzPct val="145000"/>
              <a:buChar char="•"/>
            </a:pPr>
            <a:r>
              <a:rPr b="1" lang="en-US" sz="3200">
                <a:solidFill>
                  <a:srgbClr val="FF0000"/>
                </a:solidFill>
              </a:rPr>
              <a:t>Design</a:t>
            </a:r>
            <a:endParaRPr/>
          </a:p>
          <a:p>
            <a:pPr indent="-154686" lvl="1" marL="742950" rtl="0" algn="l">
              <a:spcBef>
                <a:spcPts val="1080"/>
              </a:spcBef>
              <a:spcAft>
                <a:spcPts val="0"/>
              </a:spcAft>
              <a:buSzPct val="145000"/>
              <a:buChar char="•"/>
            </a:pPr>
            <a:r>
              <a:rPr lang="en-US" sz="2400">
                <a:solidFill>
                  <a:srgbClr val="262626"/>
                </a:solidFill>
              </a:rPr>
              <a:t>How will the system work?</a:t>
            </a:r>
            <a:endParaRPr/>
          </a:p>
          <a:p>
            <a:pPr indent="-206248" lvl="0" marL="182880" rtl="0" algn="l">
              <a:spcBef>
                <a:spcPts val="1240"/>
              </a:spcBef>
              <a:spcAft>
                <a:spcPts val="0"/>
              </a:spcAft>
              <a:buSzPct val="145000"/>
              <a:buChar char="•"/>
            </a:pPr>
            <a:r>
              <a:rPr b="1" lang="en-US" sz="3200">
                <a:solidFill>
                  <a:srgbClr val="FF0000"/>
                </a:solidFill>
              </a:rPr>
              <a:t>Implementation</a:t>
            </a:r>
            <a:endParaRPr/>
          </a:p>
          <a:p>
            <a:pPr indent="-154686" lvl="1" marL="742950" rtl="0" algn="l">
              <a:spcBef>
                <a:spcPts val="1080"/>
              </a:spcBef>
              <a:spcAft>
                <a:spcPts val="0"/>
              </a:spcAft>
              <a:buSzPct val="145000"/>
              <a:buChar char="•"/>
            </a:pPr>
            <a:r>
              <a:rPr lang="en-US" sz="2400">
                <a:solidFill>
                  <a:srgbClr val="262626"/>
                </a:solidFill>
              </a:rPr>
              <a:t>System delivery</a:t>
            </a:r>
            <a:endParaRPr sz="2800">
              <a:solidFill>
                <a:srgbClr val="262626"/>
              </a:solidFill>
            </a:endParaRPr>
          </a:p>
        </p:txBody>
      </p:sp>
      <p:sp>
        <p:nvSpPr>
          <p:cNvPr id="303" name="Google Shape;303;p18"/>
          <p:cNvSpPr txBox="1"/>
          <p:nvPr>
            <p:ph idx="11" type="ftr"/>
          </p:nvPr>
        </p:nvSpPr>
        <p:spPr>
          <a:xfrm>
            <a:off x="2036739" y="6473298"/>
            <a:ext cx="5314517"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Prepared by: Dr. Muhammad Iqbal Hossain</a:t>
            </a:r>
            <a:endParaRPr/>
          </a:p>
        </p:txBody>
      </p:sp>
      <p:sp>
        <p:nvSpPr>
          <p:cNvPr id="304" name="Google Shape;304;p18"/>
          <p:cNvSpPr txBox="1"/>
          <p:nvPr>
            <p:ph idx="10" type="dt"/>
          </p:nvPr>
        </p:nvSpPr>
        <p:spPr>
          <a:xfrm>
            <a:off x="7401494" y="6492875"/>
            <a:ext cx="857473"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1/25/2021</a:t>
            </a:r>
            <a:endParaRPr/>
          </a:p>
        </p:txBody>
      </p:sp>
      <p:sp>
        <p:nvSpPr>
          <p:cNvPr id="305" name="Google Shape;305;p18"/>
          <p:cNvSpPr txBox="1"/>
          <p:nvPr>
            <p:ph idx="12" type="sldNum"/>
          </p:nvPr>
        </p:nvSpPr>
        <p:spPr>
          <a:xfrm>
            <a:off x="8303106" y="6482881"/>
            <a:ext cx="427833"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9" name="Shape 309"/>
        <p:cNvGrpSpPr/>
        <p:nvPr/>
      </p:nvGrpSpPr>
      <p:grpSpPr>
        <a:xfrm>
          <a:off x="0" y="0"/>
          <a:ext cx="0" cy="0"/>
          <a:chOff x="0" y="0"/>
          <a:chExt cx="0" cy="0"/>
        </a:xfrm>
      </p:grpSpPr>
      <p:sp>
        <p:nvSpPr>
          <p:cNvPr id="310" name="Google Shape;310;p19"/>
          <p:cNvSpPr txBox="1"/>
          <p:nvPr>
            <p:ph type="title"/>
          </p:nvPr>
        </p:nvSpPr>
        <p:spPr>
          <a:xfrm>
            <a:off x="946150" y="365125"/>
            <a:ext cx="7269163" cy="930275"/>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000"/>
              <a:buFont typeface="Corbel"/>
              <a:buNone/>
            </a:pPr>
            <a:r>
              <a:rPr lang="en-US"/>
              <a:t>Planning</a:t>
            </a:r>
            <a:endParaRPr>
              <a:solidFill>
                <a:srgbClr val="660066"/>
              </a:solidFill>
            </a:endParaRPr>
          </a:p>
        </p:txBody>
      </p:sp>
      <p:sp>
        <p:nvSpPr>
          <p:cNvPr descr="Rectangle: Click to edit Master text styles&#10;Second level&#10;Third level&#10;Fourth level&#10;Fifth level" id="311" name="Google Shape;311;p19"/>
          <p:cNvSpPr txBox="1"/>
          <p:nvPr>
            <p:ph idx="1" type="body"/>
          </p:nvPr>
        </p:nvSpPr>
        <p:spPr>
          <a:xfrm>
            <a:off x="982133" y="1600199"/>
            <a:ext cx="7857067" cy="4800599"/>
          </a:xfrm>
          <a:prstGeom prst="rect">
            <a:avLst/>
          </a:prstGeom>
          <a:noFill/>
          <a:ln>
            <a:noFill/>
          </a:ln>
        </p:spPr>
        <p:txBody>
          <a:bodyPr anchorCtr="0" anchor="t" bIns="45700" lIns="91425" spcFirstLastPara="1" rIns="91425" wrap="square" tIns="45700">
            <a:normAutofit/>
          </a:bodyPr>
          <a:lstStyle/>
          <a:p>
            <a:pPr indent="-257809" lvl="0" marL="182880" rtl="0" algn="l">
              <a:spcBef>
                <a:spcPts val="0"/>
              </a:spcBef>
              <a:spcAft>
                <a:spcPts val="0"/>
              </a:spcAft>
              <a:buSzPts val="4060"/>
              <a:buChar char="•"/>
            </a:pPr>
            <a:r>
              <a:rPr lang="en-US" sz="2800"/>
              <a:t>Identifying business value</a:t>
            </a:r>
            <a:endParaRPr/>
          </a:p>
          <a:p>
            <a:pPr indent="-257809" lvl="0" marL="182880" rtl="0" algn="l">
              <a:spcBef>
                <a:spcPts val="1160"/>
              </a:spcBef>
              <a:spcAft>
                <a:spcPts val="0"/>
              </a:spcAft>
              <a:buSzPts val="4060"/>
              <a:buChar char="•"/>
            </a:pPr>
            <a:r>
              <a:rPr lang="en-US" sz="2800"/>
              <a:t>Analyze feasibility</a:t>
            </a:r>
            <a:endParaRPr/>
          </a:p>
          <a:p>
            <a:pPr indent="-257809" lvl="0" marL="182880" rtl="0" algn="l">
              <a:spcBef>
                <a:spcPts val="1160"/>
              </a:spcBef>
              <a:spcAft>
                <a:spcPts val="0"/>
              </a:spcAft>
              <a:buSzPts val="4060"/>
              <a:buChar char="•"/>
            </a:pPr>
            <a:r>
              <a:rPr lang="en-US" sz="2800"/>
              <a:t>Develop work plan</a:t>
            </a:r>
            <a:endParaRPr/>
          </a:p>
          <a:p>
            <a:pPr indent="-257809" lvl="0" marL="182880" rtl="0" algn="l">
              <a:spcBef>
                <a:spcPts val="1160"/>
              </a:spcBef>
              <a:spcAft>
                <a:spcPts val="0"/>
              </a:spcAft>
              <a:buSzPts val="4060"/>
              <a:buChar char="•"/>
            </a:pPr>
            <a:r>
              <a:rPr lang="en-US" sz="2800"/>
              <a:t>Staff the project</a:t>
            </a:r>
            <a:endParaRPr/>
          </a:p>
          <a:p>
            <a:pPr indent="-257809" lvl="0" marL="182880" rtl="0" algn="l">
              <a:spcBef>
                <a:spcPts val="1160"/>
              </a:spcBef>
              <a:spcAft>
                <a:spcPts val="0"/>
              </a:spcAft>
              <a:buSzPts val="4060"/>
              <a:buChar char="•"/>
            </a:pPr>
            <a:r>
              <a:rPr lang="en-US" sz="2800"/>
              <a:t>Control and direct project</a:t>
            </a:r>
            <a:endParaRPr/>
          </a:p>
        </p:txBody>
      </p:sp>
      <p:sp>
        <p:nvSpPr>
          <p:cNvPr id="312" name="Google Shape;312;p19"/>
          <p:cNvSpPr txBox="1"/>
          <p:nvPr>
            <p:ph idx="11" type="ftr"/>
          </p:nvPr>
        </p:nvSpPr>
        <p:spPr>
          <a:xfrm>
            <a:off x="2036739" y="6473298"/>
            <a:ext cx="5314517"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Prepared by: Dr. Muhammad Iqbal Hossain</a:t>
            </a:r>
            <a:endParaRPr/>
          </a:p>
        </p:txBody>
      </p:sp>
      <p:sp>
        <p:nvSpPr>
          <p:cNvPr id="313" name="Google Shape;313;p19"/>
          <p:cNvSpPr txBox="1"/>
          <p:nvPr>
            <p:ph idx="10" type="dt"/>
          </p:nvPr>
        </p:nvSpPr>
        <p:spPr>
          <a:xfrm>
            <a:off x="7401494" y="6492875"/>
            <a:ext cx="857473"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1/25/2021</a:t>
            </a:r>
            <a:endParaRPr/>
          </a:p>
        </p:txBody>
      </p:sp>
      <p:sp>
        <p:nvSpPr>
          <p:cNvPr id="314" name="Google Shape;314;p19"/>
          <p:cNvSpPr txBox="1"/>
          <p:nvPr>
            <p:ph idx="12" type="sldNum"/>
          </p:nvPr>
        </p:nvSpPr>
        <p:spPr>
          <a:xfrm>
            <a:off x="8303106" y="6482881"/>
            <a:ext cx="427833"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8" name="Shape 318"/>
        <p:cNvGrpSpPr/>
        <p:nvPr/>
      </p:nvGrpSpPr>
      <p:grpSpPr>
        <a:xfrm>
          <a:off x="0" y="0"/>
          <a:ext cx="0" cy="0"/>
          <a:chOff x="0" y="0"/>
          <a:chExt cx="0" cy="0"/>
        </a:xfrm>
      </p:grpSpPr>
      <p:sp>
        <p:nvSpPr>
          <p:cNvPr id="319" name="Google Shape;319;p20"/>
          <p:cNvSpPr txBox="1"/>
          <p:nvPr>
            <p:ph type="title"/>
          </p:nvPr>
        </p:nvSpPr>
        <p:spPr>
          <a:xfrm>
            <a:off x="946150" y="365125"/>
            <a:ext cx="7269163" cy="854075"/>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000"/>
              <a:buFont typeface="Corbel"/>
              <a:buNone/>
            </a:pPr>
            <a:r>
              <a:rPr lang="en-US"/>
              <a:t>Analysis</a:t>
            </a:r>
            <a:endParaRPr>
              <a:solidFill>
                <a:srgbClr val="660066"/>
              </a:solidFill>
            </a:endParaRPr>
          </a:p>
        </p:txBody>
      </p:sp>
      <p:sp>
        <p:nvSpPr>
          <p:cNvPr descr="Rectangle: Click to edit Master text styles&#10;Second level&#10;Third level&#10;Fourth level&#10;Fifth level" id="320" name="Google Shape;320;p20"/>
          <p:cNvSpPr txBox="1"/>
          <p:nvPr>
            <p:ph idx="1" type="body"/>
          </p:nvPr>
        </p:nvSpPr>
        <p:spPr>
          <a:xfrm>
            <a:off x="982133" y="1600199"/>
            <a:ext cx="7857067" cy="4800599"/>
          </a:xfrm>
          <a:prstGeom prst="rect">
            <a:avLst/>
          </a:prstGeom>
          <a:noFill/>
          <a:ln>
            <a:noFill/>
          </a:ln>
        </p:spPr>
        <p:txBody>
          <a:bodyPr anchorCtr="0" anchor="t" bIns="45700" lIns="91425" spcFirstLastPara="1" rIns="91425" wrap="square" tIns="45700">
            <a:normAutofit/>
          </a:bodyPr>
          <a:lstStyle/>
          <a:p>
            <a:pPr indent="-257809" lvl="0" marL="182880" rtl="0" algn="l">
              <a:spcBef>
                <a:spcPts val="0"/>
              </a:spcBef>
              <a:spcAft>
                <a:spcPts val="0"/>
              </a:spcAft>
              <a:buSzPts val="4060"/>
              <a:buChar char="•"/>
            </a:pPr>
            <a:r>
              <a:rPr lang="en-US" sz="2800"/>
              <a:t>Analysis strategy</a:t>
            </a:r>
            <a:endParaRPr/>
          </a:p>
          <a:p>
            <a:pPr indent="-220980" lvl="1" marL="742950" rtl="0" algn="l">
              <a:spcBef>
                <a:spcPts val="1080"/>
              </a:spcBef>
              <a:spcAft>
                <a:spcPts val="0"/>
              </a:spcAft>
              <a:buSzPts val="3480"/>
              <a:buChar char="•"/>
            </a:pPr>
            <a:r>
              <a:rPr lang="en-US" sz="2400">
                <a:solidFill>
                  <a:srgbClr val="262626"/>
                </a:solidFill>
              </a:rPr>
              <a:t>Analysis of </a:t>
            </a:r>
            <a:r>
              <a:rPr i="1" lang="en-US" sz="2400">
                <a:solidFill>
                  <a:srgbClr val="262626"/>
                </a:solidFill>
              </a:rPr>
              <a:t>current system</a:t>
            </a:r>
            <a:endParaRPr/>
          </a:p>
          <a:p>
            <a:pPr indent="-220980" lvl="1" marL="742950" rtl="0" algn="l">
              <a:spcBef>
                <a:spcPts val="1080"/>
              </a:spcBef>
              <a:spcAft>
                <a:spcPts val="0"/>
              </a:spcAft>
              <a:buSzPts val="3480"/>
              <a:buChar char="•"/>
            </a:pPr>
            <a:r>
              <a:rPr lang="en-US" sz="2400">
                <a:solidFill>
                  <a:srgbClr val="262626"/>
                </a:solidFill>
              </a:rPr>
              <a:t>Ways to design </a:t>
            </a:r>
            <a:r>
              <a:rPr b="1" lang="en-US" sz="2400">
                <a:solidFill>
                  <a:srgbClr val="262626"/>
                </a:solidFill>
              </a:rPr>
              <a:t>new system</a:t>
            </a:r>
            <a:endParaRPr/>
          </a:p>
          <a:p>
            <a:pPr indent="-257809" lvl="0" marL="182880" rtl="0" algn="l">
              <a:spcBef>
                <a:spcPts val="1160"/>
              </a:spcBef>
              <a:spcAft>
                <a:spcPts val="0"/>
              </a:spcAft>
              <a:buSzPts val="4060"/>
              <a:buChar char="•"/>
            </a:pPr>
            <a:r>
              <a:rPr lang="en-US" sz="2800"/>
              <a:t>Requirements gathering</a:t>
            </a:r>
            <a:endParaRPr/>
          </a:p>
          <a:p>
            <a:pPr indent="-220980" lvl="1" marL="742950" rtl="0" algn="l">
              <a:spcBef>
                <a:spcPts val="1080"/>
              </a:spcBef>
              <a:spcAft>
                <a:spcPts val="0"/>
              </a:spcAft>
              <a:buSzPts val="3480"/>
              <a:buChar char="•"/>
            </a:pPr>
            <a:r>
              <a:rPr lang="en-US" sz="2400">
                <a:solidFill>
                  <a:srgbClr val="262626"/>
                </a:solidFill>
              </a:rPr>
              <a:t>Interviews, questionnaires etc.</a:t>
            </a:r>
            <a:endParaRPr/>
          </a:p>
          <a:p>
            <a:pPr indent="-257809" lvl="0" marL="182880" rtl="0" algn="l">
              <a:spcBef>
                <a:spcPts val="1160"/>
              </a:spcBef>
              <a:spcAft>
                <a:spcPts val="0"/>
              </a:spcAft>
              <a:buSzPts val="4060"/>
              <a:buChar char="•"/>
            </a:pPr>
            <a:r>
              <a:rPr lang="en-US" sz="2800"/>
              <a:t>Process modeling</a:t>
            </a:r>
            <a:endParaRPr/>
          </a:p>
          <a:p>
            <a:pPr indent="-257809" lvl="0" marL="182880" rtl="0" algn="l">
              <a:spcBef>
                <a:spcPts val="1160"/>
              </a:spcBef>
              <a:spcAft>
                <a:spcPts val="0"/>
              </a:spcAft>
              <a:buSzPts val="4060"/>
              <a:buChar char="•"/>
            </a:pPr>
            <a:r>
              <a:rPr lang="en-US" sz="2800"/>
              <a:t>Data modeling</a:t>
            </a:r>
            <a:endParaRPr/>
          </a:p>
        </p:txBody>
      </p:sp>
      <p:sp>
        <p:nvSpPr>
          <p:cNvPr id="321" name="Google Shape;321;p20"/>
          <p:cNvSpPr txBox="1"/>
          <p:nvPr>
            <p:ph idx="11" type="ftr"/>
          </p:nvPr>
        </p:nvSpPr>
        <p:spPr>
          <a:xfrm>
            <a:off x="2036739" y="6473298"/>
            <a:ext cx="5314517"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Prepared by: Dr. Muhammad Iqbal Hossain</a:t>
            </a:r>
            <a:endParaRPr/>
          </a:p>
        </p:txBody>
      </p:sp>
      <p:sp>
        <p:nvSpPr>
          <p:cNvPr id="322" name="Google Shape;322;p20"/>
          <p:cNvSpPr txBox="1"/>
          <p:nvPr>
            <p:ph idx="10" type="dt"/>
          </p:nvPr>
        </p:nvSpPr>
        <p:spPr>
          <a:xfrm>
            <a:off x="7401494" y="6492875"/>
            <a:ext cx="857473"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1/25/2021</a:t>
            </a:r>
            <a:endParaRPr/>
          </a:p>
        </p:txBody>
      </p:sp>
      <p:sp>
        <p:nvSpPr>
          <p:cNvPr id="323" name="Google Shape;323;p20"/>
          <p:cNvSpPr txBox="1"/>
          <p:nvPr>
            <p:ph idx="12" type="sldNum"/>
          </p:nvPr>
        </p:nvSpPr>
        <p:spPr>
          <a:xfrm>
            <a:off x="8303106" y="6482881"/>
            <a:ext cx="427833"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7" name="Shape 327"/>
        <p:cNvGrpSpPr/>
        <p:nvPr/>
      </p:nvGrpSpPr>
      <p:grpSpPr>
        <a:xfrm>
          <a:off x="0" y="0"/>
          <a:ext cx="0" cy="0"/>
          <a:chOff x="0" y="0"/>
          <a:chExt cx="0" cy="0"/>
        </a:xfrm>
      </p:grpSpPr>
      <p:sp>
        <p:nvSpPr>
          <p:cNvPr id="328" name="Google Shape;328;p21"/>
          <p:cNvSpPr txBox="1"/>
          <p:nvPr>
            <p:ph type="title"/>
          </p:nvPr>
        </p:nvSpPr>
        <p:spPr>
          <a:xfrm>
            <a:off x="946150" y="365125"/>
            <a:ext cx="7269163" cy="777875"/>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000"/>
              <a:buFont typeface="Corbel"/>
              <a:buNone/>
            </a:pPr>
            <a:r>
              <a:rPr lang="en-US"/>
              <a:t>Design</a:t>
            </a:r>
            <a:endParaRPr>
              <a:solidFill>
                <a:srgbClr val="660066"/>
              </a:solidFill>
            </a:endParaRPr>
          </a:p>
        </p:txBody>
      </p:sp>
      <p:sp>
        <p:nvSpPr>
          <p:cNvPr descr="Rectangle: Click to edit Master text styles&#10;Second level&#10;Third level&#10;Fourth level&#10;Fifth level" id="329" name="Google Shape;329;p21"/>
          <p:cNvSpPr txBox="1"/>
          <p:nvPr>
            <p:ph idx="1" type="body"/>
          </p:nvPr>
        </p:nvSpPr>
        <p:spPr>
          <a:xfrm>
            <a:off x="982133" y="1600199"/>
            <a:ext cx="7857067" cy="4800599"/>
          </a:xfrm>
          <a:prstGeom prst="rect">
            <a:avLst/>
          </a:prstGeom>
          <a:noFill/>
          <a:ln>
            <a:noFill/>
          </a:ln>
        </p:spPr>
        <p:txBody>
          <a:bodyPr anchorCtr="0" anchor="t" bIns="45700" lIns="91425" spcFirstLastPara="1" rIns="91425" wrap="square" tIns="45700">
            <a:normAutofit/>
          </a:bodyPr>
          <a:lstStyle/>
          <a:p>
            <a:pPr indent="-257809" lvl="0" marL="182880" rtl="0" algn="l">
              <a:spcBef>
                <a:spcPts val="0"/>
              </a:spcBef>
              <a:spcAft>
                <a:spcPts val="0"/>
              </a:spcAft>
              <a:buSzPts val="4060"/>
              <a:buChar char="•"/>
            </a:pPr>
            <a:r>
              <a:rPr lang="en-US" sz="2800"/>
              <a:t>Architectural design</a:t>
            </a:r>
            <a:endParaRPr/>
          </a:p>
          <a:p>
            <a:pPr indent="-220980" lvl="1" marL="742950" rtl="0" algn="l">
              <a:spcBef>
                <a:spcPts val="1080"/>
              </a:spcBef>
              <a:spcAft>
                <a:spcPts val="0"/>
              </a:spcAft>
              <a:buSzPts val="3480"/>
              <a:buChar char="•"/>
            </a:pPr>
            <a:r>
              <a:rPr b="1" lang="en-US" sz="2400">
                <a:solidFill>
                  <a:srgbClr val="262626"/>
                </a:solidFill>
              </a:rPr>
              <a:t>Hardware</a:t>
            </a:r>
            <a:endParaRPr/>
          </a:p>
          <a:p>
            <a:pPr indent="-220980" lvl="1" marL="742950" rtl="0" algn="l">
              <a:spcBef>
                <a:spcPts val="1080"/>
              </a:spcBef>
              <a:spcAft>
                <a:spcPts val="0"/>
              </a:spcAft>
              <a:buSzPts val="3480"/>
              <a:buChar char="•"/>
            </a:pPr>
            <a:r>
              <a:rPr b="1" lang="en-US" sz="2400">
                <a:solidFill>
                  <a:srgbClr val="262626"/>
                </a:solidFill>
              </a:rPr>
              <a:t>Software</a:t>
            </a:r>
            <a:endParaRPr/>
          </a:p>
          <a:p>
            <a:pPr indent="-220980" lvl="1" marL="742950" rtl="0" algn="l">
              <a:spcBef>
                <a:spcPts val="1080"/>
              </a:spcBef>
              <a:spcAft>
                <a:spcPts val="0"/>
              </a:spcAft>
              <a:buSzPts val="3480"/>
              <a:buChar char="•"/>
            </a:pPr>
            <a:r>
              <a:rPr b="1" lang="en-US" sz="2400">
                <a:solidFill>
                  <a:srgbClr val="262626"/>
                </a:solidFill>
              </a:rPr>
              <a:t>Network</a:t>
            </a:r>
            <a:r>
              <a:rPr lang="en-US" sz="2400">
                <a:solidFill>
                  <a:srgbClr val="262626"/>
                </a:solidFill>
              </a:rPr>
              <a:t> infrastructure</a:t>
            </a:r>
            <a:endParaRPr/>
          </a:p>
          <a:p>
            <a:pPr indent="-257809" lvl="0" marL="182880" rtl="0" algn="l">
              <a:spcBef>
                <a:spcPts val="1160"/>
              </a:spcBef>
              <a:spcAft>
                <a:spcPts val="0"/>
              </a:spcAft>
              <a:buSzPts val="4060"/>
              <a:buChar char="•"/>
            </a:pPr>
            <a:r>
              <a:rPr lang="en-US" sz="2800"/>
              <a:t>Interface design</a:t>
            </a:r>
            <a:endParaRPr/>
          </a:p>
          <a:p>
            <a:pPr indent="-257809" lvl="0" marL="182880" rtl="0" algn="l">
              <a:spcBef>
                <a:spcPts val="1160"/>
              </a:spcBef>
              <a:spcAft>
                <a:spcPts val="0"/>
              </a:spcAft>
              <a:buSzPts val="4060"/>
              <a:buChar char="•"/>
            </a:pPr>
            <a:r>
              <a:rPr lang="en-US" sz="2800"/>
              <a:t>Database and file design</a:t>
            </a:r>
            <a:endParaRPr/>
          </a:p>
          <a:p>
            <a:pPr indent="-257809" lvl="0" marL="182880" rtl="0" algn="l">
              <a:spcBef>
                <a:spcPts val="1160"/>
              </a:spcBef>
              <a:spcAft>
                <a:spcPts val="0"/>
              </a:spcAft>
              <a:buSzPts val="4060"/>
              <a:buChar char="•"/>
            </a:pPr>
            <a:r>
              <a:rPr lang="en-US" sz="2800"/>
              <a:t>Program design</a:t>
            </a:r>
            <a:endParaRPr/>
          </a:p>
        </p:txBody>
      </p:sp>
      <p:sp>
        <p:nvSpPr>
          <p:cNvPr id="330" name="Google Shape;330;p21"/>
          <p:cNvSpPr txBox="1"/>
          <p:nvPr>
            <p:ph idx="11" type="ftr"/>
          </p:nvPr>
        </p:nvSpPr>
        <p:spPr>
          <a:xfrm>
            <a:off x="2036739" y="6473298"/>
            <a:ext cx="5314517"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Prepared by: Dr. Muhammad Iqbal Hossain</a:t>
            </a:r>
            <a:endParaRPr/>
          </a:p>
        </p:txBody>
      </p:sp>
      <p:sp>
        <p:nvSpPr>
          <p:cNvPr id="331" name="Google Shape;331;p21"/>
          <p:cNvSpPr txBox="1"/>
          <p:nvPr>
            <p:ph idx="10" type="dt"/>
          </p:nvPr>
        </p:nvSpPr>
        <p:spPr>
          <a:xfrm>
            <a:off x="7401494" y="6492875"/>
            <a:ext cx="857473"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1/25/2021</a:t>
            </a:r>
            <a:endParaRPr/>
          </a:p>
        </p:txBody>
      </p:sp>
      <p:sp>
        <p:nvSpPr>
          <p:cNvPr id="332" name="Google Shape;332;p21"/>
          <p:cNvSpPr txBox="1"/>
          <p:nvPr>
            <p:ph idx="12" type="sldNum"/>
          </p:nvPr>
        </p:nvSpPr>
        <p:spPr>
          <a:xfrm>
            <a:off x="8303106" y="6482881"/>
            <a:ext cx="427833"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6" name="Shape 336"/>
        <p:cNvGrpSpPr/>
        <p:nvPr/>
      </p:nvGrpSpPr>
      <p:grpSpPr>
        <a:xfrm>
          <a:off x="0" y="0"/>
          <a:ext cx="0" cy="0"/>
          <a:chOff x="0" y="0"/>
          <a:chExt cx="0" cy="0"/>
        </a:xfrm>
      </p:grpSpPr>
      <p:sp>
        <p:nvSpPr>
          <p:cNvPr id="337" name="Google Shape;337;p22"/>
          <p:cNvSpPr txBox="1"/>
          <p:nvPr>
            <p:ph type="title"/>
          </p:nvPr>
        </p:nvSpPr>
        <p:spPr>
          <a:xfrm>
            <a:off x="946150" y="365125"/>
            <a:ext cx="7269163" cy="777875"/>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000"/>
              <a:buFont typeface="Corbel"/>
              <a:buNone/>
            </a:pPr>
            <a:r>
              <a:rPr lang="en-US"/>
              <a:t>Implementation</a:t>
            </a:r>
            <a:endParaRPr>
              <a:solidFill>
                <a:srgbClr val="660066"/>
              </a:solidFill>
            </a:endParaRPr>
          </a:p>
        </p:txBody>
      </p:sp>
      <p:sp>
        <p:nvSpPr>
          <p:cNvPr descr="Rectangle: Click to edit Master text styles&#10;Second level&#10;Third level&#10;Fourth level&#10;Fifth level" id="338" name="Google Shape;338;p22"/>
          <p:cNvSpPr txBox="1"/>
          <p:nvPr>
            <p:ph idx="1" type="body"/>
          </p:nvPr>
        </p:nvSpPr>
        <p:spPr>
          <a:xfrm>
            <a:off x="946150" y="1524000"/>
            <a:ext cx="7452300" cy="4249200"/>
          </a:xfrm>
          <a:prstGeom prst="rect">
            <a:avLst/>
          </a:prstGeom>
          <a:noFill/>
          <a:ln>
            <a:noFill/>
          </a:ln>
        </p:spPr>
        <p:txBody>
          <a:bodyPr anchorCtr="0" anchor="t" bIns="45700" lIns="91425" spcFirstLastPara="1" rIns="91425" wrap="square" tIns="45700">
            <a:normAutofit fontScale="70000" lnSpcReduction="20000"/>
          </a:bodyPr>
          <a:lstStyle/>
          <a:p>
            <a:pPr indent="-206248" lvl="0" marL="182880" rtl="0" algn="l">
              <a:spcBef>
                <a:spcPts val="0"/>
              </a:spcBef>
              <a:spcAft>
                <a:spcPts val="0"/>
              </a:spcAft>
              <a:buSzPct val="145000"/>
              <a:buChar char="•"/>
            </a:pPr>
            <a:r>
              <a:rPr b="1" lang="en-US" sz="3200"/>
              <a:t>Construction</a:t>
            </a:r>
            <a:endParaRPr/>
          </a:p>
          <a:p>
            <a:pPr indent="-180466" lvl="1" marL="742950" rtl="0" algn="l">
              <a:spcBef>
                <a:spcPts val="1160"/>
              </a:spcBef>
              <a:spcAft>
                <a:spcPts val="0"/>
              </a:spcAft>
              <a:buSzPct val="145000"/>
              <a:buChar char="•"/>
            </a:pPr>
            <a:r>
              <a:rPr lang="en-US" sz="2800">
                <a:solidFill>
                  <a:srgbClr val="262626"/>
                </a:solidFill>
              </a:rPr>
              <a:t>Writing programs</a:t>
            </a:r>
            <a:endParaRPr/>
          </a:p>
          <a:p>
            <a:pPr indent="-180466" lvl="1" marL="742950" rtl="0" algn="l">
              <a:spcBef>
                <a:spcPts val="1160"/>
              </a:spcBef>
              <a:spcAft>
                <a:spcPts val="0"/>
              </a:spcAft>
              <a:buSzPct val="145000"/>
              <a:buChar char="•"/>
            </a:pPr>
            <a:r>
              <a:rPr lang="en-US" sz="2800">
                <a:solidFill>
                  <a:srgbClr val="262626"/>
                </a:solidFill>
              </a:rPr>
              <a:t>Testing</a:t>
            </a:r>
            <a:endParaRPr/>
          </a:p>
          <a:p>
            <a:pPr indent="-206248" lvl="0" marL="182880" rtl="0" algn="l">
              <a:spcBef>
                <a:spcPts val="1240"/>
              </a:spcBef>
              <a:spcAft>
                <a:spcPts val="0"/>
              </a:spcAft>
              <a:buSzPct val="145000"/>
              <a:buChar char="•"/>
            </a:pPr>
            <a:r>
              <a:rPr b="1" lang="en-US" sz="3200"/>
              <a:t>Installation</a:t>
            </a:r>
            <a:endParaRPr/>
          </a:p>
          <a:p>
            <a:pPr indent="-180466" lvl="1" marL="742950" rtl="0" algn="l">
              <a:spcBef>
                <a:spcPts val="1160"/>
              </a:spcBef>
              <a:spcAft>
                <a:spcPts val="0"/>
              </a:spcAft>
              <a:buSzPct val="145000"/>
              <a:buChar char="•"/>
            </a:pPr>
            <a:r>
              <a:rPr lang="en-US" sz="2800">
                <a:solidFill>
                  <a:srgbClr val="262626"/>
                </a:solidFill>
              </a:rPr>
              <a:t>Replace old with new system</a:t>
            </a:r>
            <a:endParaRPr/>
          </a:p>
          <a:p>
            <a:pPr indent="-180466" lvl="1" marL="742950" rtl="0" algn="l">
              <a:spcBef>
                <a:spcPts val="1160"/>
              </a:spcBef>
              <a:spcAft>
                <a:spcPts val="0"/>
              </a:spcAft>
              <a:buSzPct val="145000"/>
              <a:buChar char="•"/>
            </a:pPr>
            <a:r>
              <a:rPr lang="en-US" sz="2800">
                <a:solidFill>
                  <a:srgbClr val="262626"/>
                </a:solidFill>
              </a:rPr>
              <a:t>Training users</a:t>
            </a:r>
            <a:endParaRPr/>
          </a:p>
          <a:p>
            <a:pPr indent="-206248" lvl="0" marL="182880" rtl="0" algn="l">
              <a:spcBef>
                <a:spcPts val="1240"/>
              </a:spcBef>
              <a:spcAft>
                <a:spcPts val="0"/>
              </a:spcAft>
              <a:buSzPct val="145000"/>
              <a:buChar char="•"/>
            </a:pPr>
            <a:r>
              <a:rPr lang="en-US" sz="3200"/>
              <a:t>Support Plan</a:t>
            </a:r>
            <a:endParaRPr/>
          </a:p>
          <a:p>
            <a:pPr indent="0" lvl="1" marL="742950" rtl="0" algn="l">
              <a:spcBef>
                <a:spcPts val="1160"/>
              </a:spcBef>
              <a:spcAft>
                <a:spcPts val="0"/>
              </a:spcAft>
              <a:buSzPct val="145000"/>
              <a:buNone/>
            </a:pPr>
            <a:r>
              <a:t/>
            </a:r>
            <a:endParaRPr sz="2800">
              <a:solidFill>
                <a:srgbClr val="262626"/>
              </a:solidFill>
            </a:endParaRPr>
          </a:p>
        </p:txBody>
      </p:sp>
      <p:sp>
        <p:nvSpPr>
          <p:cNvPr id="339" name="Google Shape;339;p22"/>
          <p:cNvSpPr txBox="1"/>
          <p:nvPr>
            <p:ph idx="11" type="ftr"/>
          </p:nvPr>
        </p:nvSpPr>
        <p:spPr>
          <a:xfrm>
            <a:off x="2036739" y="6473298"/>
            <a:ext cx="5314517"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Prepared by: Dr. Muhammad Iqbal Hossain</a:t>
            </a:r>
            <a:endParaRPr/>
          </a:p>
        </p:txBody>
      </p:sp>
      <p:sp>
        <p:nvSpPr>
          <p:cNvPr id="340" name="Google Shape;340;p22"/>
          <p:cNvSpPr txBox="1"/>
          <p:nvPr>
            <p:ph idx="10" type="dt"/>
          </p:nvPr>
        </p:nvSpPr>
        <p:spPr>
          <a:xfrm>
            <a:off x="7401494" y="6492875"/>
            <a:ext cx="857473"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1/25/2021</a:t>
            </a:r>
            <a:endParaRPr/>
          </a:p>
        </p:txBody>
      </p:sp>
      <p:sp>
        <p:nvSpPr>
          <p:cNvPr id="341" name="Google Shape;341;p22"/>
          <p:cNvSpPr txBox="1"/>
          <p:nvPr>
            <p:ph idx="12" type="sldNum"/>
          </p:nvPr>
        </p:nvSpPr>
        <p:spPr>
          <a:xfrm>
            <a:off x="8303106" y="6482881"/>
            <a:ext cx="427833"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5" name="Shape 345"/>
        <p:cNvGrpSpPr/>
        <p:nvPr/>
      </p:nvGrpSpPr>
      <p:grpSpPr>
        <a:xfrm>
          <a:off x="0" y="0"/>
          <a:ext cx="0" cy="0"/>
          <a:chOff x="0" y="0"/>
          <a:chExt cx="0" cy="0"/>
        </a:xfrm>
      </p:grpSpPr>
      <p:sp>
        <p:nvSpPr>
          <p:cNvPr id="346" name="Google Shape;346;p23"/>
          <p:cNvSpPr txBox="1"/>
          <p:nvPr>
            <p:ph type="title"/>
          </p:nvPr>
        </p:nvSpPr>
        <p:spPr>
          <a:xfrm>
            <a:off x="571500" y="304800"/>
            <a:ext cx="7772400" cy="8382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000"/>
              <a:buFont typeface="Corbel"/>
              <a:buNone/>
            </a:pPr>
            <a:r>
              <a:rPr lang="en-US"/>
              <a:t>Processes and Deliverables</a:t>
            </a:r>
            <a:endParaRPr/>
          </a:p>
        </p:txBody>
      </p:sp>
      <p:grpSp>
        <p:nvGrpSpPr>
          <p:cNvPr id="347" name="Google Shape;347;p23"/>
          <p:cNvGrpSpPr/>
          <p:nvPr/>
        </p:nvGrpSpPr>
        <p:grpSpPr>
          <a:xfrm>
            <a:off x="1676400" y="1523874"/>
            <a:ext cx="6324600" cy="4572000"/>
            <a:chOff x="912" y="1008"/>
            <a:chExt cx="3984" cy="2880"/>
          </a:xfrm>
        </p:grpSpPr>
        <p:sp>
          <p:nvSpPr>
            <p:cNvPr id="348" name="Google Shape;348;p23"/>
            <p:cNvSpPr/>
            <p:nvPr/>
          </p:nvSpPr>
          <p:spPr>
            <a:xfrm>
              <a:off x="912" y="1008"/>
              <a:ext cx="3984" cy="2880"/>
            </a:xfrm>
            <a:prstGeom prst="rect">
              <a:avLst/>
            </a:prstGeom>
            <a:solidFill>
              <a:srgbClr val="FFFFCC"/>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3600">
                <a:solidFill>
                  <a:schemeClr val="dk1"/>
                </a:solidFill>
                <a:latin typeface="Tahoma"/>
                <a:ea typeface="Tahoma"/>
                <a:cs typeface="Tahoma"/>
                <a:sym typeface="Tahoma"/>
              </a:endParaRPr>
            </a:p>
          </p:txBody>
        </p:sp>
        <p:sp>
          <p:nvSpPr>
            <p:cNvPr id="349" name="Google Shape;349;p23"/>
            <p:cNvSpPr/>
            <p:nvPr/>
          </p:nvSpPr>
          <p:spPr>
            <a:xfrm>
              <a:off x="912" y="1397"/>
              <a:ext cx="2016" cy="2491"/>
            </a:xfrm>
            <a:prstGeom prst="rect">
              <a:avLst/>
            </a:prstGeom>
            <a:solidFill>
              <a:srgbClr val="CCECF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3600">
                <a:solidFill>
                  <a:schemeClr val="dk1"/>
                </a:solidFill>
                <a:latin typeface="Tahoma"/>
                <a:ea typeface="Tahoma"/>
                <a:cs typeface="Tahoma"/>
                <a:sym typeface="Tahoma"/>
              </a:endParaRPr>
            </a:p>
          </p:txBody>
        </p:sp>
        <p:sp>
          <p:nvSpPr>
            <p:cNvPr id="350" name="Google Shape;350;p23"/>
            <p:cNvSpPr/>
            <p:nvPr/>
          </p:nvSpPr>
          <p:spPr>
            <a:xfrm>
              <a:off x="912" y="1008"/>
              <a:ext cx="3984" cy="384"/>
            </a:xfrm>
            <a:prstGeom prst="rect">
              <a:avLst/>
            </a:prstGeom>
            <a:solidFill>
              <a:srgbClr val="EAEAEA"/>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3600">
                <a:solidFill>
                  <a:schemeClr val="dk1"/>
                </a:solidFill>
                <a:latin typeface="Tahoma"/>
                <a:ea typeface="Tahoma"/>
                <a:cs typeface="Tahoma"/>
                <a:sym typeface="Tahoma"/>
              </a:endParaRPr>
            </a:p>
          </p:txBody>
        </p:sp>
        <p:sp>
          <p:nvSpPr>
            <p:cNvPr id="351" name="Google Shape;351;p23"/>
            <p:cNvSpPr txBox="1"/>
            <p:nvPr/>
          </p:nvSpPr>
          <p:spPr>
            <a:xfrm>
              <a:off x="1408" y="1104"/>
              <a:ext cx="721" cy="250"/>
            </a:xfrm>
            <a:prstGeom prst="rect">
              <a:avLst/>
            </a:prstGeom>
            <a:noFill/>
            <a:ln>
              <a:noFill/>
            </a:ln>
          </p:spPr>
          <p:txBody>
            <a:bodyPr anchorCtr="0" anchor="ctr" bIns="45700" lIns="91425" spcFirstLastPara="1" rIns="91425" wrap="square" tIns="45700">
              <a:spAutoFit/>
            </a:bodyPr>
            <a:lstStyle/>
            <a:p>
              <a:pPr indent="0" lvl="0" marL="0" marR="0" rtl="0" algn="ctr">
                <a:spcBef>
                  <a:spcPts val="0"/>
                </a:spcBef>
                <a:spcAft>
                  <a:spcPts val="0"/>
                </a:spcAft>
                <a:buNone/>
              </a:pPr>
              <a:r>
                <a:rPr lang="en-US" sz="2000">
                  <a:solidFill>
                    <a:schemeClr val="dk2"/>
                  </a:solidFill>
                  <a:latin typeface="Verdana"/>
                  <a:ea typeface="Verdana"/>
                  <a:cs typeface="Verdana"/>
                  <a:sym typeface="Verdana"/>
                </a:rPr>
                <a:t>Process</a:t>
              </a:r>
              <a:endParaRPr/>
            </a:p>
          </p:txBody>
        </p:sp>
        <p:sp>
          <p:nvSpPr>
            <p:cNvPr id="352" name="Google Shape;352;p23"/>
            <p:cNvSpPr txBox="1"/>
            <p:nvPr/>
          </p:nvSpPr>
          <p:spPr>
            <a:xfrm>
              <a:off x="3494" y="1104"/>
              <a:ext cx="724" cy="250"/>
            </a:xfrm>
            <a:prstGeom prst="rect">
              <a:avLst/>
            </a:prstGeom>
            <a:noFill/>
            <a:ln>
              <a:noFill/>
            </a:ln>
          </p:spPr>
          <p:txBody>
            <a:bodyPr anchorCtr="0" anchor="ctr" bIns="45700" lIns="91425" spcFirstLastPara="1" rIns="91425" wrap="square" tIns="45700">
              <a:spAutoFit/>
            </a:bodyPr>
            <a:lstStyle/>
            <a:p>
              <a:pPr indent="0" lvl="0" marL="0" marR="0" rtl="0" algn="ctr">
                <a:spcBef>
                  <a:spcPts val="0"/>
                </a:spcBef>
                <a:spcAft>
                  <a:spcPts val="0"/>
                </a:spcAft>
                <a:buNone/>
              </a:pPr>
              <a:r>
                <a:rPr lang="en-US" sz="2000">
                  <a:solidFill>
                    <a:schemeClr val="dk2"/>
                  </a:solidFill>
                  <a:latin typeface="Verdana"/>
                  <a:ea typeface="Verdana"/>
                  <a:cs typeface="Verdana"/>
                  <a:sym typeface="Verdana"/>
                </a:rPr>
                <a:t>Product</a:t>
              </a:r>
              <a:endParaRPr/>
            </a:p>
          </p:txBody>
        </p:sp>
        <p:sp>
          <p:nvSpPr>
            <p:cNvPr id="353" name="Google Shape;353;p23"/>
            <p:cNvSpPr txBox="1"/>
            <p:nvPr/>
          </p:nvSpPr>
          <p:spPr>
            <a:xfrm>
              <a:off x="1200" y="1488"/>
              <a:ext cx="1394" cy="1978"/>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None/>
              </a:pPr>
              <a:r>
                <a:rPr lang="en-US" sz="2000">
                  <a:solidFill>
                    <a:schemeClr val="dk1"/>
                  </a:solidFill>
                  <a:latin typeface="Verdana"/>
                  <a:ea typeface="Verdana"/>
                  <a:cs typeface="Verdana"/>
                  <a:sym typeface="Verdana"/>
                </a:rPr>
                <a:t>Planning</a:t>
              </a:r>
              <a:endParaRPr/>
            </a:p>
            <a:p>
              <a:pPr indent="0" lvl="0" marL="0" marR="0" rtl="0" algn="l">
                <a:spcBef>
                  <a:spcPts val="0"/>
                </a:spcBef>
                <a:spcAft>
                  <a:spcPts val="0"/>
                </a:spcAft>
                <a:buNone/>
              </a:pPr>
              <a:r>
                <a:t/>
              </a:r>
              <a:endParaRPr sz="2000">
                <a:solidFill>
                  <a:schemeClr val="dk1"/>
                </a:solidFill>
                <a:latin typeface="Verdana"/>
                <a:ea typeface="Verdana"/>
                <a:cs typeface="Verdana"/>
                <a:sym typeface="Verdana"/>
              </a:endParaRPr>
            </a:p>
            <a:p>
              <a:pPr indent="0" lvl="0" marL="0" marR="0" rtl="0" algn="l">
                <a:spcBef>
                  <a:spcPts val="0"/>
                </a:spcBef>
                <a:spcAft>
                  <a:spcPts val="0"/>
                </a:spcAft>
                <a:buNone/>
              </a:pPr>
              <a:r>
                <a:t/>
              </a:r>
              <a:endParaRPr sz="2000">
                <a:solidFill>
                  <a:schemeClr val="dk1"/>
                </a:solidFill>
                <a:latin typeface="Verdana"/>
                <a:ea typeface="Verdana"/>
                <a:cs typeface="Verdana"/>
                <a:sym typeface="Verdana"/>
              </a:endParaRPr>
            </a:p>
            <a:p>
              <a:pPr indent="0" lvl="0" marL="0" marR="0" rtl="0" algn="l">
                <a:spcBef>
                  <a:spcPts val="0"/>
                </a:spcBef>
                <a:spcAft>
                  <a:spcPts val="0"/>
                </a:spcAft>
                <a:buNone/>
              </a:pPr>
              <a:r>
                <a:rPr lang="en-US" sz="2000">
                  <a:solidFill>
                    <a:schemeClr val="dk1"/>
                  </a:solidFill>
                  <a:latin typeface="Verdana"/>
                  <a:ea typeface="Verdana"/>
                  <a:cs typeface="Verdana"/>
                  <a:sym typeface="Verdana"/>
                </a:rPr>
                <a:t>Analysis</a:t>
              </a:r>
              <a:endParaRPr/>
            </a:p>
            <a:p>
              <a:pPr indent="0" lvl="0" marL="0" marR="0" rtl="0" algn="l">
                <a:spcBef>
                  <a:spcPts val="0"/>
                </a:spcBef>
                <a:spcAft>
                  <a:spcPts val="0"/>
                </a:spcAft>
                <a:buNone/>
              </a:pPr>
              <a:r>
                <a:t/>
              </a:r>
              <a:endParaRPr sz="2000">
                <a:solidFill>
                  <a:schemeClr val="dk1"/>
                </a:solidFill>
                <a:latin typeface="Verdana"/>
                <a:ea typeface="Verdana"/>
                <a:cs typeface="Verdana"/>
                <a:sym typeface="Verdana"/>
              </a:endParaRPr>
            </a:p>
            <a:p>
              <a:pPr indent="0" lvl="0" marL="0" marR="0" rtl="0" algn="l">
                <a:spcBef>
                  <a:spcPts val="0"/>
                </a:spcBef>
                <a:spcAft>
                  <a:spcPts val="0"/>
                </a:spcAft>
                <a:buNone/>
              </a:pPr>
              <a:r>
                <a:t/>
              </a:r>
              <a:endParaRPr sz="2000">
                <a:solidFill>
                  <a:schemeClr val="dk1"/>
                </a:solidFill>
                <a:latin typeface="Verdana"/>
                <a:ea typeface="Verdana"/>
                <a:cs typeface="Verdana"/>
                <a:sym typeface="Verdana"/>
              </a:endParaRPr>
            </a:p>
            <a:p>
              <a:pPr indent="0" lvl="0" marL="0" marR="0" rtl="0" algn="l">
                <a:spcBef>
                  <a:spcPts val="0"/>
                </a:spcBef>
                <a:spcAft>
                  <a:spcPts val="0"/>
                </a:spcAft>
                <a:buNone/>
              </a:pPr>
              <a:r>
                <a:rPr lang="en-US" sz="2000">
                  <a:solidFill>
                    <a:schemeClr val="dk1"/>
                  </a:solidFill>
                  <a:latin typeface="Verdana"/>
                  <a:ea typeface="Verdana"/>
                  <a:cs typeface="Verdana"/>
                  <a:sym typeface="Verdana"/>
                </a:rPr>
                <a:t>Design</a:t>
              </a:r>
              <a:endParaRPr/>
            </a:p>
            <a:p>
              <a:pPr indent="0" lvl="0" marL="0" marR="0" rtl="0" algn="l">
                <a:spcBef>
                  <a:spcPts val="0"/>
                </a:spcBef>
                <a:spcAft>
                  <a:spcPts val="0"/>
                </a:spcAft>
                <a:buNone/>
              </a:pPr>
              <a:r>
                <a:t/>
              </a:r>
              <a:endParaRPr sz="2000">
                <a:solidFill>
                  <a:schemeClr val="dk1"/>
                </a:solidFill>
                <a:latin typeface="Verdana"/>
                <a:ea typeface="Verdana"/>
                <a:cs typeface="Verdana"/>
                <a:sym typeface="Verdana"/>
              </a:endParaRPr>
            </a:p>
            <a:p>
              <a:pPr indent="0" lvl="0" marL="0" marR="0" rtl="0" algn="l">
                <a:spcBef>
                  <a:spcPts val="0"/>
                </a:spcBef>
                <a:spcAft>
                  <a:spcPts val="0"/>
                </a:spcAft>
                <a:buNone/>
              </a:pPr>
              <a:r>
                <a:t/>
              </a:r>
              <a:endParaRPr sz="2000">
                <a:solidFill>
                  <a:schemeClr val="dk1"/>
                </a:solidFill>
                <a:latin typeface="Verdana"/>
                <a:ea typeface="Verdana"/>
                <a:cs typeface="Verdana"/>
                <a:sym typeface="Verdana"/>
              </a:endParaRPr>
            </a:p>
            <a:p>
              <a:pPr indent="0" lvl="0" marL="0" marR="0" rtl="0" algn="l">
                <a:spcBef>
                  <a:spcPts val="0"/>
                </a:spcBef>
                <a:spcAft>
                  <a:spcPts val="0"/>
                </a:spcAft>
                <a:buNone/>
              </a:pPr>
              <a:r>
                <a:rPr lang="en-US" sz="2000">
                  <a:solidFill>
                    <a:schemeClr val="dk1"/>
                  </a:solidFill>
                  <a:latin typeface="Verdana"/>
                  <a:ea typeface="Verdana"/>
                  <a:cs typeface="Verdana"/>
                  <a:sym typeface="Verdana"/>
                </a:rPr>
                <a:t>Implementation</a:t>
              </a:r>
              <a:endParaRPr sz="2000">
                <a:solidFill>
                  <a:schemeClr val="lt1"/>
                </a:solidFill>
                <a:latin typeface="Verdana"/>
                <a:ea typeface="Verdana"/>
                <a:cs typeface="Verdana"/>
                <a:sym typeface="Verdana"/>
              </a:endParaRPr>
            </a:p>
          </p:txBody>
        </p:sp>
        <p:sp>
          <p:nvSpPr>
            <p:cNvPr id="354" name="Google Shape;354;p23"/>
            <p:cNvSpPr txBox="1"/>
            <p:nvPr/>
          </p:nvSpPr>
          <p:spPr>
            <a:xfrm>
              <a:off x="3264" y="1307"/>
              <a:ext cx="1528" cy="2554"/>
            </a:xfrm>
            <a:prstGeom prst="rect">
              <a:avLst/>
            </a:prstGeom>
            <a:noFill/>
            <a:ln>
              <a:noFill/>
            </a:ln>
          </p:spPr>
          <p:txBody>
            <a:bodyPr anchorCtr="0" anchor="ctr" bIns="45700" lIns="91425" spcFirstLastPara="1" rIns="91425" wrap="square" tIns="45700">
              <a:spAutoFit/>
            </a:bodyPr>
            <a:lstStyle/>
            <a:p>
              <a:pPr indent="0" lvl="0" marL="0" marR="0" rtl="0" algn="r">
                <a:spcBef>
                  <a:spcPts val="0"/>
                </a:spcBef>
                <a:spcAft>
                  <a:spcPts val="0"/>
                </a:spcAft>
                <a:buNone/>
              </a:pPr>
              <a:r>
                <a:t/>
              </a:r>
              <a:endParaRPr sz="2000">
                <a:solidFill>
                  <a:schemeClr val="dk1"/>
                </a:solidFill>
                <a:latin typeface="Verdana"/>
                <a:ea typeface="Verdana"/>
                <a:cs typeface="Verdana"/>
                <a:sym typeface="Verdana"/>
              </a:endParaRPr>
            </a:p>
            <a:p>
              <a:pPr indent="0" lvl="0" marL="0" marR="0" rtl="0" algn="r">
                <a:spcBef>
                  <a:spcPts val="0"/>
                </a:spcBef>
                <a:spcAft>
                  <a:spcPts val="0"/>
                </a:spcAft>
                <a:buNone/>
              </a:pPr>
              <a:r>
                <a:rPr lang="en-US" sz="2000">
                  <a:solidFill>
                    <a:schemeClr val="dk1"/>
                  </a:solidFill>
                  <a:latin typeface="Verdana"/>
                  <a:ea typeface="Verdana"/>
                  <a:cs typeface="Verdana"/>
                  <a:sym typeface="Verdana"/>
                </a:rPr>
                <a:t>Project Plan</a:t>
              </a:r>
              <a:endParaRPr/>
            </a:p>
            <a:p>
              <a:pPr indent="0" lvl="0" marL="0" marR="0" rtl="0" algn="r">
                <a:spcBef>
                  <a:spcPts val="0"/>
                </a:spcBef>
                <a:spcAft>
                  <a:spcPts val="0"/>
                </a:spcAft>
                <a:buNone/>
              </a:pPr>
              <a:r>
                <a:t/>
              </a:r>
              <a:endParaRPr sz="2000">
                <a:solidFill>
                  <a:schemeClr val="dk1"/>
                </a:solidFill>
                <a:latin typeface="Verdana"/>
                <a:ea typeface="Verdana"/>
                <a:cs typeface="Verdana"/>
                <a:sym typeface="Verdana"/>
              </a:endParaRPr>
            </a:p>
            <a:p>
              <a:pPr indent="0" lvl="0" marL="0" marR="0" rtl="0" algn="r">
                <a:spcBef>
                  <a:spcPts val="0"/>
                </a:spcBef>
                <a:spcAft>
                  <a:spcPts val="0"/>
                </a:spcAft>
                <a:buNone/>
              </a:pPr>
              <a:r>
                <a:t/>
              </a:r>
              <a:endParaRPr sz="2000">
                <a:solidFill>
                  <a:schemeClr val="dk1"/>
                </a:solidFill>
                <a:latin typeface="Verdana"/>
                <a:ea typeface="Verdana"/>
                <a:cs typeface="Verdana"/>
                <a:sym typeface="Verdana"/>
              </a:endParaRPr>
            </a:p>
            <a:p>
              <a:pPr indent="0" lvl="0" marL="0" marR="0" rtl="0" algn="r">
                <a:spcBef>
                  <a:spcPts val="0"/>
                </a:spcBef>
                <a:spcAft>
                  <a:spcPts val="0"/>
                </a:spcAft>
                <a:buNone/>
              </a:pPr>
              <a:r>
                <a:rPr lang="en-US" sz="2000">
                  <a:solidFill>
                    <a:schemeClr val="dk1"/>
                  </a:solidFill>
                  <a:latin typeface="Verdana"/>
                  <a:ea typeface="Verdana"/>
                  <a:cs typeface="Verdana"/>
                  <a:sym typeface="Verdana"/>
                </a:rPr>
                <a:t>System Proposal</a:t>
              </a:r>
              <a:endParaRPr/>
            </a:p>
            <a:p>
              <a:pPr indent="0" lvl="0" marL="0" marR="0" rtl="0" algn="r">
                <a:spcBef>
                  <a:spcPts val="0"/>
                </a:spcBef>
                <a:spcAft>
                  <a:spcPts val="0"/>
                </a:spcAft>
                <a:buNone/>
              </a:pPr>
              <a:r>
                <a:t/>
              </a:r>
              <a:endParaRPr sz="2000">
                <a:solidFill>
                  <a:schemeClr val="dk1"/>
                </a:solidFill>
                <a:latin typeface="Verdana"/>
                <a:ea typeface="Verdana"/>
                <a:cs typeface="Verdana"/>
                <a:sym typeface="Verdana"/>
              </a:endParaRPr>
            </a:p>
            <a:p>
              <a:pPr indent="0" lvl="0" marL="0" marR="0" rtl="0" algn="r">
                <a:spcBef>
                  <a:spcPts val="0"/>
                </a:spcBef>
                <a:spcAft>
                  <a:spcPts val="0"/>
                </a:spcAft>
                <a:buNone/>
              </a:pPr>
              <a:r>
                <a:t/>
              </a:r>
              <a:endParaRPr sz="2000">
                <a:solidFill>
                  <a:schemeClr val="dk1"/>
                </a:solidFill>
                <a:latin typeface="Verdana"/>
                <a:ea typeface="Verdana"/>
                <a:cs typeface="Verdana"/>
                <a:sym typeface="Verdana"/>
              </a:endParaRPr>
            </a:p>
            <a:p>
              <a:pPr indent="0" lvl="0" marL="0" marR="0" rtl="0" algn="r">
                <a:spcBef>
                  <a:spcPts val="0"/>
                </a:spcBef>
                <a:spcAft>
                  <a:spcPts val="0"/>
                </a:spcAft>
                <a:buNone/>
              </a:pPr>
              <a:r>
                <a:rPr lang="en-US" sz="2000">
                  <a:solidFill>
                    <a:schemeClr val="dk1"/>
                  </a:solidFill>
                  <a:latin typeface="Verdana"/>
                  <a:ea typeface="Verdana"/>
                  <a:cs typeface="Verdana"/>
                  <a:sym typeface="Verdana"/>
                </a:rPr>
                <a:t>System </a:t>
              </a:r>
              <a:endParaRPr/>
            </a:p>
            <a:p>
              <a:pPr indent="0" lvl="0" marL="0" marR="0" rtl="0" algn="r">
                <a:spcBef>
                  <a:spcPts val="0"/>
                </a:spcBef>
                <a:spcAft>
                  <a:spcPts val="0"/>
                </a:spcAft>
                <a:buNone/>
              </a:pPr>
              <a:r>
                <a:rPr lang="en-US" sz="2000">
                  <a:solidFill>
                    <a:schemeClr val="dk1"/>
                  </a:solidFill>
                  <a:latin typeface="Verdana"/>
                  <a:ea typeface="Verdana"/>
                  <a:cs typeface="Verdana"/>
                  <a:sym typeface="Verdana"/>
                </a:rPr>
                <a:t>Specification</a:t>
              </a:r>
              <a:endParaRPr/>
            </a:p>
            <a:p>
              <a:pPr indent="0" lvl="0" marL="0" marR="0" rtl="0" algn="r">
                <a:spcBef>
                  <a:spcPts val="0"/>
                </a:spcBef>
                <a:spcAft>
                  <a:spcPts val="0"/>
                </a:spcAft>
                <a:buNone/>
              </a:pPr>
              <a:r>
                <a:t/>
              </a:r>
              <a:endParaRPr sz="2000">
                <a:solidFill>
                  <a:schemeClr val="dk1"/>
                </a:solidFill>
                <a:latin typeface="Verdana"/>
                <a:ea typeface="Verdana"/>
                <a:cs typeface="Verdana"/>
                <a:sym typeface="Verdana"/>
              </a:endParaRPr>
            </a:p>
            <a:p>
              <a:pPr indent="0" lvl="0" marL="0" marR="0" rtl="0" algn="r">
                <a:spcBef>
                  <a:spcPts val="0"/>
                </a:spcBef>
                <a:spcAft>
                  <a:spcPts val="0"/>
                </a:spcAft>
                <a:buNone/>
              </a:pPr>
              <a:r>
                <a:rPr lang="en-US" sz="2000">
                  <a:solidFill>
                    <a:schemeClr val="dk1"/>
                  </a:solidFill>
                  <a:latin typeface="Verdana"/>
                  <a:ea typeface="Verdana"/>
                  <a:cs typeface="Verdana"/>
                  <a:sym typeface="Verdana"/>
                </a:rPr>
                <a:t>New System and </a:t>
              </a:r>
              <a:endParaRPr/>
            </a:p>
            <a:p>
              <a:pPr indent="0" lvl="0" marL="0" marR="0" rtl="0" algn="r">
                <a:spcBef>
                  <a:spcPts val="0"/>
                </a:spcBef>
                <a:spcAft>
                  <a:spcPts val="0"/>
                </a:spcAft>
                <a:buNone/>
              </a:pPr>
              <a:r>
                <a:rPr lang="en-US" sz="2000">
                  <a:solidFill>
                    <a:schemeClr val="dk1"/>
                  </a:solidFill>
                  <a:latin typeface="Verdana"/>
                  <a:ea typeface="Verdana"/>
                  <a:cs typeface="Verdana"/>
                  <a:sym typeface="Verdana"/>
                </a:rPr>
                <a:t>Maintenance Plan</a:t>
              </a:r>
              <a:endParaRPr sz="2000">
                <a:solidFill>
                  <a:schemeClr val="lt1"/>
                </a:solidFill>
                <a:latin typeface="Verdana"/>
                <a:ea typeface="Verdana"/>
                <a:cs typeface="Verdana"/>
                <a:sym typeface="Verdana"/>
              </a:endParaRPr>
            </a:p>
            <a:p>
              <a:pPr indent="0" lvl="0" marL="0" marR="0" rtl="0" algn="r">
                <a:spcBef>
                  <a:spcPts val="0"/>
                </a:spcBef>
                <a:spcAft>
                  <a:spcPts val="0"/>
                </a:spcAft>
                <a:buNone/>
              </a:pPr>
              <a:r>
                <a:t/>
              </a:r>
              <a:endParaRPr sz="2000">
                <a:solidFill>
                  <a:schemeClr val="lt1"/>
                </a:solidFill>
                <a:latin typeface="Verdana"/>
                <a:ea typeface="Verdana"/>
                <a:cs typeface="Verdana"/>
                <a:sym typeface="Verdana"/>
              </a:endParaRPr>
            </a:p>
          </p:txBody>
        </p:sp>
        <p:cxnSp>
          <p:nvCxnSpPr>
            <p:cNvPr id="355" name="Google Shape;355;p23"/>
            <p:cNvCxnSpPr/>
            <p:nvPr/>
          </p:nvCxnSpPr>
          <p:spPr>
            <a:xfrm>
              <a:off x="912" y="1392"/>
              <a:ext cx="0" cy="2496"/>
            </a:xfrm>
            <a:prstGeom prst="straightConnector1">
              <a:avLst/>
            </a:prstGeom>
            <a:noFill/>
            <a:ln cap="flat" cmpd="sng" w="12700">
              <a:solidFill>
                <a:schemeClr val="dk1"/>
              </a:solidFill>
              <a:prstDash val="solid"/>
              <a:round/>
              <a:headEnd len="sm" w="sm" type="none"/>
              <a:tailEnd len="med" w="med" type="none"/>
            </a:ln>
          </p:spPr>
        </p:cxnSp>
        <p:grpSp>
          <p:nvGrpSpPr>
            <p:cNvPr id="356" name="Google Shape;356;p23"/>
            <p:cNvGrpSpPr/>
            <p:nvPr/>
          </p:nvGrpSpPr>
          <p:grpSpPr>
            <a:xfrm>
              <a:off x="2640" y="1392"/>
              <a:ext cx="576" cy="2496"/>
              <a:chOff x="2688" y="1392"/>
              <a:chExt cx="576" cy="2496"/>
            </a:xfrm>
          </p:grpSpPr>
          <p:cxnSp>
            <p:nvCxnSpPr>
              <p:cNvPr id="357" name="Google Shape;357;p23"/>
              <p:cNvCxnSpPr/>
              <p:nvPr/>
            </p:nvCxnSpPr>
            <p:spPr>
              <a:xfrm>
                <a:off x="2928" y="1392"/>
                <a:ext cx="0" cy="2496"/>
              </a:xfrm>
              <a:prstGeom prst="straightConnector1">
                <a:avLst/>
              </a:prstGeom>
              <a:noFill/>
              <a:ln cap="flat" cmpd="sng" w="12700">
                <a:solidFill>
                  <a:schemeClr val="dk1"/>
                </a:solidFill>
                <a:prstDash val="solid"/>
                <a:round/>
                <a:headEnd len="sm" w="sm" type="none"/>
                <a:tailEnd len="med" w="med" type="none"/>
              </a:ln>
            </p:spPr>
          </p:cxnSp>
          <p:grpSp>
            <p:nvGrpSpPr>
              <p:cNvPr id="358" name="Google Shape;358;p23"/>
              <p:cNvGrpSpPr/>
              <p:nvPr/>
            </p:nvGrpSpPr>
            <p:grpSpPr>
              <a:xfrm>
                <a:off x="2688" y="1488"/>
                <a:ext cx="576" cy="2016"/>
                <a:chOff x="2688" y="1776"/>
                <a:chExt cx="576" cy="2016"/>
              </a:xfrm>
            </p:grpSpPr>
            <p:sp>
              <p:nvSpPr>
                <p:cNvPr id="359" name="Google Shape;359;p23"/>
                <p:cNvSpPr/>
                <p:nvPr/>
              </p:nvSpPr>
              <p:spPr>
                <a:xfrm>
                  <a:off x="2688" y="2352"/>
                  <a:ext cx="576" cy="336"/>
                </a:xfrm>
                <a:prstGeom prst="rightArrow">
                  <a:avLst>
                    <a:gd fmla="val 50000" name="adj1"/>
                    <a:gd fmla="val 42857" name="adj2"/>
                  </a:avLst>
                </a:prstGeom>
                <a:solidFill>
                  <a:srgbClr val="3333FF"/>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3600">
                    <a:solidFill>
                      <a:schemeClr val="dk1"/>
                    </a:solidFill>
                    <a:latin typeface="Tahoma"/>
                    <a:ea typeface="Tahoma"/>
                    <a:cs typeface="Tahoma"/>
                    <a:sym typeface="Tahoma"/>
                  </a:endParaRPr>
                </a:p>
              </p:txBody>
            </p:sp>
            <p:sp>
              <p:nvSpPr>
                <p:cNvPr id="360" name="Google Shape;360;p23"/>
                <p:cNvSpPr/>
                <p:nvPr/>
              </p:nvSpPr>
              <p:spPr>
                <a:xfrm>
                  <a:off x="2688" y="1776"/>
                  <a:ext cx="576" cy="336"/>
                </a:xfrm>
                <a:prstGeom prst="rightArrow">
                  <a:avLst>
                    <a:gd fmla="val 50000" name="adj1"/>
                    <a:gd fmla="val 42857" name="adj2"/>
                  </a:avLst>
                </a:prstGeom>
                <a:solidFill>
                  <a:srgbClr val="3333FF"/>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3600">
                    <a:solidFill>
                      <a:schemeClr val="dk1"/>
                    </a:solidFill>
                    <a:latin typeface="Tahoma"/>
                    <a:ea typeface="Tahoma"/>
                    <a:cs typeface="Tahoma"/>
                    <a:sym typeface="Tahoma"/>
                  </a:endParaRPr>
                </a:p>
              </p:txBody>
            </p:sp>
            <p:sp>
              <p:nvSpPr>
                <p:cNvPr id="361" name="Google Shape;361;p23"/>
                <p:cNvSpPr/>
                <p:nvPr/>
              </p:nvSpPr>
              <p:spPr>
                <a:xfrm>
                  <a:off x="2688" y="2880"/>
                  <a:ext cx="576" cy="336"/>
                </a:xfrm>
                <a:prstGeom prst="rightArrow">
                  <a:avLst>
                    <a:gd fmla="val 50000" name="adj1"/>
                    <a:gd fmla="val 42857" name="adj2"/>
                  </a:avLst>
                </a:prstGeom>
                <a:solidFill>
                  <a:srgbClr val="3333FF"/>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3600">
                    <a:solidFill>
                      <a:schemeClr val="dk1"/>
                    </a:solidFill>
                    <a:latin typeface="Tahoma"/>
                    <a:ea typeface="Tahoma"/>
                    <a:cs typeface="Tahoma"/>
                    <a:sym typeface="Tahoma"/>
                  </a:endParaRPr>
                </a:p>
              </p:txBody>
            </p:sp>
            <p:sp>
              <p:nvSpPr>
                <p:cNvPr id="362" name="Google Shape;362;p23"/>
                <p:cNvSpPr/>
                <p:nvPr/>
              </p:nvSpPr>
              <p:spPr>
                <a:xfrm>
                  <a:off x="2688" y="3456"/>
                  <a:ext cx="576" cy="336"/>
                </a:xfrm>
                <a:prstGeom prst="rightArrow">
                  <a:avLst>
                    <a:gd fmla="val 50000" name="adj1"/>
                    <a:gd fmla="val 42857" name="adj2"/>
                  </a:avLst>
                </a:prstGeom>
                <a:solidFill>
                  <a:srgbClr val="3333FF"/>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3600">
                    <a:solidFill>
                      <a:schemeClr val="dk1"/>
                    </a:solidFill>
                    <a:latin typeface="Tahoma"/>
                    <a:ea typeface="Tahoma"/>
                    <a:cs typeface="Tahoma"/>
                    <a:sym typeface="Tahoma"/>
                  </a:endParaRPr>
                </a:p>
              </p:txBody>
            </p:sp>
          </p:grpSp>
        </p:grpSp>
      </p:grpSp>
      <p:sp>
        <p:nvSpPr>
          <p:cNvPr id="363" name="Google Shape;363;p23"/>
          <p:cNvSpPr txBox="1"/>
          <p:nvPr>
            <p:ph idx="11" type="ftr"/>
          </p:nvPr>
        </p:nvSpPr>
        <p:spPr>
          <a:xfrm>
            <a:off x="1130316" y="6492875"/>
            <a:ext cx="6228363"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Prepared by: Dr. Muhammad Iqbal Hossain</a:t>
            </a:r>
            <a:endParaRPr/>
          </a:p>
        </p:txBody>
      </p:sp>
      <p:sp>
        <p:nvSpPr>
          <p:cNvPr id="364" name="Google Shape;364;p23"/>
          <p:cNvSpPr txBox="1"/>
          <p:nvPr>
            <p:ph idx="12" type="sldNum"/>
          </p:nvPr>
        </p:nvSpPr>
        <p:spPr>
          <a:xfrm>
            <a:off x="8245608" y="6479246"/>
            <a:ext cx="413483"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a:p>
            <a:pPr indent="0" lvl="0" marL="0" rtl="0" algn="r">
              <a:spcBef>
                <a:spcPts val="0"/>
              </a:spcBef>
              <a:spcAft>
                <a:spcPts val="0"/>
              </a:spcAft>
              <a:buNone/>
            </a:pPr>
            <a:r>
              <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8" name="Shape 368"/>
        <p:cNvGrpSpPr/>
        <p:nvPr/>
      </p:nvGrpSpPr>
      <p:grpSpPr>
        <a:xfrm>
          <a:off x="0" y="0"/>
          <a:ext cx="0" cy="0"/>
          <a:chOff x="0" y="0"/>
          <a:chExt cx="0" cy="0"/>
        </a:xfrm>
      </p:grpSpPr>
      <p:sp>
        <p:nvSpPr>
          <p:cNvPr id="369" name="Google Shape;369;p24"/>
          <p:cNvSpPr txBox="1"/>
          <p:nvPr>
            <p:ph type="title"/>
          </p:nvPr>
        </p:nvSpPr>
        <p:spPr>
          <a:xfrm>
            <a:off x="982133" y="457201"/>
            <a:ext cx="6561667" cy="1142999"/>
          </a:xfrm>
          <a:prstGeom prst="rect">
            <a:avLst/>
          </a:prstGeom>
          <a:noFill/>
          <a:ln>
            <a:noFill/>
          </a:ln>
        </p:spPr>
        <p:txBody>
          <a:bodyPr anchorCtr="0" anchor="ctr" bIns="46025" lIns="92075" spcFirstLastPara="1" rIns="92075" wrap="square" tIns="46025">
            <a:normAutofit/>
          </a:bodyPr>
          <a:lstStyle/>
          <a:p>
            <a:pPr indent="0" lvl="0" marL="0" rtl="0" algn="ctr">
              <a:spcBef>
                <a:spcPts val="0"/>
              </a:spcBef>
              <a:spcAft>
                <a:spcPts val="0"/>
              </a:spcAft>
              <a:buClr>
                <a:schemeClr val="dk1"/>
              </a:buClr>
              <a:buSzPts val="4000"/>
              <a:buFont typeface="Corbel"/>
              <a:buNone/>
            </a:pPr>
            <a:r>
              <a:rPr lang="en-US"/>
              <a:t>What Is a Methodology?</a:t>
            </a:r>
            <a:endParaRPr/>
          </a:p>
        </p:txBody>
      </p:sp>
      <p:sp>
        <p:nvSpPr>
          <p:cNvPr descr="Rectangle: Click to edit Master text styles&#10;Second level&#10;Third level&#10;Fourth level&#10;Fifth level" id="370" name="Google Shape;370;p24"/>
          <p:cNvSpPr txBox="1"/>
          <p:nvPr>
            <p:ph idx="1" type="body"/>
          </p:nvPr>
        </p:nvSpPr>
        <p:spPr>
          <a:xfrm>
            <a:off x="1020201" y="1828800"/>
            <a:ext cx="7056600" cy="4038000"/>
          </a:xfrm>
          <a:prstGeom prst="rect">
            <a:avLst/>
          </a:prstGeom>
          <a:noFill/>
          <a:ln>
            <a:noFill/>
          </a:ln>
        </p:spPr>
        <p:txBody>
          <a:bodyPr anchorCtr="0" anchor="t" bIns="46025" lIns="92075" spcFirstLastPara="1" rIns="92075" wrap="square" tIns="46025">
            <a:normAutofit fontScale="92500" lnSpcReduction="20000"/>
          </a:bodyPr>
          <a:lstStyle/>
          <a:p>
            <a:pPr indent="-272542" lvl="0" marL="182880" rtl="0" algn="l">
              <a:spcBef>
                <a:spcPts val="0"/>
              </a:spcBef>
              <a:spcAft>
                <a:spcPts val="0"/>
              </a:spcAft>
              <a:buSzPct val="145000"/>
              <a:buChar char="•"/>
            </a:pPr>
            <a:r>
              <a:rPr b="1" lang="en-US" sz="3200"/>
              <a:t>A formalized approach or series of steps to implement SDLC</a:t>
            </a:r>
            <a:endParaRPr/>
          </a:p>
          <a:p>
            <a:pPr indent="0" lvl="0" marL="182880" rtl="0" algn="l">
              <a:spcBef>
                <a:spcPts val="1240"/>
              </a:spcBef>
              <a:spcAft>
                <a:spcPts val="0"/>
              </a:spcAft>
              <a:buSzPct val="145000"/>
              <a:buNone/>
            </a:pPr>
            <a:r>
              <a:t/>
            </a:r>
            <a:endParaRPr sz="3200"/>
          </a:p>
          <a:p>
            <a:pPr indent="-272542" lvl="0" marL="182880" rtl="0" algn="l">
              <a:spcBef>
                <a:spcPts val="1240"/>
              </a:spcBef>
              <a:spcAft>
                <a:spcPts val="0"/>
              </a:spcAft>
              <a:buSzPct val="145000"/>
              <a:buChar char="•"/>
            </a:pPr>
            <a:r>
              <a:rPr lang="en-US" sz="3200"/>
              <a:t>Methodology categories:</a:t>
            </a:r>
            <a:endParaRPr/>
          </a:p>
          <a:p>
            <a:pPr indent="-238474" lvl="1" marL="742950" rtl="0" algn="l">
              <a:spcBef>
                <a:spcPts val="1160"/>
              </a:spcBef>
              <a:spcAft>
                <a:spcPts val="0"/>
              </a:spcAft>
              <a:buSzPct val="145000"/>
              <a:buChar char="•"/>
            </a:pPr>
            <a:r>
              <a:rPr lang="en-US" sz="2800">
                <a:solidFill>
                  <a:srgbClr val="262626"/>
                </a:solidFill>
              </a:rPr>
              <a:t>Process-centered</a:t>
            </a:r>
            <a:endParaRPr/>
          </a:p>
          <a:p>
            <a:pPr indent="-238474" lvl="1" marL="742950" rtl="0" algn="l">
              <a:spcBef>
                <a:spcPts val="1160"/>
              </a:spcBef>
              <a:spcAft>
                <a:spcPts val="0"/>
              </a:spcAft>
              <a:buSzPct val="145000"/>
              <a:buChar char="•"/>
            </a:pPr>
            <a:r>
              <a:rPr lang="en-US" sz="2800">
                <a:solidFill>
                  <a:srgbClr val="262626"/>
                </a:solidFill>
              </a:rPr>
              <a:t>Data-centered</a:t>
            </a:r>
            <a:endParaRPr/>
          </a:p>
          <a:p>
            <a:pPr indent="-238474" lvl="1" marL="742950" rtl="0" algn="l">
              <a:spcBef>
                <a:spcPts val="1160"/>
              </a:spcBef>
              <a:spcAft>
                <a:spcPts val="0"/>
              </a:spcAft>
              <a:buSzPct val="145000"/>
              <a:buChar char="•"/>
            </a:pPr>
            <a:r>
              <a:rPr lang="en-US" sz="2800">
                <a:solidFill>
                  <a:srgbClr val="262626"/>
                </a:solidFill>
              </a:rPr>
              <a:t>Object-oriented</a:t>
            </a:r>
            <a:endParaRPr/>
          </a:p>
        </p:txBody>
      </p:sp>
      <p:sp>
        <p:nvSpPr>
          <p:cNvPr id="371" name="Google Shape;371;p24"/>
          <p:cNvSpPr txBox="1"/>
          <p:nvPr>
            <p:ph idx="11" type="ftr"/>
          </p:nvPr>
        </p:nvSpPr>
        <p:spPr>
          <a:xfrm>
            <a:off x="2036739" y="6473298"/>
            <a:ext cx="5314517"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Prepared by: Dr. Muhammad Iqbal Hossain</a:t>
            </a:r>
            <a:endParaRPr/>
          </a:p>
        </p:txBody>
      </p:sp>
      <p:sp>
        <p:nvSpPr>
          <p:cNvPr id="372" name="Google Shape;372;p24"/>
          <p:cNvSpPr txBox="1"/>
          <p:nvPr>
            <p:ph idx="10" type="dt"/>
          </p:nvPr>
        </p:nvSpPr>
        <p:spPr>
          <a:xfrm>
            <a:off x="7401494" y="6492875"/>
            <a:ext cx="857473"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1/25/2021</a:t>
            </a:r>
            <a:endParaRPr/>
          </a:p>
        </p:txBody>
      </p:sp>
      <p:sp>
        <p:nvSpPr>
          <p:cNvPr id="373" name="Google Shape;373;p24"/>
          <p:cNvSpPr txBox="1"/>
          <p:nvPr>
            <p:ph idx="12" type="sldNum"/>
          </p:nvPr>
        </p:nvSpPr>
        <p:spPr>
          <a:xfrm>
            <a:off x="8303106" y="6482881"/>
            <a:ext cx="427833"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7" name="Shape 377"/>
        <p:cNvGrpSpPr/>
        <p:nvPr/>
      </p:nvGrpSpPr>
      <p:grpSpPr>
        <a:xfrm>
          <a:off x="0" y="0"/>
          <a:ext cx="0" cy="0"/>
          <a:chOff x="0" y="0"/>
          <a:chExt cx="0" cy="0"/>
        </a:xfrm>
      </p:grpSpPr>
      <p:sp>
        <p:nvSpPr>
          <p:cNvPr id="378" name="Google Shape;378;p25"/>
          <p:cNvSpPr txBox="1"/>
          <p:nvPr>
            <p:ph type="title"/>
          </p:nvPr>
        </p:nvSpPr>
        <p:spPr>
          <a:xfrm>
            <a:off x="946150" y="365125"/>
            <a:ext cx="7269163" cy="854075"/>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000"/>
              <a:buFont typeface="Corbel"/>
              <a:buNone/>
            </a:pPr>
            <a:r>
              <a:rPr lang="en-US"/>
              <a:t>Need for methodology</a:t>
            </a:r>
            <a:endParaRPr/>
          </a:p>
        </p:txBody>
      </p:sp>
      <p:sp>
        <p:nvSpPr>
          <p:cNvPr descr="Rectangle: Click to edit Master text styles&#10;Second level&#10;Third level&#10;Fourth level&#10;Fifth level" id="379" name="Google Shape;379;p25"/>
          <p:cNvSpPr txBox="1"/>
          <p:nvPr>
            <p:ph idx="1" type="body"/>
          </p:nvPr>
        </p:nvSpPr>
        <p:spPr>
          <a:xfrm>
            <a:off x="946150" y="1828800"/>
            <a:ext cx="7969250" cy="4351338"/>
          </a:xfrm>
          <a:prstGeom prst="rect">
            <a:avLst/>
          </a:prstGeom>
          <a:noFill/>
          <a:ln>
            <a:noFill/>
          </a:ln>
        </p:spPr>
        <p:txBody>
          <a:bodyPr anchorCtr="0" anchor="t" bIns="45700" lIns="91425" spcFirstLastPara="1" rIns="91425" wrap="square" tIns="45700">
            <a:normAutofit/>
          </a:bodyPr>
          <a:lstStyle/>
          <a:p>
            <a:pPr indent="-294640" lvl="0" marL="182880" rtl="0" algn="l">
              <a:spcBef>
                <a:spcPts val="0"/>
              </a:spcBef>
              <a:spcAft>
                <a:spcPts val="0"/>
              </a:spcAft>
              <a:buSzPts val="4640"/>
              <a:buChar char="•"/>
            </a:pPr>
            <a:r>
              <a:rPr i="1" lang="en-US" sz="3200"/>
              <a:t>Writing code without a well-thought-out system request may work for small programs, but rarely works for large ones.</a:t>
            </a:r>
            <a:endParaRPr/>
          </a:p>
          <a:p>
            <a:pPr indent="0" lvl="0" marL="182880" rtl="0" algn="l">
              <a:spcBef>
                <a:spcPts val="1240"/>
              </a:spcBef>
              <a:spcAft>
                <a:spcPts val="0"/>
              </a:spcAft>
              <a:buSzPts val="4640"/>
              <a:buNone/>
            </a:pPr>
            <a:r>
              <a:t/>
            </a:r>
            <a:endParaRPr i="1" sz="3200"/>
          </a:p>
          <a:p>
            <a:pPr indent="-294640" lvl="0" marL="182880" rtl="0" algn="l">
              <a:spcBef>
                <a:spcPts val="1240"/>
              </a:spcBef>
              <a:spcAft>
                <a:spcPts val="0"/>
              </a:spcAft>
              <a:buSzPts val="4640"/>
              <a:buChar char="•"/>
            </a:pPr>
            <a:r>
              <a:rPr lang="en-US" sz="3200"/>
              <a:t>Need to have a good </a:t>
            </a:r>
            <a:r>
              <a:rPr b="1" lang="en-US" sz="3200"/>
              <a:t>design</a:t>
            </a:r>
            <a:r>
              <a:rPr lang="en-US" sz="3200"/>
              <a:t> from the requirements before moving on to implementation.</a:t>
            </a:r>
            <a:endParaRPr/>
          </a:p>
        </p:txBody>
      </p:sp>
      <p:sp>
        <p:nvSpPr>
          <p:cNvPr id="380" name="Google Shape;380;p25"/>
          <p:cNvSpPr txBox="1"/>
          <p:nvPr>
            <p:ph idx="11" type="ftr"/>
          </p:nvPr>
        </p:nvSpPr>
        <p:spPr>
          <a:xfrm>
            <a:off x="2036739" y="6473298"/>
            <a:ext cx="5314517"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Prepared by: Dr. Muhammad Iqbal Hossain</a:t>
            </a:r>
            <a:endParaRPr/>
          </a:p>
        </p:txBody>
      </p:sp>
      <p:sp>
        <p:nvSpPr>
          <p:cNvPr id="381" name="Google Shape;381;p25"/>
          <p:cNvSpPr txBox="1"/>
          <p:nvPr>
            <p:ph idx="10" type="dt"/>
          </p:nvPr>
        </p:nvSpPr>
        <p:spPr>
          <a:xfrm>
            <a:off x="7401494" y="6492875"/>
            <a:ext cx="857473"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1/25/2021</a:t>
            </a:r>
            <a:endParaRPr/>
          </a:p>
        </p:txBody>
      </p:sp>
      <p:sp>
        <p:nvSpPr>
          <p:cNvPr id="382" name="Google Shape;382;p25"/>
          <p:cNvSpPr txBox="1"/>
          <p:nvPr>
            <p:ph idx="12" type="sldNum"/>
          </p:nvPr>
        </p:nvSpPr>
        <p:spPr>
          <a:xfrm>
            <a:off x="8303106" y="6482881"/>
            <a:ext cx="427833"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6" name="Shape 386"/>
        <p:cNvGrpSpPr/>
        <p:nvPr/>
      </p:nvGrpSpPr>
      <p:grpSpPr>
        <a:xfrm>
          <a:off x="0" y="0"/>
          <a:ext cx="0" cy="0"/>
          <a:chOff x="0" y="0"/>
          <a:chExt cx="0" cy="0"/>
        </a:xfrm>
      </p:grpSpPr>
      <p:sp>
        <p:nvSpPr>
          <p:cNvPr id="387" name="Google Shape;387;p26"/>
          <p:cNvSpPr txBox="1"/>
          <p:nvPr>
            <p:ph type="title"/>
          </p:nvPr>
        </p:nvSpPr>
        <p:spPr>
          <a:xfrm>
            <a:off x="457200" y="152400"/>
            <a:ext cx="7269163" cy="1325563"/>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000"/>
              <a:buFont typeface="Corbel"/>
              <a:buNone/>
            </a:pPr>
            <a:r>
              <a:rPr lang="en-US"/>
              <a:t>Systems development methodologies</a:t>
            </a:r>
            <a:endParaRPr/>
          </a:p>
        </p:txBody>
      </p:sp>
      <p:sp>
        <p:nvSpPr>
          <p:cNvPr descr="Rectangle: Click to edit Master text styles&#10;Second level&#10;Third level&#10;Fourth level&#10;Fifth level" id="388" name="Google Shape;388;p26"/>
          <p:cNvSpPr txBox="1"/>
          <p:nvPr>
            <p:ph idx="1" type="body"/>
          </p:nvPr>
        </p:nvSpPr>
        <p:spPr>
          <a:xfrm>
            <a:off x="982125" y="1600200"/>
            <a:ext cx="8085900" cy="5070300"/>
          </a:xfrm>
          <a:prstGeom prst="rect">
            <a:avLst/>
          </a:prstGeom>
          <a:noFill/>
          <a:ln>
            <a:noFill/>
          </a:ln>
        </p:spPr>
        <p:txBody>
          <a:bodyPr anchorCtr="0" anchor="t" bIns="45700" lIns="91425" spcFirstLastPara="1" rIns="91425" wrap="square" tIns="45700">
            <a:normAutofit fontScale="62500" lnSpcReduction="20000"/>
          </a:bodyPr>
          <a:lstStyle/>
          <a:p>
            <a:pPr indent="-161131" lvl="0" marL="182880" rtl="0" algn="l">
              <a:spcBef>
                <a:spcPts val="0"/>
              </a:spcBef>
              <a:spcAft>
                <a:spcPts val="0"/>
              </a:spcAft>
              <a:buSzPct val="145000"/>
              <a:buChar char="•"/>
            </a:pPr>
            <a:r>
              <a:rPr b="1" lang="en-US" sz="2800"/>
              <a:t>Structured Design</a:t>
            </a:r>
            <a:endParaRPr/>
          </a:p>
          <a:p>
            <a:pPr indent="-161131" lvl="1" marL="742950" rtl="0" algn="l">
              <a:spcBef>
                <a:spcPts val="1118"/>
              </a:spcBef>
              <a:spcAft>
                <a:spcPts val="0"/>
              </a:spcAft>
              <a:buSzPct val="145000"/>
              <a:buChar char="•"/>
            </a:pPr>
            <a:r>
              <a:rPr lang="en-US" sz="2800">
                <a:solidFill>
                  <a:srgbClr val="262626"/>
                </a:solidFill>
              </a:rPr>
              <a:t>Waterfall Development</a:t>
            </a:r>
            <a:endParaRPr/>
          </a:p>
          <a:p>
            <a:pPr indent="-161131" lvl="1" marL="742950" rtl="0" algn="l">
              <a:spcBef>
                <a:spcPts val="1118"/>
              </a:spcBef>
              <a:spcAft>
                <a:spcPts val="0"/>
              </a:spcAft>
              <a:buSzPct val="145000"/>
              <a:buChar char="•"/>
            </a:pPr>
            <a:r>
              <a:rPr lang="en-US" sz="2800">
                <a:solidFill>
                  <a:srgbClr val="262626"/>
                </a:solidFill>
              </a:rPr>
              <a:t>Parallel Development</a:t>
            </a:r>
            <a:endParaRPr/>
          </a:p>
          <a:p>
            <a:pPr indent="-161131" lvl="0" marL="182880" rtl="0" algn="l">
              <a:spcBef>
                <a:spcPts val="1118"/>
              </a:spcBef>
              <a:spcAft>
                <a:spcPts val="0"/>
              </a:spcAft>
              <a:buSzPct val="145000"/>
              <a:buChar char="•"/>
            </a:pPr>
            <a:r>
              <a:rPr b="1" lang="en-US" sz="2800"/>
              <a:t>Rapid Application Development (RAD)</a:t>
            </a:r>
            <a:endParaRPr/>
          </a:p>
          <a:p>
            <a:pPr indent="-161131" lvl="1" marL="742950" rtl="0" algn="l">
              <a:spcBef>
                <a:spcPts val="1118"/>
              </a:spcBef>
              <a:spcAft>
                <a:spcPts val="0"/>
              </a:spcAft>
              <a:buSzPct val="145000"/>
              <a:buChar char="•"/>
            </a:pPr>
            <a:r>
              <a:rPr lang="en-US" sz="2800">
                <a:solidFill>
                  <a:srgbClr val="262626"/>
                </a:solidFill>
              </a:rPr>
              <a:t>Phased Development</a:t>
            </a:r>
            <a:endParaRPr/>
          </a:p>
          <a:p>
            <a:pPr indent="-161131" lvl="1" marL="742950" rtl="0" algn="l">
              <a:spcBef>
                <a:spcPts val="1118"/>
              </a:spcBef>
              <a:spcAft>
                <a:spcPts val="0"/>
              </a:spcAft>
              <a:buSzPct val="145000"/>
              <a:buChar char="•"/>
            </a:pPr>
            <a:r>
              <a:rPr lang="en-US" sz="2800">
                <a:solidFill>
                  <a:srgbClr val="262626"/>
                </a:solidFill>
              </a:rPr>
              <a:t>Prototyping</a:t>
            </a:r>
            <a:endParaRPr/>
          </a:p>
          <a:p>
            <a:pPr indent="-161131" lvl="0" marL="182880" rtl="0" algn="l">
              <a:spcBef>
                <a:spcPts val="1118"/>
              </a:spcBef>
              <a:spcAft>
                <a:spcPts val="0"/>
              </a:spcAft>
              <a:buSzPct val="145000"/>
              <a:buChar char="•"/>
            </a:pPr>
            <a:r>
              <a:rPr b="1" lang="en-US" sz="2800"/>
              <a:t>Agile Development</a:t>
            </a:r>
            <a:endParaRPr/>
          </a:p>
          <a:p>
            <a:pPr indent="-161131" lvl="1" marL="742950" rtl="0" algn="l">
              <a:spcBef>
                <a:spcPts val="1118"/>
              </a:spcBef>
              <a:spcAft>
                <a:spcPts val="0"/>
              </a:spcAft>
              <a:buSzPct val="145000"/>
              <a:buChar char="•"/>
            </a:pPr>
            <a:r>
              <a:rPr lang="en-US" sz="2800">
                <a:solidFill>
                  <a:srgbClr val="262626"/>
                </a:solidFill>
              </a:rPr>
              <a:t>Extreme Programming</a:t>
            </a:r>
            <a:endParaRPr/>
          </a:p>
          <a:p>
            <a:pPr indent="-184150" lvl="0" marL="285750" rtl="0" algn="l">
              <a:spcBef>
                <a:spcPts val="1192"/>
              </a:spcBef>
              <a:spcAft>
                <a:spcPts val="0"/>
              </a:spcAft>
              <a:buSzPct val="145000"/>
              <a:buChar char="•"/>
            </a:pPr>
            <a:r>
              <a:rPr b="1" lang="en-US" sz="3200">
                <a:solidFill>
                  <a:srgbClr val="262626"/>
                </a:solidFill>
              </a:rPr>
              <a:t>Devops</a:t>
            </a:r>
            <a:endParaRPr b="1" sz="3200">
              <a:solidFill>
                <a:srgbClr val="262626"/>
              </a:solidFill>
            </a:endParaRPr>
          </a:p>
          <a:p>
            <a:pPr indent="0" lvl="0" marL="182880" rtl="0" algn="l">
              <a:spcBef>
                <a:spcPts val="1118"/>
              </a:spcBef>
              <a:spcAft>
                <a:spcPts val="0"/>
              </a:spcAft>
              <a:buSzPct val="145000"/>
              <a:buNone/>
            </a:pPr>
            <a:r>
              <a:t/>
            </a:r>
            <a:endParaRPr sz="2800"/>
          </a:p>
          <a:p>
            <a:pPr indent="0" lvl="0" marL="182880" rtl="0" algn="l">
              <a:spcBef>
                <a:spcPts val="1118"/>
              </a:spcBef>
              <a:spcAft>
                <a:spcPts val="0"/>
              </a:spcAft>
              <a:buSzPct val="145000"/>
              <a:buNone/>
            </a:pPr>
            <a:r>
              <a:t/>
            </a:r>
            <a:endParaRPr sz="2800"/>
          </a:p>
        </p:txBody>
      </p:sp>
      <p:sp>
        <p:nvSpPr>
          <p:cNvPr id="389" name="Google Shape;389;p26"/>
          <p:cNvSpPr txBox="1"/>
          <p:nvPr>
            <p:ph idx="11" type="ftr"/>
          </p:nvPr>
        </p:nvSpPr>
        <p:spPr>
          <a:xfrm>
            <a:off x="2036739" y="6473298"/>
            <a:ext cx="5314517"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Prepared by: Dr. Muhammad Iqbal Hossain</a:t>
            </a:r>
            <a:endParaRPr/>
          </a:p>
        </p:txBody>
      </p:sp>
      <p:sp>
        <p:nvSpPr>
          <p:cNvPr id="390" name="Google Shape;390;p26"/>
          <p:cNvSpPr txBox="1"/>
          <p:nvPr>
            <p:ph idx="10" type="dt"/>
          </p:nvPr>
        </p:nvSpPr>
        <p:spPr>
          <a:xfrm>
            <a:off x="7401494" y="6492875"/>
            <a:ext cx="857473"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1/25/2021</a:t>
            </a:r>
            <a:endParaRPr/>
          </a:p>
        </p:txBody>
      </p:sp>
      <p:sp>
        <p:nvSpPr>
          <p:cNvPr id="391" name="Google Shape;391;p26"/>
          <p:cNvSpPr txBox="1"/>
          <p:nvPr>
            <p:ph idx="12" type="sldNum"/>
          </p:nvPr>
        </p:nvSpPr>
        <p:spPr>
          <a:xfrm>
            <a:off x="8303106" y="6482881"/>
            <a:ext cx="427833"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392" name="Google Shape;392;p26"/>
          <p:cNvSpPr/>
          <p:nvPr/>
        </p:nvSpPr>
        <p:spPr>
          <a:xfrm>
            <a:off x="7599538" y="5791200"/>
            <a:ext cx="1546064" cy="30777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400">
                <a:solidFill>
                  <a:schemeClr val="dk1"/>
                </a:solidFill>
                <a:latin typeface="Corbel"/>
                <a:ea typeface="Corbel"/>
                <a:cs typeface="Corbel"/>
                <a:sym typeface="Corbel"/>
              </a:rPr>
              <a:t>End of Segment 2</a:t>
            </a:r>
            <a:endParaRPr sz="1400">
              <a:solidFill>
                <a:schemeClr val="dk1"/>
              </a:solidFill>
              <a:latin typeface="Corbel"/>
              <a:ea typeface="Corbel"/>
              <a:cs typeface="Corbel"/>
              <a:sym typeface="Corbel"/>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6" name="Shape 396"/>
        <p:cNvGrpSpPr/>
        <p:nvPr/>
      </p:nvGrpSpPr>
      <p:grpSpPr>
        <a:xfrm>
          <a:off x="0" y="0"/>
          <a:ext cx="0" cy="0"/>
          <a:chOff x="0" y="0"/>
          <a:chExt cx="0" cy="0"/>
        </a:xfrm>
      </p:grpSpPr>
      <p:sp>
        <p:nvSpPr>
          <p:cNvPr id="397" name="Google Shape;397;p27"/>
          <p:cNvSpPr txBox="1"/>
          <p:nvPr>
            <p:ph type="ctrTitle"/>
          </p:nvPr>
        </p:nvSpPr>
        <p:spPr>
          <a:xfrm>
            <a:off x="1739673" y="914401"/>
            <a:ext cx="6947127" cy="3488266"/>
          </a:xfrm>
          <a:prstGeom prst="rect">
            <a:avLst/>
          </a:prstGeom>
          <a:noFill/>
          <a:ln>
            <a:noFill/>
          </a:ln>
        </p:spPr>
        <p:txBody>
          <a:bodyPr anchorCtr="0" anchor="b" bIns="45700" lIns="91425" spcFirstLastPara="1" rIns="91425" wrap="square" tIns="45700">
            <a:normAutofit/>
          </a:bodyPr>
          <a:lstStyle/>
          <a:p>
            <a:pPr indent="0" lvl="0" marL="0" rtl="0" algn="ctr">
              <a:spcBef>
                <a:spcPts val="0"/>
              </a:spcBef>
              <a:spcAft>
                <a:spcPts val="0"/>
              </a:spcAft>
              <a:buClr>
                <a:schemeClr val="dk1"/>
              </a:buClr>
              <a:buSzPts val="5400"/>
              <a:buFont typeface="Corbel"/>
              <a:buNone/>
            </a:pPr>
            <a:r>
              <a:rPr lang="en-US"/>
              <a:t>Segment 3</a:t>
            </a:r>
            <a:br>
              <a:rPr lang="en-US"/>
            </a:br>
            <a:r>
              <a:rPr lang="en-US"/>
              <a:t>DevOps</a:t>
            </a:r>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2" name="Shape 402"/>
        <p:cNvGrpSpPr/>
        <p:nvPr/>
      </p:nvGrpSpPr>
      <p:grpSpPr>
        <a:xfrm>
          <a:off x="0" y="0"/>
          <a:ext cx="0" cy="0"/>
          <a:chOff x="0" y="0"/>
          <a:chExt cx="0" cy="0"/>
        </a:xfrm>
      </p:grpSpPr>
      <p:sp>
        <p:nvSpPr>
          <p:cNvPr id="403" name="Google Shape;403;p28"/>
          <p:cNvSpPr txBox="1"/>
          <p:nvPr>
            <p:ph type="title"/>
          </p:nvPr>
        </p:nvSpPr>
        <p:spPr>
          <a:xfrm>
            <a:off x="982133" y="457201"/>
            <a:ext cx="6561667" cy="1142999"/>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000"/>
              <a:buFont typeface="Corbel"/>
              <a:buNone/>
            </a:pPr>
            <a:r>
              <a:rPr lang="en-US"/>
              <a:t>Current SDLC methodology</a:t>
            </a:r>
            <a:endParaRPr/>
          </a:p>
        </p:txBody>
      </p:sp>
      <p:sp>
        <p:nvSpPr>
          <p:cNvPr id="404" name="Google Shape;404;p28"/>
          <p:cNvSpPr txBox="1"/>
          <p:nvPr>
            <p:ph idx="1" type="body"/>
          </p:nvPr>
        </p:nvSpPr>
        <p:spPr>
          <a:xfrm>
            <a:off x="982133" y="1600199"/>
            <a:ext cx="7857067" cy="4800599"/>
          </a:xfrm>
          <a:prstGeom prst="rect">
            <a:avLst/>
          </a:prstGeom>
          <a:noFill/>
          <a:ln>
            <a:noFill/>
          </a:ln>
        </p:spPr>
        <p:txBody>
          <a:bodyPr anchorCtr="0" anchor="t" bIns="45700" lIns="91425" spcFirstLastPara="1" rIns="91425" wrap="square" tIns="45700">
            <a:normAutofit/>
          </a:bodyPr>
          <a:lstStyle/>
          <a:p>
            <a:pPr indent="-285750" lvl="0" marL="285750" rtl="0" algn="l">
              <a:spcBef>
                <a:spcPts val="0"/>
              </a:spcBef>
              <a:spcAft>
                <a:spcPts val="0"/>
              </a:spcAft>
              <a:buSzPts val="3480"/>
              <a:buChar char="•"/>
            </a:pPr>
            <a:r>
              <a:rPr lang="en-US" u="sng">
                <a:solidFill>
                  <a:schemeClr val="hlink"/>
                </a:solidFill>
                <a:hlinkClick r:id="rId3"/>
              </a:rPr>
              <a:t>Waterfall</a:t>
            </a:r>
            <a:endParaRPr/>
          </a:p>
          <a:p>
            <a:pPr indent="-285750" lvl="0" marL="285750" rtl="0" algn="l">
              <a:spcBef>
                <a:spcPts val="1080"/>
              </a:spcBef>
              <a:spcAft>
                <a:spcPts val="0"/>
              </a:spcAft>
              <a:buSzPts val="3480"/>
              <a:buChar char="•"/>
            </a:pPr>
            <a:r>
              <a:rPr lang="en-US" u="sng">
                <a:solidFill>
                  <a:schemeClr val="hlink"/>
                </a:solidFill>
                <a:hlinkClick r:id="rId4"/>
              </a:rPr>
              <a:t>prototyping</a:t>
            </a:r>
            <a:endParaRPr/>
          </a:p>
          <a:p>
            <a:pPr indent="-285750" lvl="0" marL="285750" rtl="0" algn="l">
              <a:spcBef>
                <a:spcPts val="1080"/>
              </a:spcBef>
              <a:spcAft>
                <a:spcPts val="0"/>
              </a:spcAft>
              <a:buSzPts val="3480"/>
              <a:buChar char="•"/>
            </a:pPr>
            <a:r>
              <a:rPr lang="en-US" u="sng">
                <a:solidFill>
                  <a:schemeClr val="hlink"/>
                </a:solidFill>
                <a:hlinkClick r:id="rId5"/>
              </a:rPr>
              <a:t>Agile</a:t>
            </a:r>
            <a:endParaRPr/>
          </a:p>
          <a:p>
            <a:pPr indent="-285750" lvl="0" marL="285750" rtl="0" algn="l">
              <a:spcBef>
                <a:spcPts val="1080"/>
              </a:spcBef>
              <a:spcAft>
                <a:spcPts val="0"/>
              </a:spcAft>
              <a:buSzPts val="3480"/>
              <a:buChar char="•"/>
            </a:pPr>
            <a:r>
              <a:rPr lang="en-US"/>
              <a:t>DevOps</a:t>
            </a:r>
            <a:endParaRPr/>
          </a:p>
        </p:txBody>
      </p:sp>
      <p:pic>
        <p:nvPicPr>
          <p:cNvPr id="405" name="Google Shape;405;p28"/>
          <p:cNvPicPr preferRelativeResize="0"/>
          <p:nvPr/>
        </p:nvPicPr>
        <p:blipFill rotWithShape="1">
          <a:blip r:embed="rId6">
            <a:alphaModFix/>
          </a:blip>
          <a:srcRect b="0" l="0" r="0" t="0"/>
          <a:stretch/>
        </p:blipFill>
        <p:spPr>
          <a:xfrm>
            <a:off x="3981810" y="2031376"/>
            <a:ext cx="5162191" cy="3969374"/>
          </a:xfrm>
          <a:prstGeom prst="rect">
            <a:avLst/>
          </a:prstGeom>
          <a:noFill/>
          <a:ln>
            <a:noFill/>
          </a:ln>
        </p:spPr>
      </p:pic>
      <p:pic>
        <p:nvPicPr>
          <p:cNvPr id="406" name="Google Shape;406;p28"/>
          <p:cNvPicPr preferRelativeResize="0"/>
          <p:nvPr/>
        </p:nvPicPr>
        <p:blipFill rotWithShape="1">
          <a:blip r:embed="rId7">
            <a:alphaModFix/>
          </a:blip>
          <a:srcRect b="0" l="0" r="0" t="0"/>
          <a:stretch/>
        </p:blipFill>
        <p:spPr>
          <a:xfrm>
            <a:off x="7870184" y="2817359"/>
            <a:ext cx="5162191" cy="3970916"/>
          </a:xfrm>
          <a:prstGeom prst="rect">
            <a:avLst/>
          </a:prstGeom>
          <a:solidFill>
            <a:srgbClr val="ECECEC"/>
          </a:solidFill>
          <a:ln cap="rnd" cmpd="sng" w="190500">
            <a:solidFill>
              <a:srgbClr val="FFFFFF"/>
            </a:solidFill>
            <a:prstDash val="solid"/>
            <a:round/>
            <a:headEnd len="sm" w="sm" type="none"/>
            <a:tailEnd len="sm" w="sm" type="none"/>
          </a:ln>
          <a:effectLst>
            <a:outerShdw blurRad="50000" rotWithShape="0" algn="tl">
              <a:srgbClr val="000000">
                <a:alpha val="40784"/>
              </a:srgbClr>
            </a:outerShdw>
          </a:effectLst>
        </p:spPr>
      </p:pic>
      <p:pic>
        <p:nvPicPr>
          <p:cNvPr id="407" name="Google Shape;407;p28"/>
          <p:cNvPicPr preferRelativeResize="0"/>
          <p:nvPr/>
        </p:nvPicPr>
        <p:blipFill rotWithShape="1">
          <a:blip r:embed="rId8">
            <a:alphaModFix/>
          </a:blip>
          <a:srcRect b="0" l="0" r="0" t="0"/>
          <a:stretch/>
        </p:blipFill>
        <p:spPr>
          <a:xfrm>
            <a:off x="-2829812" y="457201"/>
            <a:ext cx="6615625" cy="3969374"/>
          </a:xfrm>
          <a:prstGeom prst="rect">
            <a:avLst/>
          </a:prstGeom>
          <a:noFill/>
          <a:ln>
            <a:noFill/>
          </a:ln>
        </p:spPr>
      </p:pic>
      <p:pic>
        <p:nvPicPr>
          <p:cNvPr id="408" name="Google Shape;408;p28"/>
          <p:cNvPicPr preferRelativeResize="0"/>
          <p:nvPr/>
        </p:nvPicPr>
        <p:blipFill rotWithShape="1">
          <a:blip r:embed="rId9">
            <a:alphaModFix/>
          </a:blip>
          <a:srcRect b="0" l="0" r="0" t="0"/>
          <a:stretch/>
        </p:blipFill>
        <p:spPr>
          <a:xfrm>
            <a:off x="-3101999" y="3428999"/>
            <a:ext cx="6667800" cy="3276000"/>
          </a:xfrm>
          <a:prstGeom prst="roundRect">
            <a:avLst>
              <a:gd fmla="val 8594" name="adj"/>
            </a:avLst>
          </a:prstGeom>
          <a:solidFill>
            <a:srgbClr val="ECECEC"/>
          </a:solidFill>
          <a:ln>
            <a:noFill/>
          </a:ln>
          <a:effectLst>
            <a:reflection blurRad="0" dir="5400000" dist="5000" endA="0" endPos="28000" fadeDir="5400000" kx="0" rotWithShape="0" algn="bl" stA="38000" stPos="0" sy="-100000" ky="0"/>
          </a:effectLst>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04">
                                            <p:txEl>
                                              <p:pRg end="0" st="0"/>
                                            </p:txEl>
                                          </p:spTgt>
                                        </p:tgtEl>
                                        <p:attrNameLst>
                                          <p:attrName>style.visibility</p:attrName>
                                        </p:attrNameLst>
                                      </p:cBhvr>
                                      <p:to>
                                        <p:strVal val="visible"/>
                                      </p:to>
                                    </p:set>
                                    <p:animEffect filter="fade" transition="in">
                                      <p:cBhvr>
                                        <p:cTn dur="1000"/>
                                        <p:tgtEl>
                                          <p:spTgt spid="404">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04">
                                            <p:txEl>
                                              <p:pRg end="1" st="1"/>
                                            </p:txEl>
                                          </p:spTgt>
                                        </p:tgtEl>
                                        <p:attrNameLst>
                                          <p:attrName>style.visibility</p:attrName>
                                        </p:attrNameLst>
                                      </p:cBhvr>
                                      <p:to>
                                        <p:strVal val="visible"/>
                                      </p:to>
                                    </p:set>
                                    <p:animEffect filter="fade" transition="in">
                                      <p:cBhvr>
                                        <p:cTn dur="1000"/>
                                        <p:tgtEl>
                                          <p:spTgt spid="404">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04">
                                            <p:txEl>
                                              <p:pRg end="2" st="2"/>
                                            </p:txEl>
                                          </p:spTgt>
                                        </p:tgtEl>
                                        <p:attrNameLst>
                                          <p:attrName>style.visibility</p:attrName>
                                        </p:attrNameLst>
                                      </p:cBhvr>
                                      <p:to>
                                        <p:strVal val="visible"/>
                                      </p:to>
                                    </p:set>
                                    <p:animEffect filter="fade" transition="in">
                                      <p:cBhvr>
                                        <p:cTn dur="1000"/>
                                        <p:tgtEl>
                                          <p:spTgt spid="404">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04">
                                            <p:txEl>
                                              <p:pRg end="3" st="3"/>
                                            </p:txEl>
                                          </p:spTgt>
                                        </p:tgtEl>
                                        <p:attrNameLst>
                                          <p:attrName>style.visibility</p:attrName>
                                        </p:attrNameLst>
                                      </p:cBhvr>
                                      <p:to>
                                        <p:strVal val="visible"/>
                                      </p:to>
                                    </p:set>
                                    <p:animEffect filter="fade" transition="in">
                                      <p:cBhvr>
                                        <p:cTn dur="1000"/>
                                        <p:tgtEl>
                                          <p:spTgt spid="404">
                                            <p:txEl>
                                              <p:pRg end="3" st="3"/>
                                            </p:txEl>
                                          </p:spTgt>
                                        </p:tgtEl>
                                      </p:cBhvr>
                                    </p:animEffect>
                                  </p:childTnLst>
                                </p:cTn>
                              </p:par>
                              <p:par>
                                <p:cTn fill="hold" nodeType="withEffect" presetClass="entr" presetID="10" presetSubtype="0">
                                  <p:stCondLst>
                                    <p:cond delay="0"/>
                                  </p:stCondLst>
                                  <p:childTnLst>
                                    <p:set>
                                      <p:cBhvr>
                                        <p:cTn dur="1" fill="hold">
                                          <p:stCondLst>
                                            <p:cond delay="0"/>
                                          </p:stCondLst>
                                        </p:cTn>
                                        <p:tgtEl>
                                          <p:spTgt spid="405"/>
                                        </p:tgtEl>
                                        <p:attrNameLst>
                                          <p:attrName>style.visibility</p:attrName>
                                        </p:attrNameLst>
                                      </p:cBhvr>
                                      <p:to>
                                        <p:strVal val="visible"/>
                                      </p:to>
                                    </p:set>
                                    <p:animEffect filter="fade" transition="in">
                                      <p:cBhvr>
                                        <p:cTn dur="1000"/>
                                        <p:tgtEl>
                                          <p:spTgt spid="40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406"/>
                                        </p:tgtEl>
                                        <p:attrNameLst>
                                          <p:attrName>style.visibility</p:attrName>
                                        </p:attrNameLst>
                                      </p:cBhvr>
                                      <p:to>
                                        <p:strVal val="visible"/>
                                      </p:to>
                                    </p:set>
                                    <p:anim calcmode="lin" valueType="num">
                                      <p:cBhvr additive="base">
                                        <p:cTn dur="500"/>
                                        <p:tgtEl>
                                          <p:spTgt spid="406"/>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07"/>
                                        </p:tgtEl>
                                        <p:attrNameLst>
                                          <p:attrName>style.visibility</p:attrName>
                                        </p:attrNameLst>
                                      </p:cBhvr>
                                      <p:to>
                                        <p:strVal val="visible"/>
                                      </p:to>
                                    </p:set>
                                    <p:animEffect filter="fade" transition="in">
                                      <p:cBhvr>
                                        <p:cTn dur="500"/>
                                        <p:tgtEl>
                                          <p:spTgt spid="40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08"/>
                                        </p:tgtEl>
                                        <p:attrNameLst>
                                          <p:attrName>style.visibility</p:attrName>
                                        </p:attrNameLst>
                                      </p:cBhvr>
                                      <p:to>
                                        <p:strVal val="visible"/>
                                      </p:to>
                                    </p:set>
                                    <p:animEffect filter="fade" transition="in">
                                      <p:cBhvr>
                                        <p:cTn dur="1822"/>
                                        <p:tgtEl>
                                          <p:spTgt spid="40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3" name="Shape 413"/>
        <p:cNvGrpSpPr/>
        <p:nvPr/>
      </p:nvGrpSpPr>
      <p:grpSpPr>
        <a:xfrm>
          <a:off x="0" y="0"/>
          <a:ext cx="0" cy="0"/>
          <a:chOff x="0" y="0"/>
          <a:chExt cx="0" cy="0"/>
        </a:xfrm>
      </p:grpSpPr>
      <p:sp>
        <p:nvSpPr>
          <p:cNvPr id="414" name="Google Shape;414;p29"/>
          <p:cNvSpPr txBox="1"/>
          <p:nvPr>
            <p:ph type="title"/>
          </p:nvPr>
        </p:nvSpPr>
        <p:spPr>
          <a:xfrm>
            <a:off x="982133" y="457201"/>
            <a:ext cx="6561667" cy="1142999"/>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000"/>
              <a:buFont typeface="Corbel"/>
              <a:buNone/>
            </a:pPr>
            <a:r>
              <a:rPr b="1" lang="en-US"/>
              <a:t>What is DevOps?</a:t>
            </a:r>
            <a:endParaRPr/>
          </a:p>
        </p:txBody>
      </p:sp>
      <p:pic>
        <p:nvPicPr>
          <p:cNvPr id="415" name="Google Shape;415;p29"/>
          <p:cNvPicPr preferRelativeResize="0"/>
          <p:nvPr/>
        </p:nvPicPr>
        <p:blipFill rotWithShape="1">
          <a:blip r:embed="rId3">
            <a:alphaModFix/>
          </a:blip>
          <a:srcRect b="0" l="0" r="0" t="0"/>
          <a:stretch/>
        </p:blipFill>
        <p:spPr>
          <a:xfrm>
            <a:off x="884252" y="2057401"/>
            <a:ext cx="1737093" cy="1737093"/>
          </a:xfrm>
          <a:prstGeom prst="rect">
            <a:avLst/>
          </a:prstGeom>
          <a:noFill/>
          <a:ln>
            <a:noFill/>
          </a:ln>
        </p:spPr>
      </p:pic>
      <p:pic>
        <p:nvPicPr>
          <p:cNvPr id="416" name="Google Shape;416;p29"/>
          <p:cNvPicPr preferRelativeResize="0"/>
          <p:nvPr/>
        </p:nvPicPr>
        <p:blipFill rotWithShape="1">
          <a:blip r:embed="rId4">
            <a:alphaModFix/>
          </a:blip>
          <a:srcRect b="0" l="0" r="0" t="0"/>
          <a:stretch/>
        </p:blipFill>
        <p:spPr>
          <a:xfrm>
            <a:off x="484595" y="4134735"/>
            <a:ext cx="2704754" cy="1523114"/>
          </a:xfrm>
          <a:prstGeom prst="rect">
            <a:avLst/>
          </a:prstGeom>
          <a:noFill/>
          <a:ln>
            <a:noFill/>
          </a:ln>
        </p:spPr>
      </p:pic>
      <p:pic>
        <p:nvPicPr>
          <p:cNvPr id="417" name="Google Shape;417;p29"/>
          <p:cNvPicPr preferRelativeResize="0"/>
          <p:nvPr/>
        </p:nvPicPr>
        <p:blipFill rotWithShape="1">
          <a:blip r:embed="rId5">
            <a:alphaModFix/>
          </a:blip>
          <a:srcRect b="0" l="0" r="0" t="0"/>
          <a:stretch/>
        </p:blipFill>
        <p:spPr>
          <a:xfrm>
            <a:off x="4980972" y="2091088"/>
            <a:ext cx="4163029" cy="3566761"/>
          </a:xfrm>
          <a:prstGeom prst="rect">
            <a:avLst/>
          </a:prstGeom>
          <a:noFill/>
          <a:ln>
            <a:noFill/>
          </a:ln>
        </p:spPr>
      </p:pic>
      <p:sp>
        <p:nvSpPr>
          <p:cNvPr id="418" name="Google Shape;418;p29"/>
          <p:cNvSpPr/>
          <p:nvPr/>
        </p:nvSpPr>
        <p:spPr>
          <a:xfrm>
            <a:off x="2335708" y="2320888"/>
            <a:ext cx="1424381" cy="1095818"/>
          </a:xfrm>
          <a:prstGeom prst="mathMultiply">
            <a:avLst>
              <a:gd fmla="val 23520" name="adj1"/>
            </a:avLst>
          </a:prstGeom>
          <a:solidFill>
            <a:srgbClr val="FF0000"/>
          </a:solid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350">
              <a:solidFill>
                <a:schemeClr val="lt1"/>
              </a:solidFill>
              <a:latin typeface="Corbel"/>
              <a:ea typeface="Corbel"/>
              <a:cs typeface="Corbel"/>
              <a:sym typeface="Corbel"/>
            </a:endParaRPr>
          </a:p>
        </p:txBody>
      </p:sp>
      <p:sp>
        <p:nvSpPr>
          <p:cNvPr id="419" name="Google Shape;419;p29"/>
          <p:cNvSpPr/>
          <p:nvPr/>
        </p:nvSpPr>
        <p:spPr>
          <a:xfrm>
            <a:off x="3005262" y="4373137"/>
            <a:ext cx="1424381" cy="1095818"/>
          </a:xfrm>
          <a:prstGeom prst="mathMultiply">
            <a:avLst>
              <a:gd fmla="val 23520" name="adj1"/>
            </a:avLst>
          </a:prstGeom>
          <a:solidFill>
            <a:srgbClr val="FF0000"/>
          </a:solid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350">
              <a:solidFill>
                <a:schemeClr val="lt1"/>
              </a:solidFill>
              <a:latin typeface="Corbel"/>
              <a:ea typeface="Corbel"/>
              <a:cs typeface="Corbel"/>
              <a:sym typeface="Corbel"/>
            </a:endParaRPr>
          </a:p>
        </p:txBody>
      </p:sp>
      <p:pic>
        <p:nvPicPr>
          <p:cNvPr id="420" name="Google Shape;420;p29"/>
          <p:cNvPicPr preferRelativeResize="0"/>
          <p:nvPr/>
        </p:nvPicPr>
        <p:blipFill rotWithShape="1">
          <a:blip r:embed="rId6">
            <a:alphaModFix/>
          </a:blip>
          <a:srcRect b="0" l="0" r="0" t="0"/>
          <a:stretch/>
        </p:blipFill>
        <p:spPr>
          <a:xfrm>
            <a:off x="6475992" y="4896291"/>
            <a:ext cx="1067809" cy="1048871"/>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415"/>
                                        </p:tgtEl>
                                        <p:attrNameLst>
                                          <p:attrName>style.visibility</p:attrName>
                                        </p:attrNameLst>
                                      </p:cBhvr>
                                      <p:to>
                                        <p:strVal val="visible"/>
                                      </p:to>
                                    </p:set>
                                    <p:anim calcmode="lin" valueType="num">
                                      <p:cBhvr additive="base">
                                        <p:cTn dur="500"/>
                                        <p:tgtEl>
                                          <p:spTgt spid="415"/>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418"/>
                                        </p:tgtEl>
                                        <p:attrNameLst>
                                          <p:attrName>style.visibility</p:attrName>
                                        </p:attrNameLst>
                                      </p:cBhvr>
                                      <p:to>
                                        <p:strVal val="visible"/>
                                      </p:to>
                                    </p:set>
                                    <p:anim calcmode="lin" valueType="num">
                                      <p:cBhvr additive="base">
                                        <p:cTn dur="500"/>
                                        <p:tgtEl>
                                          <p:spTgt spid="418"/>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16"/>
                                        </p:tgtEl>
                                        <p:attrNameLst>
                                          <p:attrName>style.visibility</p:attrName>
                                        </p:attrNameLst>
                                      </p:cBhvr>
                                      <p:to>
                                        <p:strVal val="visible"/>
                                      </p:to>
                                    </p:set>
                                    <p:animEffect filter="fade" transition="in">
                                      <p:cBhvr>
                                        <p:cTn dur="1000"/>
                                        <p:tgtEl>
                                          <p:spTgt spid="41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19"/>
                                        </p:tgtEl>
                                        <p:attrNameLst>
                                          <p:attrName>style.visibility</p:attrName>
                                        </p:attrNameLst>
                                      </p:cBhvr>
                                      <p:to>
                                        <p:strVal val="visible"/>
                                      </p:to>
                                    </p:set>
                                    <p:animEffect filter="fade" transition="in">
                                      <p:cBhvr>
                                        <p:cTn dur="1000"/>
                                        <p:tgtEl>
                                          <p:spTgt spid="41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17"/>
                                        </p:tgtEl>
                                        <p:attrNameLst>
                                          <p:attrName>style.visibility</p:attrName>
                                        </p:attrNameLst>
                                      </p:cBhvr>
                                      <p:to>
                                        <p:strVal val="visible"/>
                                      </p:to>
                                    </p:set>
                                    <p:animEffect filter="fade" transition="in">
                                      <p:cBhvr>
                                        <p:cTn dur="500"/>
                                        <p:tgtEl>
                                          <p:spTgt spid="41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5" name="Shape 425"/>
        <p:cNvGrpSpPr/>
        <p:nvPr/>
      </p:nvGrpSpPr>
      <p:grpSpPr>
        <a:xfrm>
          <a:off x="0" y="0"/>
          <a:ext cx="0" cy="0"/>
          <a:chOff x="0" y="0"/>
          <a:chExt cx="0" cy="0"/>
        </a:xfrm>
      </p:grpSpPr>
      <p:sp>
        <p:nvSpPr>
          <p:cNvPr id="426" name="Google Shape;426;p30"/>
          <p:cNvSpPr txBox="1"/>
          <p:nvPr>
            <p:ph type="title"/>
          </p:nvPr>
        </p:nvSpPr>
        <p:spPr>
          <a:xfrm>
            <a:off x="803563" y="1100400"/>
            <a:ext cx="7239002" cy="857249"/>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000"/>
              <a:buFont typeface="Corbel"/>
              <a:buNone/>
            </a:pPr>
            <a:r>
              <a:rPr b="1" lang="en-US"/>
              <a:t>Why DevOps?</a:t>
            </a:r>
            <a:endParaRPr/>
          </a:p>
        </p:txBody>
      </p:sp>
      <p:sp>
        <p:nvSpPr>
          <p:cNvPr id="427" name="Google Shape;427;p30"/>
          <p:cNvSpPr txBox="1"/>
          <p:nvPr>
            <p:ph idx="1" type="body"/>
          </p:nvPr>
        </p:nvSpPr>
        <p:spPr>
          <a:xfrm>
            <a:off x="1007072" y="2496936"/>
            <a:ext cx="7857067" cy="2712028"/>
          </a:xfrm>
          <a:prstGeom prst="rect">
            <a:avLst/>
          </a:prstGeom>
          <a:noFill/>
          <a:ln>
            <a:noFill/>
          </a:ln>
        </p:spPr>
        <p:txBody>
          <a:bodyPr anchorCtr="0" anchor="t" bIns="45700" lIns="91425" spcFirstLastPara="1" rIns="91425" wrap="square" tIns="45700">
            <a:normAutofit lnSpcReduction="10000"/>
          </a:bodyPr>
          <a:lstStyle/>
          <a:p>
            <a:pPr indent="-285750" lvl="0" marL="285750" rtl="0" algn="just">
              <a:spcBef>
                <a:spcPts val="0"/>
              </a:spcBef>
              <a:spcAft>
                <a:spcPts val="0"/>
              </a:spcAft>
              <a:buSzPts val="3480"/>
              <a:buChar char="•"/>
            </a:pPr>
            <a:r>
              <a:rPr lang="en-US"/>
              <a:t>Before DevOps, operation and development teams were working in an isolated environment.</a:t>
            </a:r>
            <a:endParaRPr/>
          </a:p>
          <a:p>
            <a:pPr indent="-285750" lvl="0" marL="285750" rtl="0" algn="just">
              <a:spcBef>
                <a:spcPts val="1080"/>
              </a:spcBef>
              <a:spcAft>
                <a:spcPts val="0"/>
              </a:spcAft>
              <a:buSzPts val="3480"/>
              <a:buChar char="•"/>
            </a:pPr>
            <a:r>
              <a:rPr lang="en-US"/>
              <a:t>Testing and Deployment activities mostly were performed in an isolated manner after design-build step, and they took more time than actual project completion time.</a:t>
            </a:r>
            <a:endParaRPr/>
          </a:p>
          <a:p>
            <a:pPr indent="-285750" lvl="0" marL="285750" rtl="0" algn="just">
              <a:spcBef>
                <a:spcPts val="1080"/>
              </a:spcBef>
              <a:spcAft>
                <a:spcPts val="0"/>
              </a:spcAft>
              <a:buSzPts val="3480"/>
              <a:buChar char="•"/>
            </a:pPr>
            <a:r>
              <a:rPr lang="en-US"/>
              <a:t>Team members usually spend a large amount of time in deploying, testing, designing, and building the projects</a:t>
            </a:r>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1" name="Shape 431"/>
        <p:cNvGrpSpPr/>
        <p:nvPr/>
      </p:nvGrpSpPr>
      <p:grpSpPr>
        <a:xfrm>
          <a:off x="0" y="0"/>
          <a:ext cx="0" cy="0"/>
          <a:chOff x="0" y="0"/>
          <a:chExt cx="0" cy="0"/>
        </a:xfrm>
      </p:grpSpPr>
      <p:sp>
        <p:nvSpPr>
          <p:cNvPr id="432" name="Google Shape;432;p31"/>
          <p:cNvSpPr txBox="1"/>
          <p:nvPr>
            <p:ph type="title"/>
          </p:nvPr>
        </p:nvSpPr>
        <p:spPr>
          <a:xfrm>
            <a:off x="860368" y="1025584"/>
            <a:ext cx="7020099" cy="857249"/>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000"/>
              <a:buFont typeface="Corbel"/>
              <a:buNone/>
            </a:pPr>
            <a:r>
              <a:rPr b="1" lang="en-US"/>
              <a:t>Why DevOps?</a:t>
            </a:r>
            <a:endParaRPr/>
          </a:p>
        </p:txBody>
      </p:sp>
      <p:sp>
        <p:nvSpPr>
          <p:cNvPr id="433" name="Google Shape;433;p31"/>
          <p:cNvSpPr txBox="1"/>
          <p:nvPr>
            <p:ph idx="1" type="body"/>
          </p:nvPr>
        </p:nvSpPr>
        <p:spPr>
          <a:xfrm>
            <a:off x="982134" y="2316134"/>
            <a:ext cx="7857067" cy="3341716"/>
          </a:xfrm>
          <a:prstGeom prst="rect">
            <a:avLst/>
          </a:prstGeom>
          <a:noFill/>
          <a:ln>
            <a:noFill/>
          </a:ln>
        </p:spPr>
        <p:txBody>
          <a:bodyPr anchorCtr="0" anchor="t" bIns="45700" lIns="91425" spcFirstLastPara="1" rIns="91425" wrap="square" tIns="45700">
            <a:normAutofit fontScale="92500" lnSpcReduction="20000"/>
          </a:bodyPr>
          <a:lstStyle/>
          <a:p>
            <a:pPr indent="-285796" lvl="0" marL="285750" rtl="0" algn="just">
              <a:spcBef>
                <a:spcPts val="0"/>
              </a:spcBef>
              <a:spcAft>
                <a:spcPts val="0"/>
              </a:spcAft>
              <a:buSzPct val="145000"/>
              <a:buChar char="•"/>
            </a:pPr>
            <a:r>
              <a:rPr lang="en-US" sz="2700"/>
              <a:t>Human production errors were deployed during manual code conduction.</a:t>
            </a:r>
            <a:endParaRPr/>
          </a:p>
          <a:p>
            <a:pPr indent="-285796" lvl="0" marL="285750" rtl="0" algn="just">
              <a:spcBef>
                <a:spcPts val="1099"/>
              </a:spcBef>
              <a:spcAft>
                <a:spcPts val="0"/>
              </a:spcAft>
              <a:buSzPct val="145000"/>
              <a:buChar char="•"/>
            </a:pPr>
            <a:r>
              <a:rPr lang="en-US" sz="2700"/>
              <a:t>Operations and coding teams generally had different timelines and did not have proper synchronization that results in further delay.</a:t>
            </a:r>
            <a:endParaRPr/>
          </a:p>
          <a:p>
            <a:pPr indent="-285796" lvl="0" marL="285750" rtl="0" algn="just">
              <a:spcBef>
                <a:spcPts val="1099"/>
              </a:spcBef>
              <a:spcAft>
                <a:spcPts val="0"/>
              </a:spcAft>
              <a:buSzPct val="145000"/>
              <a:buChar char="•"/>
            </a:pPr>
            <a:r>
              <a:rPr lang="en-US" sz="2700"/>
              <a:t>To avoid the hassles mentioned above and non-collaborative performance measures, there was an urgent need for robust IT technology like DevOps to satisfy business owners and stakeholders.</a:t>
            </a:r>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8" name="Shape 438"/>
        <p:cNvGrpSpPr/>
        <p:nvPr/>
      </p:nvGrpSpPr>
      <p:grpSpPr>
        <a:xfrm>
          <a:off x="0" y="0"/>
          <a:ext cx="0" cy="0"/>
          <a:chOff x="0" y="0"/>
          <a:chExt cx="0" cy="0"/>
        </a:xfrm>
      </p:grpSpPr>
      <p:sp>
        <p:nvSpPr>
          <p:cNvPr id="439" name="Google Shape;439;p32"/>
          <p:cNvSpPr txBox="1"/>
          <p:nvPr>
            <p:ph type="title"/>
          </p:nvPr>
        </p:nvSpPr>
        <p:spPr>
          <a:xfrm>
            <a:off x="982133" y="457201"/>
            <a:ext cx="6561667" cy="1142999"/>
          </a:xfrm>
          <a:prstGeom prst="rect">
            <a:avLst/>
          </a:prstGeom>
          <a:noFill/>
          <a:ln>
            <a:noFill/>
          </a:ln>
        </p:spPr>
        <p:txBody>
          <a:bodyPr anchorCtr="0" anchor="ctr" bIns="45700" lIns="91425" spcFirstLastPara="1" rIns="91425" wrap="square" tIns="45700">
            <a:normAutofit fontScale="90000"/>
          </a:bodyPr>
          <a:lstStyle/>
          <a:p>
            <a:pPr indent="0" lvl="0" marL="0" rtl="0" algn="ctr">
              <a:spcBef>
                <a:spcPts val="0"/>
              </a:spcBef>
              <a:spcAft>
                <a:spcPts val="0"/>
              </a:spcAft>
              <a:buClr>
                <a:schemeClr val="dk1"/>
              </a:buClr>
              <a:buSzPct val="100000"/>
              <a:buFont typeface="Corbel"/>
              <a:buNone/>
            </a:pPr>
            <a:r>
              <a:rPr b="1" lang="en-US"/>
              <a:t>Current relation among Development and Operation team</a:t>
            </a:r>
            <a:endParaRPr/>
          </a:p>
        </p:txBody>
      </p:sp>
      <p:sp>
        <p:nvSpPr>
          <p:cNvPr id="440" name="Google Shape;440;p32"/>
          <p:cNvSpPr txBox="1"/>
          <p:nvPr>
            <p:ph idx="1" type="body"/>
          </p:nvPr>
        </p:nvSpPr>
        <p:spPr>
          <a:xfrm>
            <a:off x="982134" y="2228851"/>
            <a:ext cx="7857067" cy="3428999"/>
          </a:xfrm>
          <a:prstGeom prst="rect">
            <a:avLst/>
          </a:prstGeom>
          <a:noFill/>
          <a:ln>
            <a:noFill/>
          </a:ln>
        </p:spPr>
        <p:txBody>
          <a:bodyPr anchorCtr="0" anchor="t" bIns="45700" lIns="91425" spcFirstLastPara="1" rIns="91425" wrap="square" tIns="45700">
            <a:normAutofit fontScale="92500"/>
          </a:bodyPr>
          <a:lstStyle/>
          <a:p>
            <a:pPr indent="-285750" lvl="0" marL="285750" rtl="0" algn="just">
              <a:spcBef>
                <a:spcPts val="0"/>
              </a:spcBef>
              <a:spcAft>
                <a:spcPts val="0"/>
              </a:spcAft>
              <a:buSzPct val="145000"/>
              <a:buChar char="•"/>
            </a:pPr>
            <a:r>
              <a:rPr lang="en-US"/>
              <a:t>The development team worked on the software, developing it and making sure that the code worked perfectly.</a:t>
            </a:r>
            <a:endParaRPr/>
          </a:p>
          <a:p>
            <a:pPr indent="-285750" lvl="0" marL="285750" rtl="0" algn="just">
              <a:spcBef>
                <a:spcPts val="1044"/>
              </a:spcBef>
              <a:spcAft>
                <a:spcPts val="0"/>
              </a:spcAft>
              <a:buSzPct val="145000"/>
              <a:buChar char="•"/>
            </a:pPr>
            <a:r>
              <a:rPr lang="en-US"/>
              <a:t>After hours of hardwork and a lot of trial and error, the team releases a code which has to be executed by the Operations team which is responsible for the release and operation of the code.</a:t>
            </a:r>
            <a:endParaRPr/>
          </a:p>
          <a:p>
            <a:pPr indent="-285750" lvl="0" marL="285750" rtl="0" algn="just">
              <a:spcBef>
                <a:spcPts val="1044"/>
              </a:spcBef>
              <a:spcAft>
                <a:spcPts val="0"/>
              </a:spcAft>
              <a:buSzPct val="145000"/>
              <a:buChar char="•"/>
            </a:pPr>
            <a:r>
              <a:rPr lang="en-US"/>
              <a:t>The operations team will be checking the application and its performance and reporting back any bugs, if present.</a:t>
            </a:r>
            <a:endParaRPr/>
          </a:p>
          <a:p>
            <a:pPr indent="-81343" lvl="0" marL="285750" rtl="0" algn="just">
              <a:spcBef>
                <a:spcPts val="1044"/>
              </a:spcBef>
              <a:spcAft>
                <a:spcPts val="0"/>
              </a:spcAft>
              <a:buSzPct val="145000"/>
              <a:buNone/>
            </a:pPr>
            <a:r>
              <a:t/>
            </a:r>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5" name="Shape 445"/>
        <p:cNvGrpSpPr/>
        <p:nvPr/>
      </p:nvGrpSpPr>
      <p:grpSpPr>
        <a:xfrm>
          <a:off x="0" y="0"/>
          <a:ext cx="0" cy="0"/>
          <a:chOff x="0" y="0"/>
          <a:chExt cx="0" cy="0"/>
        </a:xfrm>
      </p:grpSpPr>
      <p:sp>
        <p:nvSpPr>
          <p:cNvPr id="446" name="Google Shape;446;p33"/>
          <p:cNvSpPr txBox="1"/>
          <p:nvPr>
            <p:ph type="title"/>
          </p:nvPr>
        </p:nvSpPr>
        <p:spPr>
          <a:xfrm>
            <a:off x="1291166" y="457202"/>
            <a:ext cx="6561667" cy="857249"/>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000"/>
              <a:buFont typeface="Corbel"/>
              <a:buNone/>
            </a:pPr>
            <a:r>
              <a:rPr b="1" lang="en-US"/>
              <a:t>What DevOps can do?</a:t>
            </a:r>
            <a:endParaRPr/>
          </a:p>
        </p:txBody>
      </p:sp>
      <p:sp>
        <p:nvSpPr>
          <p:cNvPr id="447" name="Google Shape;447;p33"/>
          <p:cNvSpPr txBox="1"/>
          <p:nvPr>
            <p:ph idx="1" type="body"/>
          </p:nvPr>
        </p:nvSpPr>
        <p:spPr>
          <a:xfrm>
            <a:off x="982133" y="1600199"/>
            <a:ext cx="7857067" cy="4800599"/>
          </a:xfrm>
          <a:prstGeom prst="rect">
            <a:avLst/>
          </a:prstGeom>
          <a:noFill/>
          <a:ln>
            <a:noFill/>
          </a:ln>
        </p:spPr>
        <p:txBody>
          <a:bodyPr anchorCtr="0" anchor="t" bIns="45700" lIns="91425" spcFirstLastPara="1" rIns="91425" wrap="square" tIns="45700">
            <a:normAutofit/>
          </a:bodyPr>
          <a:lstStyle/>
          <a:p>
            <a:pPr indent="-285750" lvl="0" marL="285750" rtl="0" algn="just">
              <a:spcBef>
                <a:spcPts val="0"/>
              </a:spcBef>
              <a:spcAft>
                <a:spcPts val="0"/>
              </a:spcAft>
              <a:buSzPts val="3480"/>
              <a:buChar char="•"/>
            </a:pPr>
            <a:r>
              <a:rPr lang="en-US"/>
              <a:t>To bridge this gap, Development(‘Dev’) team and Operations (‘Ops’) team collaborated giving rise to DevOps.</a:t>
            </a:r>
            <a:endParaRPr/>
          </a:p>
          <a:p>
            <a:pPr indent="-285750" lvl="0" marL="285750" rtl="0" algn="just">
              <a:spcBef>
                <a:spcPts val="1080"/>
              </a:spcBef>
              <a:spcAft>
                <a:spcPts val="0"/>
              </a:spcAft>
              <a:buSzPts val="3480"/>
              <a:buChar char="•"/>
            </a:pPr>
            <a:r>
              <a:rPr lang="en-US"/>
              <a:t>The Development team encapsulated their code in a</a:t>
            </a:r>
            <a:r>
              <a:rPr b="1" lang="en-US"/>
              <a:t> container</a:t>
            </a:r>
            <a:r>
              <a:rPr lang="en-US"/>
              <a:t> which is a lightweight software environment.</a:t>
            </a:r>
            <a:endParaRPr/>
          </a:p>
          <a:p>
            <a:pPr indent="-285750" lvl="0" marL="285750" rtl="0" algn="just">
              <a:spcBef>
                <a:spcPts val="1080"/>
              </a:spcBef>
              <a:spcAft>
                <a:spcPts val="0"/>
              </a:spcAft>
              <a:buSzPts val="3480"/>
              <a:buChar char="•"/>
            </a:pPr>
            <a:r>
              <a:rPr lang="en-US"/>
              <a:t>When the developers were done with their work, they would simply pass on this container along with the code to the operations team. The Ops will run this container, along with the code, and it worked as expected!</a:t>
            </a:r>
            <a:endParaRPr/>
          </a:p>
        </p:txBody>
      </p:sp>
      <p:sp>
        <p:nvSpPr>
          <p:cNvPr id="448" name="Google Shape;448;p33"/>
          <p:cNvSpPr/>
          <p:nvPr/>
        </p:nvSpPr>
        <p:spPr>
          <a:xfrm>
            <a:off x="7599538" y="5791200"/>
            <a:ext cx="1546064" cy="30777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400">
                <a:solidFill>
                  <a:schemeClr val="dk1"/>
                </a:solidFill>
                <a:latin typeface="Corbel"/>
                <a:ea typeface="Corbel"/>
                <a:cs typeface="Corbel"/>
                <a:sym typeface="Corbel"/>
              </a:rPr>
              <a:t>End of Segment 3</a:t>
            </a:r>
            <a:endParaRPr sz="1400">
              <a:solidFill>
                <a:schemeClr val="dk1"/>
              </a:solidFill>
              <a:latin typeface="Corbel"/>
              <a:ea typeface="Corbel"/>
              <a:cs typeface="Corbel"/>
              <a:sym typeface="Corbel"/>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2" name="Shape 452"/>
        <p:cNvGrpSpPr/>
        <p:nvPr/>
      </p:nvGrpSpPr>
      <p:grpSpPr>
        <a:xfrm>
          <a:off x="0" y="0"/>
          <a:ext cx="0" cy="0"/>
          <a:chOff x="0" y="0"/>
          <a:chExt cx="0" cy="0"/>
        </a:xfrm>
      </p:grpSpPr>
      <p:sp>
        <p:nvSpPr>
          <p:cNvPr id="453" name="Google Shape;453;p34"/>
          <p:cNvSpPr txBox="1"/>
          <p:nvPr>
            <p:ph type="title"/>
          </p:nvPr>
        </p:nvSpPr>
        <p:spPr>
          <a:xfrm>
            <a:off x="1696008" y="2667000"/>
            <a:ext cx="6561667" cy="1142999"/>
          </a:xfrm>
          <a:prstGeom prst="rect">
            <a:avLst/>
          </a:prstGeom>
          <a:noFill/>
          <a:ln>
            <a:noFill/>
          </a:ln>
        </p:spPr>
        <p:txBody>
          <a:bodyPr anchorCtr="0" anchor="ctr" bIns="45700" lIns="91425" spcFirstLastPara="1" rIns="91425" wrap="square" tIns="45700">
            <a:normAutofit fontScale="90000"/>
          </a:bodyPr>
          <a:lstStyle/>
          <a:p>
            <a:pPr indent="0" lvl="0" marL="0" rtl="0" algn="ctr">
              <a:spcBef>
                <a:spcPts val="0"/>
              </a:spcBef>
              <a:spcAft>
                <a:spcPts val="0"/>
              </a:spcAft>
              <a:buClr>
                <a:schemeClr val="dk1"/>
              </a:buClr>
              <a:buSzPct val="100000"/>
              <a:buFont typeface="Corbel"/>
              <a:buNone/>
            </a:pPr>
            <a:r>
              <a:rPr lang="en-US"/>
              <a:t>Segment 4</a:t>
            </a:r>
            <a:br>
              <a:rPr lang="en-US"/>
            </a:br>
            <a:r>
              <a:rPr lang="en-US"/>
              <a:t>DevOps (cont.)</a:t>
            </a:r>
            <a:endParaRPr/>
          </a:p>
        </p:txBody>
      </p:sp>
      <p:sp>
        <p:nvSpPr>
          <p:cNvPr id="454" name="Google Shape;454;p34"/>
          <p:cNvSpPr txBox="1"/>
          <p:nvPr>
            <p:ph idx="10" type="dt"/>
          </p:nvPr>
        </p:nvSpPr>
        <p:spPr>
          <a:xfrm>
            <a:off x="7401494" y="6492875"/>
            <a:ext cx="857473"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1/25/2021</a:t>
            </a:r>
            <a:endParaRPr/>
          </a:p>
        </p:txBody>
      </p:sp>
      <p:sp>
        <p:nvSpPr>
          <p:cNvPr id="455" name="Google Shape;455;p34"/>
          <p:cNvSpPr txBox="1"/>
          <p:nvPr>
            <p:ph idx="11" type="ftr"/>
          </p:nvPr>
        </p:nvSpPr>
        <p:spPr>
          <a:xfrm>
            <a:off x="2036739" y="6473298"/>
            <a:ext cx="5314517"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Prepared by: Dr. Muhammad Iqbal Hossain</a:t>
            </a:r>
            <a:endParaRPr/>
          </a:p>
        </p:txBody>
      </p:sp>
      <p:sp>
        <p:nvSpPr>
          <p:cNvPr id="456" name="Google Shape;456;p34"/>
          <p:cNvSpPr txBox="1"/>
          <p:nvPr>
            <p:ph idx="12" type="sldNum"/>
          </p:nvPr>
        </p:nvSpPr>
        <p:spPr>
          <a:xfrm>
            <a:off x="8303106" y="6482881"/>
            <a:ext cx="427833"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1" name="Shape 461"/>
        <p:cNvGrpSpPr/>
        <p:nvPr/>
      </p:nvGrpSpPr>
      <p:grpSpPr>
        <a:xfrm>
          <a:off x="0" y="0"/>
          <a:ext cx="0" cy="0"/>
          <a:chOff x="0" y="0"/>
          <a:chExt cx="0" cy="0"/>
        </a:xfrm>
      </p:grpSpPr>
      <p:sp>
        <p:nvSpPr>
          <p:cNvPr id="462" name="Google Shape;462;p35"/>
          <p:cNvSpPr txBox="1"/>
          <p:nvPr>
            <p:ph type="title"/>
          </p:nvPr>
        </p:nvSpPr>
        <p:spPr>
          <a:xfrm>
            <a:off x="982133" y="457201"/>
            <a:ext cx="6561667" cy="1142999"/>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000"/>
              <a:buFont typeface="Corbel"/>
              <a:buNone/>
            </a:pPr>
            <a:r>
              <a:rPr b="1" lang="en-US"/>
              <a:t>Steps of DevOps</a:t>
            </a:r>
            <a:endParaRPr/>
          </a:p>
        </p:txBody>
      </p:sp>
      <p:pic>
        <p:nvPicPr>
          <p:cNvPr id="463" name="Google Shape;463;p35"/>
          <p:cNvPicPr preferRelativeResize="0"/>
          <p:nvPr>
            <p:ph idx="1" type="body"/>
          </p:nvPr>
        </p:nvPicPr>
        <p:blipFill rotWithShape="1">
          <a:blip r:embed="rId3">
            <a:alphaModFix/>
          </a:blip>
          <a:srcRect b="0" l="0" r="0" t="0"/>
          <a:stretch/>
        </p:blipFill>
        <p:spPr>
          <a:xfrm>
            <a:off x="1557731" y="2571833"/>
            <a:ext cx="5410473" cy="2658189"/>
          </a:xfrm>
          <a:prstGeom prst="rect">
            <a:avLst/>
          </a:prstGeom>
          <a:noFill/>
          <a:ln>
            <a:noFill/>
          </a:ln>
        </p:spPr>
      </p:pic>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7" name="Shape 467"/>
        <p:cNvGrpSpPr/>
        <p:nvPr/>
      </p:nvGrpSpPr>
      <p:grpSpPr>
        <a:xfrm>
          <a:off x="0" y="0"/>
          <a:ext cx="0" cy="0"/>
          <a:chOff x="0" y="0"/>
          <a:chExt cx="0" cy="0"/>
        </a:xfrm>
      </p:grpSpPr>
      <p:sp>
        <p:nvSpPr>
          <p:cNvPr id="468" name="Google Shape;468;p36"/>
          <p:cNvSpPr txBox="1"/>
          <p:nvPr>
            <p:ph type="title"/>
          </p:nvPr>
        </p:nvSpPr>
        <p:spPr>
          <a:xfrm>
            <a:off x="982134" y="913073"/>
            <a:ext cx="6561667" cy="857249"/>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000"/>
              <a:buFont typeface="Corbel"/>
              <a:buNone/>
            </a:pPr>
            <a:r>
              <a:rPr lang="en-US"/>
              <a:t>Steps of DevOps</a:t>
            </a:r>
            <a:endParaRPr/>
          </a:p>
        </p:txBody>
      </p:sp>
      <p:sp>
        <p:nvSpPr>
          <p:cNvPr id="469" name="Google Shape;469;p36"/>
          <p:cNvSpPr txBox="1"/>
          <p:nvPr>
            <p:ph idx="1" type="body"/>
          </p:nvPr>
        </p:nvSpPr>
        <p:spPr>
          <a:xfrm>
            <a:off x="1061878" y="1957720"/>
            <a:ext cx="7857067" cy="4043030"/>
          </a:xfrm>
          <a:prstGeom prst="rect">
            <a:avLst/>
          </a:prstGeom>
          <a:noFill/>
          <a:ln>
            <a:noFill/>
          </a:ln>
        </p:spPr>
        <p:txBody>
          <a:bodyPr anchorCtr="0" anchor="t" bIns="45700" lIns="91425" spcFirstLastPara="1" rIns="91425" wrap="square" tIns="45700">
            <a:normAutofit lnSpcReduction="10000"/>
          </a:bodyPr>
          <a:lstStyle/>
          <a:p>
            <a:pPr indent="-285750" lvl="0" marL="285750" rtl="0" algn="just">
              <a:spcBef>
                <a:spcPts val="0"/>
              </a:spcBef>
              <a:spcAft>
                <a:spcPts val="0"/>
              </a:spcAft>
              <a:buSzPts val="3480"/>
              <a:buChar char="•"/>
            </a:pPr>
            <a:r>
              <a:rPr b="1" lang="en-US"/>
              <a:t>Code: </a:t>
            </a:r>
            <a:r>
              <a:rPr lang="en-US"/>
              <a:t>The first step in the DevOps life cycle is coding, where developers build the code on any platform</a:t>
            </a:r>
            <a:endParaRPr/>
          </a:p>
          <a:p>
            <a:pPr indent="-285750" lvl="0" marL="285750" rtl="0" algn="just">
              <a:spcBef>
                <a:spcPts val="1080"/>
              </a:spcBef>
              <a:spcAft>
                <a:spcPts val="0"/>
              </a:spcAft>
              <a:buSzPts val="3480"/>
              <a:buChar char="•"/>
            </a:pPr>
            <a:r>
              <a:rPr b="1" lang="en-US"/>
              <a:t>Build: </a:t>
            </a:r>
            <a:r>
              <a:rPr lang="en-US"/>
              <a:t>Developers build the version of their program in any extension depending upon the language they are using</a:t>
            </a:r>
            <a:endParaRPr/>
          </a:p>
          <a:p>
            <a:pPr indent="-285750" lvl="0" marL="285750" rtl="0" algn="just">
              <a:spcBef>
                <a:spcPts val="1080"/>
              </a:spcBef>
              <a:spcAft>
                <a:spcPts val="0"/>
              </a:spcAft>
              <a:buSzPts val="3480"/>
              <a:buChar char="•"/>
            </a:pPr>
            <a:r>
              <a:rPr b="1" lang="en-US"/>
              <a:t>Test: </a:t>
            </a:r>
            <a:r>
              <a:rPr lang="en-US"/>
              <a:t>For DevOps to be successful, the testing process must be automated using any automation tool like Selenium</a:t>
            </a:r>
            <a:endParaRPr/>
          </a:p>
          <a:p>
            <a:pPr indent="-285750" lvl="0" marL="285750" rtl="0" algn="just">
              <a:spcBef>
                <a:spcPts val="1080"/>
              </a:spcBef>
              <a:spcAft>
                <a:spcPts val="0"/>
              </a:spcAft>
              <a:buSzPts val="3480"/>
              <a:buChar char="•"/>
            </a:pPr>
            <a:r>
              <a:rPr b="1" lang="en-US"/>
              <a:t>Release: </a:t>
            </a:r>
            <a:r>
              <a:rPr lang="en-US"/>
              <a:t>A process for managing, planning, scheduling, and controlling the build in different environments after testing and before deployment</a:t>
            </a:r>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3" name="Shape 473"/>
        <p:cNvGrpSpPr/>
        <p:nvPr/>
      </p:nvGrpSpPr>
      <p:grpSpPr>
        <a:xfrm>
          <a:off x="0" y="0"/>
          <a:ext cx="0" cy="0"/>
          <a:chOff x="0" y="0"/>
          <a:chExt cx="0" cy="0"/>
        </a:xfrm>
      </p:grpSpPr>
      <p:sp>
        <p:nvSpPr>
          <p:cNvPr id="474" name="Google Shape;474;p37"/>
          <p:cNvSpPr txBox="1"/>
          <p:nvPr>
            <p:ph type="title"/>
          </p:nvPr>
        </p:nvSpPr>
        <p:spPr>
          <a:xfrm>
            <a:off x="982134" y="913073"/>
            <a:ext cx="6561667" cy="857249"/>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000"/>
              <a:buFont typeface="Corbel"/>
              <a:buNone/>
            </a:pPr>
            <a:r>
              <a:rPr lang="en-US"/>
              <a:t>Steps of DevOps</a:t>
            </a:r>
            <a:endParaRPr/>
          </a:p>
        </p:txBody>
      </p:sp>
      <p:sp>
        <p:nvSpPr>
          <p:cNvPr id="475" name="Google Shape;475;p37"/>
          <p:cNvSpPr txBox="1"/>
          <p:nvPr>
            <p:ph idx="1" type="body"/>
          </p:nvPr>
        </p:nvSpPr>
        <p:spPr>
          <a:xfrm>
            <a:off x="1141622" y="1770322"/>
            <a:ext cx="7857067" cy="4043030"/>
          </a:xfrm>
          <a:prstGeom prst="rect">
            <a:avLst/>
          </a:prstGeom>
          <a:noFill/>
          <a:ln>
            <a:noFill/>
          </a:ln>
        </p:spPr>
        <p:txBody>
          <a:bodyPr anchorCtr="0" anchor="t" bIns="45700" lIns="91425" spcFirstLastPara="1" rIns="91425" wrap="square" tIns="45700">
            <a:noAutofit/>
          </a:bodyPr>
          <a:lstStyle/>
          <a:p>
            <a:pPr indent="-285750" lvl="0" marL="285750" rtl="0" algn="just">
              <a:spcBef>
                <a:spcPts val="0"/>
              </a:spcBef>
              <a:spcAft>
                <a:spcPts val="0"/>
              </a:spcAft>
              <a:buSzPts val="3480"/>
              <a:buChar char="•"/>
            </a:pPr>
            <a:r>
              <a:rPr b="1" lang="en-US"/>
              <a:t>Deploy: </a:t>
            </a:r>
            <a:r>
              <a:rPr lang="en-US"/>
              <a:t>This phase gets all artifacts/code files of the application ready and deploys/executes them on the server</a:t>
            </a:r>
            <a:endParaRPr/>
          </a:p>
          <a:p>
            <a:pPr indent="-285750" lvl="0" marL="285750" rtl="0" algn="just">
              <a:spcBef>
                <a:spcPts val="1080"/>
              </a:spcBef>
              <a:spcAft>
                <a:spcPts val="0"/>
              </a:spcAft>
              <a:buSzPts val="3480"/>
              <a:buChar char="•"/>
            </a:pPr>
            <a:r>
              <a:rPr b="1" lang="en-US"/>
              <a:t>Operate: </a:t>
            </a:r>
            <a:r>
              <a:rPr lang="en-US"/>
              <a:t>The application is run after its deployment, where clients use it in real-world scenarios.</a:t>
            </a:r>
            <a:endParaRPr/>
          </a:p>
          <a:p>
            <a:pPr indent="-285750" lvl="0" marL="285750" rtl="0" algn="just">
              <a:spcBef>
                <a:spcPts val="1080"/>
              </a:spcBef>
              <a:spcAft>
                <a:spcPts val="0"/>
              </a:spcAft>
              <a:buSzPts val="3480"/>
              <a:buChar char="•"/>
            </a:pPr>
            <a:r>
              <a:rPr b="1" lang="en-US"/>
              <a:t>Monitor: </a:t>
            </a:r>
            <a:r>
              <a:rPr lang="en-US"/>
              <a:t>This phase helps in providing crucial information that basically helps ensure service uptime and optimal performance</a:t>
            </a:r>
            <a:endParaRPr/>
          </a:p>
          <a:p>
            <a:pPr indent="-285750" lvl="0" marL="285750" rtl="0" algn="just">
              <a:spcBef>
                <a:spcPts val="1080"/>
              </a:spcBef>
              <a:spcAft>
                <a:spcPts val="0"/>
              </a:spcAft>
              <a:buSzPts val="3480"/>
              <a:buChar char="•"/>
            </a:pPr>
            <a:r>
              <a:rPr b="1" lang="en-US"/>
              <a:t>Plan: </a:t>
            </a:r>
            <a:r>
              <a:rPr lang="en-US"/>
              <a:t>The planning stage gathers information from the monitoring stage and, as per feedback, implements the changes for better performance</a:t>
            </a:r>
            <a:endParaRPr/>
          </a:p>
          <a:p>
            <a:pPr indent="-64770" lvl="0" marL="285750" rtl="0" algn="just">
              <a:spcBef>
                <a:spcPts val="1080"/>
              </a:spcBef>
              <a:spcAft>
                <a:spcPts val="0"/>
              </a:spcAft>
              <a:buSzPts val="3480"/>
              <a:buNone/>
            </a:pPr>
            <a:r>
              <a:t/>
            </a:r>
            <a:endParaRPr/>
          </a:p>
          <a:p>
            <a:pPr indent="-64770" lvl="0" marL="285750" rtl="0" algn="just">
              <a:spcBef>
                <a:spcPts val="1080"/>
              </a:spcBef>
              <a:spcAft>
                <a:spcPts val="0"/>
              </a:spcAft>
              <a:buSzPts val="3480"/>
              <a:buNone/>
            </a:pPr>
            <a:r>
              <a:t/>
            </a:r>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0" name="Shape 480"/>
        <p:cNvGrpSpPr/>
        <p:nvPr/>
      </p:nvGrpSpPr>
      <p:grpSpPr>
        <a:xfrm>
          <a:off x="0" y="0"/>
          <a:ext cx="0" cy="0"/>
          <a:chOff x="0" y="0"/>
          <a:chExt cx="0" cy="0"/>
        </a:xfrm>
      </p:grpSpPr>
      <p:sp>
        <p:nvSpPr>
          <p:cNvPr id="481" name="Google Shape;481;p38"/>
          <p:cNvSpPr txBox="1"/>
          <p:nvPr>
            <p:ph type="title"/>
          </p:nvPr>
        </p:nvSpPr>
        <p:spPr>
          <a:xfrm>
            <a:off x="982133" y="457201"/>
            <a:ext cx="6561667" cy="1142999"/>
          </a:xfrm>
          <a:prstGeom prst="rect">
            <a:avLst/>
          </a:prstGeom>
          <a:noFill/>
          <a:ln>
            <a:noFill/>
          </a:ln>
        </p:spPr>
        <p:txBody>
          <a:bodyPr anchorCtr="0" anchor="ctr" bIns="45700" lIns="91425" spcFirstLastPara="1" rIns="91425" wrap="square" tIns="45700">
            <a:normAutofit fontScale="90000"/>
          </a:bodyPr>
          <a:lstStyle/>
          <a:p>
            <a:pPr indent="0" lvl="0" marL="0" rtl="0" algn="ctr">
              <a:spcBef>
                <a:spcPts val="0"/>
              </a:spcBef>
              <a:spcAft>
                <a:spcPts val="0"/>
              </a:spcAft>
              <a:buClr>
                <a:schemeClr val="dk1"/>
              </a:buClr>
              <a:buSzPct val="100000"/>
              <a:buFont typeface="Corbel"/>
              <a:buNone/>
            </a:pPr>
            <a:r>
              <a:rPr lang="en-US"/>
              <a:t>Everything should be Continuous</a:t>
            </a:r>
            <a:endParaRPr/>
          </a:p>
        </p:txBody>
      </p:sp>
      <p:sp>
        <p:nvSpPr>
          <p:cNvPr id="482" name="Google Shape;482;p38"/>
          <p:cNvSpPr txBox="1"/>
          <p:nvPr>
            <p:ph idx="1" type="body"/>
          </p:nvPr>
        </p:nvSpPr>
        <p:spPr>
          <a:xfrm>
            <a:off x="982134" y="2074211"/>
            <a:ext cx="7857067" cy="3600449"/>
          </a:xfrm>
          <a:prstGeom prst="rect">
            <a:avLst/>
          </a:prstGeom>
          <a:noFill/>
          <a:ln>
            <a:noFill/>
          </a:ln>
        </p:spPr>
        <p:txBody>
          <a:bodyPr anchorCtr="0" anchor="t" bIns="45700" lIns="91425" spcFirstLastPara="1" rIns="91425" wrap="square" tIns="45700">
            <a:normAutofit/>
          </a:bodyPr>
          <a:lstStyle/>
          <a:p>
            <a:pPr indent="-285750" lvl="0" marL="285750" rtl="0" algn="l">
              <a:spcBef>
                <a:spcPts val="0"/>
              </a:spcBef>
              <a:spcAft>
                <a:spcPts val="0"/>
              </a:spcAft>
              <a:buSzPts val="3480"/>
              <a:buChar char="•"/>
            </a:pPr>
            <a:r>
              <a:rPr b="1" lang="en-US"/>
              <a:t>Continuous Development</a:t>
            </a:r>
            <a:endParaRPr/>
          </a:p>
          <a:p>
            <a:pPr indent="-285750" lvl="0" marL="285750" rtl="0" algn="l">
              <a:spcBef>
                <a:spcPts val="1080"/>
              </a:spcBef>
              <a:spcAft>
                <a:spcPts val="0"/>
              </a:spcAft>
              <a:buSzPts val="3480"/>
              <a:buChar char="•"/>
            </a:pPr>
            <a:r>
              <a:rPr b="1" lang="en-US"/>
              <a:t>Continuous Testing</a:t>
            </a:r>
            <a:endParaRPr/>
          </a:p>
          <a:p>
            <a:pPr indent="-285750" lvl="0" marL="285750" rtl="0" algn="l">
              <a:spcBef>
                <a:spcPts val="1080"/>
              </a:spcBef>
              <a:spcAft>
                <a:spcPts val="0"/>
              </a:spcAft>
              <a:buSzPts val="3480"/>
              <a:buChar char="•"/>
            </a:pPr>
            <a:r>
              <a:rPr b="1" lang="en-US"/>
              <a:t>Continuous Integration</a:t>
            </a:r>
            <a:endParaRPr/>
          </a:p>
          <a:p>
            <a:pPr indent="-285750" lvl="0" marL="285750" rtl="0" algn="l">
              <a:spcBef>
                <a:spcPts val="1080"/>
              </a:spcBef>
              <a:spcAft>
                <a:spcPts val="0"/>
              </a:spcAft>
              <a:buSzPts val="3480"/>
              <a:buChar char="•"/>
            </a:pPr>
            <a:r>
              <a:rPr b="1" lang="en-US"/>
              <a:t>Continuous Deployment</a:t>
            </a:r>
            <a:endParaRPr/>
          </a:p>
          <a:p>
            <a:pPr indent="-285750" lvl="0" marL="285750" rtl="0" algn="l">
              <a:spcBef>
                <a:spcPts val="1080"/>
              </a:spcBef>
              <a:spcAft>
                <a:spcPts val="0"/>
              </a:spcAft>
              <a:buSzPts val="3480"/>
              <a:buChar char="•"/>
            </a:pPr>
            <a:r>
              <a:rPr b="1" lang="en-US"/>
              <a:t>Continuous Monitoring</a:t>
            </a:r>
            <a:endParaRPr/>
          </a:p>
          <a:p>
            <a:pPr indent="-64770" lvl="0" marL="285750" rtl="0" algn="l">
              <a:spcBef>
                <a:spcPts val="1080"/>
              </a:spcBef>
              <a:spcAft>
                <a:spcPts val="0"/>
              </a:spcAft>
              <a:buSzPts val="3480"/>
              <a:buNone/>
            </a:pPr>
            <a:r>
              <a:t/>
            </a:r>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7" name="Shape 487"/>
        <p:cNvGrpSpPr/>
        <p:nvPr/>
      </p:nvGrpSpPr>
      <p:grpSpPr>
        <a:xfrm>
          <a:off x="0" y="0"/>
          <a:ext cx="0" cy="0"/>
          <a:chOff x="0" y="0"/>
          <a:chExt cx="0" cy="0"/>
        </a:xfrm>
      </p:grpSpPr>
      <p:sp>
        <p:nvSpPr>
          <p:cNvPr id="488" name="Google Shape;488;p39"/>
          <p:cNvSpPr txBox="1"/>
          <p:nvPr>
            <p:ph type="title"/>
          </p:nvPr>
        </p:nvSpPr>
        <p:spPr>
          <a:xfrm>
            <a:off x="982133" y="457201"/>
            <a:ext cx="6561667" cy="1142999"/>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000"/>
              <a:buFont typeface="Corbel"/>
              <a:buNone/>
            </a:pPr>
            <a:r>
              <a:rPr b="1" lang="en-US"/>
              <a:t>The advantage of DevOps</a:t>
            </a:r>
            <a:endParaRPr/>
          </a:p>
        </p:txBody>
      </p:sp>
      <p:sp>
        <p:nvSpPr>
          <p:cNvPr id="489" name="Google Shape;489;p39"/>
          <p:cNvSpPr txBox="1"/>
          <p:nvPr>
            <p:ph idx="1" type="body"/>
          </p:nvPr>
        </p:nvSpPr>
        <p:spPr>
          <a:xfrm>
            <a:off x="982134" y="2340493"/>
            <a:ext cx="7857067" cy="3317357"/>
          </a:xfrm>
          <a:prstGeom prst="rect">
            <a:avLst/>
          </a:prstGeom>
          <a:noFill/>
          <a:ln>
            <a:noFill/>
          </a:ln>
        </p:spPr>
        <p:txBody>
          <a:bodyPr anchorCtr="0" anchor="t" bIns="45700" lIns="91425" spcFirstLastPara="1" rIns="91425" wrap="square" tIns="45700">
            <a:normAutofit/>
          </a:bodyPr>
          <a:lstStyle/>
          <a:p>
            <a:pPr indent="-285750" lvl="0" marL="285750" rtl="0" algn="l">
              <a:spcBef>
                <a:spcPts val="0"/>
              </a:spcBef>
              <a:spcAft>
                <a:spcPts val="0"/>
              </a:spcAft>
              <a:buSzPts val="3915"/>
              <a:buChar char="•"/>
            </a:pPr>
            <a:r>
              <a:rPr lang="en-US" sz="2700"/>
              <a:t>Reduced chance of product failure</a:t>
            </a:r>
            <a:endParaRPr/>
          </a:p>
          <a:p>
            <a:pPr indent="-285750" lvl="0" marL="285750" rtl="0" algn="l">
              <a:spcBef>
                <a:spcPts val="1140"/>
              </a:spcBef>
              <a:spcAft>
                <a:spcPts val="0"/>
              </a:spcAft>
              <a:buSzPts val="3915"/>
              <a:buChar char="•"/>
            </a:pPr>
            <a:r>
              <a:rPr lang="en-US" sz="2700"/>
              <a:t>Improved flexibility and support.</a:t>
            </a:r>
            <a:endParaRPr/>
          </a:p>
          <a:p>
            <a:pPr indent="-285750" lvl="0" marL="285750" rtl="0" algn="l">
              <a:spcBef>
                <a:spcPts val="1140"/>
              </a:spcBef>
              <a:spcAft>
                <a:spcPts val="0"/>
              </a:spcAft>
              <a:buSzPts val="3915"/>
              <a:buChar char="•"/>
            </a:pPr>
            <a:r>
              <a:rPr lang="en-US" sz="2700"/>
              <a:t>Faster time to market. </a:t>
            </a:r>
            <a:endParaRPr/>
          </a:p>
          <a:p>
            <a:pPr indent="-285750" lvl="0" marL="285750" rtl="0" algn="l">
              <a:spcBef>
                <a:spcPts val="1140"/>
              </a:spcBef>
              <a:spcAft>
                <a:spcPts val="0"/>
              </a:spcAft>
              <a:buSzPts val="3915"/>
              <a:buChar char="•"/>
            </a:pPr>
            <a:r>
              <a:rPr lang="en-US" sz="2700"/>
              <a:t>Better team efficiency. </a:t>
            </a:r>
            <a:endParaRPr/>
          </a:p>
          <a:p>
            <a:pPr indent="-285750" lvl="0" marL="285750" rtl="0" algn="l">
              <a:spcBef>
                <a:spcPts val="1140"/>
              </a:spcBef>
              <a:spcAft>
                <a:spcPts val="0"/>
              </a:spcAft>
              <a:buSzPts val="3915"/>
              <a:buChar char="•"/>
            </a:pPr>
            <a:r>
              <a:rPr lang="en-US" sz="2700"/>
              <a:t>Clear product vision within the team. </a:t>
            </a:r>
            <a:endParaRPr sz="3000"/>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4" name="Shape 494"/>
        <p:cNvGrpSpPr/>
        <p:nvPr/>
      </p:nvGrpSpPr>
      <p:grpSpPr>
        <a:xfrm>
          <a:off x="0" y="0"/>
          <a:ext cx="0" cy="0"/>
          <a:chOff x="0" y="0"/>
          <a:chExt cx="0" cy="0"/>
        </a:xfrm>
      </p:grpSpPr>
      <p:sp>
        <p:nvSpPr>
          <p:cNvPr id="495" name="Google Shape;495;p40"/>
          <p:cNvSpPr txBox="1"/>
          <p:nvPr>
            <p:ph type="title"/>
          </p:nvPr>
        </p:nvSpPr>
        <p:spPr>
          <a:xfrm>
            <a:off x="982133" y="457201"/>
            <a:ext cx="6561667" cy="1142999"/>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000"/>
              <a:buFont typeface="Corbel"/>
              <a:buNone/>
            </a:pPr>
            <a:r>
              <a:rPr b="1" lang="en-US"/>
              <a:t>DevOps Challenges</a:t>
            </a:r>
            <a:endParaRPr/>
          </a:p>
        </p:txBody>
      </p:sp>
      <p:sp>
        <p:nvSpPr>
          <p:cNvPr id="496" name="Google Shape;496;p40"/>
          <p:cNvSpPr txBox="1"/>
          <p:nvPr>
            <p:ph idx="1" type="body"/>
          </p:nvPr>
        </p:nvSpPr>
        <p:spPr>
          <a:xfrm>
            <a:off x="982134" y="2292646"/>
            <a:ext cx="7857067" cy="3365204"/>
          </a:xfrm>
          <a:prstGeom prst="rect">
            <a:avLst/>
          </a:prstGeom>
          <a:noFill/>
          <a:ln>
            <a:noFill/>
          </a:ln>
        </p:spPr>
        <p:txBody>
          <a:bodyPr anchorCtr="0" anchor="t" bIns="45700" lIns="91425" spcFirstLastPara="1" rIns="91425" wrap="square" tIns="45700">
            <a:normAutofit/>
          </a:bodyPr>
          <a:lstStyle/>
          <a:p>
            <a:pPr indent="-285750" lvl="0" marL="285750" rtl="0" algn="l">
              <a:spcBef>
                <a:spcPts val="0"/>
              </a:spcBef>
              <a:spcAft>
                <a:spcPts val="0"/>
              </a:spcAft>
              <a:buSzPts val="3915"/>
              <a:buChar char="•"/>
            </a:pPr>
            <a:r>
              <a:rPr lang="en-US" sz="2700"/>
              <a:t>Difficulties with Integration</a:t>
            </a:r>
            <a:endParaRPr/>
          </a:p>
          <a:p>
            <a:pPr indent="-285750" lvl="0" marL="285750" rtl="0" algn="l">
              <a:spcBef>
                <a:spcPts val="1140"/>
              </a:spcBef>
              <a:spcAft>
                <a:spcPts val="0"/>
              </a:spcAft>
              <a:buSzPts val="3915"/>
              <a:buChar char="•"/>
            </a:pPr>
            <a:r>
              <a:rPr lang="en-US" sz="2700"/>
              <a:t>Automated Testing</a:t>
            </a:r>
            <a:endParaRPr/>
          </a:p>
          <a:p>
            <a:pPr indent="-285750" lvl="0" marL="285750" rtl="0" algn="l">
              <a:spcBef>
                <a:spcPts val="1140"/>
              </a:spcBef>
              <a:spcAft>
                <a:spcPts val="0"/>
              </a:spcAft>
              <a:buSzPts val="3915"/>
              <a:buChar char="•"/>
            </a:pPr>
            <a:r>
              <a:rPr lang="en-US" sz="2700"/>
              <a:t>Relatively High Costs</a:t>
            </a:r>
            <a:endParaRPr/>
          </a:p>
          <a:p>
            <a:pPr indent="-285750" lvl="0" marL="285750" rtl="0" algn="l">
              <a:spcBef>
                <a:spcPts val="1140"/>
              </a:spcBef>
              <a:spcAft>
                <a:spcPts val="0"/>
              </a:spcAft>
              <a:buSzPts val="3915"/>
              <a:buChar char="•"/>
            </a:pPr>
            <a:r>
              <a:rPr lang="en-US" sz="2700"/>
              <a:t>Toolset Choice</a:t>
            </a:r>
            <a:endParaRPr/>
          </a:p>
          <a:p>
            <a:pPr indent="-285750" lvl="0" marL="285750" rtl="0" algn="l">
              <a:spcBef>
                <a:spcPts val="1140"/>
              </a:spcBef>
              <a:spcAft>
                <a:spcPts val="0"/>
              </a:spcAft>
              <a:buSzPts val="3915"/>
              <a:buChar char="•"/>
            </a:pPr>
            <a:r>
              <a:rPr lang="en-US" sz="2700"/>
              <a:t>Lack of Talent</a:t>
            </a:r>
            <a:endParaRPr/>
          </a:p>
          <a:p>
            <a:pPr indent="-37147" lvl="0" marL="285750" rtl="0" algn="l">
              <a:spcBef>
                <a:spcPts val="1140"/>
              </a:spcBef>
              <a:spcAft>
                <a:spcPts val="0"/>
              </a:spcAft>
              <a:buSzPts val="3915"/>
              <a:buNone/>
            </a:pPr>
            <a:r>
              <a:t/>
            </a:r>
            <a:endParaRPr sz="2700"/>
          </a:p>
          <a:p>
            <a:pPr indent="-37147" lvl="0" marL="285750" rtl="0" algn="l">
              <a:spcBef>
                <a:spcPts val="1140"/>
              </a:spcBef>
              <a:spcAft>
                <a:spcPts val="0"/>
              </a:spcAft>
              <a:buSzPts val="3915"/>
              <a:buNone/>
            </a:pPr>
            <a:r>
              <a:t/>
            </a:r>
            <a:endParaRPr sz="2700"/>
          </a:p>
          <a:p>
            <a:pPr indent="-37147" lvl="0" marL="285750" rtl="0" algn="l">
              <a:spcBef>
                <a:spcPts val="1140"/>
              </a:spcBef>
              <a:spcAft>
                <a:spcPts val="0"/>
              </a:spcAft>
              <a:buSzPts val="3915"/>
              <a:buNone/>
            </a:pPr>
            <a:r>
              <a:t/>
            </a:r>
            <a:endParaRPr sz="2700"/>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0" name="Shape 500"/>
        <p:cNvGrpSpPr/>
        <p:nvPr/>
      </p:nvGrpSpPr>
      <p:grpSpPr>
        <a:xfrm>
          <a:off x="0" y="0"/>
          <a:ext cx="0" cy="0"/>
          <a:chOff x="0" y="0"/>
          <a:chExt cx="0" cy="0"/>
        </a:xfrm>
      </p:grpSpPr>
      <p:pic>
        <p:nvPicPr>
          <p:cNvPr id="501" name="Google Shape;501;p41"/>
          <p:cNvPicPr preferRelativeResize="0"/>
          <p:nvPr>
            <p:ph idx="1" type="body"/>
          </p:nvPr>
        </p:nvPicPr>
        <p:blipFill rotWithShape="1">
          <a:blip r:embed="rId3">
            <a:alphaModFix/>
          </a:blip>
          <a:srcRect b="0" l="0" r="0" t="0"/>
          <a:stretch/>
        </p:blipFill>
        <p:spPr>
          <a:xfrm>
            <a:off x="272459" y="845558"/>
            <a:ext cx="8599082" cy="5166884"/>
          </a:xfrm>
          <a:prstGeom prst="rect">
            <a:avLst/>
          </a:prstGeom>
          <a:noFill/>
          <a:ln>
            <a:noFill/>
          </a:ln>
        </p:spPr>
      </p:pic>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5" name="Shape 505"/>
        <p:cNvGrpSpPr/>
        <p:nvPr/>
      </p:nvGrpSpPr>
      <p:grpSpPr>
        <a:xfrm>
          <a:off x="0" y="0"/>
          <a:ext cx="0" cy="0"/>
          <a:chOff x="0" y="0"/>
          <a:chExt cx="0" cy="0"/>
        </a:xfrm>
      </p:grpSpPr>
      <p:sp>
        <p:nvSpPr>
          <p:cNvPr id="506" name="Google Shape;506;p43"/>
          <p:cNvSpPr txBox="1"/>
          <p:nvPr>
            <p:ph type="ctrTitle"/>
          </p:nvPr>
        </p:nvSpPr>
        <p:spPr>
          <a:xfrm>
            <a:off x="1408724" y="990600"/>
            <a:ext cx="7064375" cy="2670175"/>
          </a:xfrm>
          <a:prstGeom prst="rect">
            <a:avLst/>
          </a:prstGeom>
          <a:noFill/>
          <a:ln>
            <a:noFill/>
          </a:ln>
        </p:spPr>
        <p:txBody>
          <a:bodyPr anchorCtr="0" anchor="b" bIns="45700" lIns="91425" spcFirstLastPara="1" rIns="91425" wrap="square" tIns="45700">
            <a:normAutofit/>
          </a:bodyPr>
          <a:lstStyle/>
          <a:p>
            <a:pPr indent="0" lvl="0" marL="0" rtl="0" algn="ctr">
              <a:spcBef>
                <a:spcPts val="0"/>
              </a:spcBef>
              <a:spcAft>
                <a:spcPts val="0"/>
              </a:spcAft>
              <a:buClr>
                <a:schemeClr val="dk1"/>
              </a:buClr>
              <a:buSzPts val="4000"/>
              <a:buFont typeface="Corbel"/>
              <a:buNone/>
            </a:pPr>
            <a:r>
              <a:rPr b="1" lang="en-US" sz="4000"/>
              <a:t>Segment 5</a:t>
            </a:r>
            <a:br>
              <a:rPr lang="en-US" sz="4000"/>
            </a:br>
            <a:r>
              <a:rPr lang="en-US" sz="4000"/>
              <a:t>Project Team Roles and Skills</a:t>
            </a:r>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1" name="Shape 511"/>
        <p:cNvGrpSpPr/>
        <p:nvPr/>
      </p:nvGrpSpPr>
      <p:grpSpPr>
        <a:xfrm>
          <a:off x="0" y="0"/>
          <a:ext cx="0" cy="0"/>
          <a:chOff x="0" y="0"/>
          <a:chExt cx="0" cy="0"/>
        </a:xfrm>
      </p:grpSpPr>
      <p:sp>
        <p:nvSpPr>
          <p:cNvPr id="512" name="Google Shape;512;p44"/>
          <p:cNvSpPr txBox="1"/>
          <p:nvPr>
            <p:ph type="title"/>
          </p:nvPr>
        </p:nvSpPr>
        <p:spPr>
          <a:xfrm>
            <a:off x="982133" y="457201"/>
            <a:ext cx="6561667" cy="1142999"/>
          </a:xfrm>
          <a:prstGeom prst="rect">
            <a:avLst/>
          </a:prstGeom>
          <a:noFill/>
          <a:ln>
            <a:noFill/>
          </a:ln>
        </p:spPr>
        <p:txBody>
          <a:bodyPr anchorCtr="0" anchor="ctr" bIns="46025" lIns="92075" spcFirstLastPara="1" rIns="92075" wrap="square" tIns="46025">
            <a:normAutofit/>
          </a:bodyPr>
          <a:lstStyle/>
          <a:p>
            <a:pPr indent="0" lvl="0" marL="0" rtl="0" algn="ctr">
              <a:spcBef>
                <a:spcPts val="0"/>
              </a:spcBef>
              <a:spcAft>
                <a:spcPts val="0"/>
              </a:spcAft>
              <a:buClr>
                <a:schemeClr val="dk1"/>
              </a:buClr>
              <a:buSzPts val="4000"/>
              <a:buFont typeface="Corbel"/>
              <a:buNone/>
            </a:pPr>
            <a:r>
              <a:rPr lang="en-US"/>
              <a:t>Information Systems Roles</a:t>
            </a:r>
            <a:endParaRPr/>
          </a:p>
        </p:txBody>
      </p:sp>
      <p:sp>
        <p:nvSpPr>
          <p:cNvPr descr="Rectangle: Click to edit Master text styles&#10;Second level&#10;Third level&#10;Fourth level&#10;Fifth level" id="513" name="Google Shape;513;p44"/>
          <p:cNvSpPr txBox="1"/>
          <p:nvPr>
            <p:ph idx="1" type="body"/>
          </p:nvPr>
        </p:nvSpPr>
        <p:spPr>
          <a:xfrm>
            <a:off x="1143000" y="1979350"/>
            <a:ext cx="5875867" cy="4114798"/>
          </a:xfrm>
          <a:prstGeom prst="rect">
            <a:avLst/>
          </a:prstGeom>
          <a:noFill/>
          <a:ln>
            <a:noFill/>
          </a:ln>
        </p:spPr>
        <p:txBody>
          <a:bodyPr anchorCtr="0" anchor="t" bIns="45700" lIns="91425" spcFirstLastPara="1" rIns="91425" wrap="square" tIns="45700">
            <a:normAutofit/>
          </a:bodyPr>
          <a:lstStyle/>
          <a:p>
            <a:pPr indent="-294640" lvl="0" marL="182880" rtl="0" algn="l">
              <a:spcBef>
                <a:spcPts val="0"/>
              </a:spcBef>
              <a:spcAft>
                <a:spcPts val="0"/>
              </a:spcAft>
              <a:buSzPts val="4640"/>
              <a:buChar char="•"/>
            </a:pPr>
            <a:r>
              <a:rPr lang="en-US" sz="3200"/>
              <a:t>Business analyst</a:t>
            </a:r>
            <a:endParaRPr/>
          </a:p>
          <a:p>
            <a:pPr indent="-294640" lvl="0" marL="182880" rtl="0" algn="l">
              <a:spcBef>
                <a:spcPts val="1240"/>
              </a:spcBef>
              <a:spcAft>
                <a:spcPts val="0"/>
              </a:spcAft>
              <a:buSzPts val="4640"/>
              <a:buChar char="•"/>
            </a:pPr>
            <a:r>
              <a:rPr lang="en-US" sz="3200"/>
              <a:t>System analyst</a:t>
            </a:r>
            <a:endParaRPr/>
          </a:p>
          <a:p>
            <a:pPr indent="-294640" lvl="0" marL="182880" rtl="0" algn="l">
              <a:spcBef>
                <a:spcPts val="1240"/>
              </a:spcBef>
              <a:spcAft>
                <a:spcPts val="0"/>
              </a:spcAft>
              <a:buSzPts val="4640"/>
              <a:buChar char="•"/>
            </a:pPr>
            <a:r>
              <a:rPr lang="en-US" sz="3200"/>
              <a:t>Infrastructure analyst</a:t>
            </a:r>
            <a:endParaRPr/>
          </a:p>
          <a:p>
            <a:pPr indent="-294640" lvl="0" marL="182880" rtl="0" algn="l">
              <a:spcBef>
                <a:spcPts val="1240"/>
              </a:spcBef>
              <a:spcAft>
                <a:spcPts val="0"/>
              </a:spcAft>
              <a:buSzPts val="4640"/>
              <a:buChar char="•"/>
            </a:pPr>
            <a:r>
              <a:rPr lang="en-US" sz="3200"/>
              <a:t>Change management analyst</a:t>
            </a:r>
            <a:endParaRPr/>
          </a:p>
          <a:p>
            <a:pPr indent="-294640" lvl="0" marL="182880" rtl="0" algn="l">
              <a:spcBef>
                <a:spcPts val="1240"/>
              </a:spcBef>
              <a:spcAft>
                <a:spcPts val="0"/>
              </a:spcAft>
              <a:buSzPts val="4640"/>
              <a:buChar char="•"/>
            </a:pPr>
            <a:r>
              <a:rPr lang="en-US" sz="3200"/>
              <a:t>Project manager</a:t>
            </a:r>
            <a:endParaRPr/>
          </a:p>
        </p:txBody>
      </p:sp>
      <p:sp>
        <p:nvSpPr>
          <p:cNvPr id="514" name="Google Shape;514;p44"/>
          <p:cNvSpPr txBox="1"/>
          <p:nvPr>
            <p:ph idx="11" type="ftr"/>
          </p:nvPr>
        </p:nvSpPr>
        <p:spPr>
          <a:xfrm>
            <a:off x="2036739" y="6473298"/>
            <a:ext cx="5314517"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Prepared by: Dr. Muhammad Iqbal Hossain</a:t>
            </a:r>
            <a:endParaRPr/>
          </a:p>
        </p:txBody>
      </p:sp>
      <p:sp>
        <p:nvSpPr>
          <p:cNvPr id="515" name="Google Shape;515;p44"/>
          <p:cNvSpPr txBox="1"/>
          <p:nvPr>
            <p:ph idx="10" type="dt"/>
          </p:nvPr>
        </p:nvSpPr>
        <p:spPr>
          <a:xfrm>
            <a:off x="7401494" y="6492875"/>
            <a:ext cx="857473"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1/25/2021</a:t>
            </a:r>
            <a:endParaRPr/>
          </a:p>
        </p:txBody>
      </p:sp>
      <p:sp>
        <p:nvSpPr>
          <p:cNvPr id="516" name="Google Shape;516;p44"/>
          <p:cNvSpPr txBox="1"/>
          <p:nvPr>
            <p:ph idx="12" type="sldNum"/>
          </p:nvPr>
        </p:nvSpPr>
        <p:spPr>
          <a:xfrm>
            <a:off x="8303106" y="6482881"/>
            <a:ext cx="427833"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0" name="Shape 520"/>
        <p:cNvGrpSpPr/>
        <p:nvPr/>
      </p:nvGrpSpPr>
      <p:grpSpPr>
        <a:xfrm>
          <a:off x="0" y="0"/>
          <a:ext cx="0" cy="0"/>
          <a:chOff x="0" y="0"/>
          <a:chExt cx="0" cy="0"/>
        </a:xfrm>
      </p:grpSpPr>
      <p:sp>
        <p:nvSpPr>
          <p:cNvPr id="521" name="Google Shape;521;p45"/>
          <p:cNvSpPr txBox="1"/>
          <p:nvPr>
            <p:ph type="title"/>
          </p:nvPr>
        </p:nvSpPr>
        <p:spPr>
          <a:xfrm>
            <a:off x="358297" y="0"/>
            <a:ext cx="7772400" cy="8382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000"/>
              <a:buFont typeface="Corbel"/>
              <a:buNone/>
            </a:pPr>
            <a:r>
              <a:rPr lang="en-US"/>
              <a:t>Project Team Roles</a:t>
            </a:r>
            <a:endParaRPr/>
          </a:p>
        </p:txBody>
      </p:sp>
      <p:pic>
        <p:nvPicPr>
          <p:cNvPr id="522" name="Google Shape;522;p45"/>
          <p:cNvPicPr preferRelativeResize="0"/>
          <p:nvPr/>
        </p:nvPicPr>
        <p:blipFill rotWithShape="1">
          <a:blip r:embed="rId3">
            <a:alphaModFix/>
          </a:blip>
          <a:srcRect b="0" l="0" r="0" t="0"/>
          <a:stretch/>
        </p:blipFill>
        <p:spPr>
          <a:xfrm>
            <a:off x="2281" y="974066"/>
            <a:ext cx="8922122" cy="5701371"/>
          </a:xfrm>
          <a:prstGeom prst="rect">
            <a:avLst/>
          </a:prstGeom>
          <a:noFill/>
          <a:ln>
            <a:noFill/>
          </a:ln>
        </p:spPr>
      </p:pic>
      <p:sp>
        <p:nvSpPr>
          <p:cNvPr id="523" name="Google Shape;523;p45"/>
          <p:cNvSpPr txBox="1"/>
          <p:nvPr>
            <p:ph idx="11" type="ftr"/>
          </p:nvPr>
        </p:nvSpPr>
        <p:spPr>
          <a:xfrm>
            <a:off x="1130316" y="6492875"/>
            <a:ext cx="6228363"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Prepared by: Dr. Muhammad Iqbal Hossain</a:t>
            </a:r>
            <a:endParaRPr/>
          </a:p>
        </p:txBody>
      </p:sp>
      <p:sp>
        <p:nvSpPr>
          <p:cNvPr id="524" name="Google Shape;524;p45"/>
          <p:cNvSpPr txBox="1"/>
          <p:nvPr>
            <p:ph idx="10" type="dt"/>
          </p:nvPr>
        </p:nvSpPr>
        <p:spPr>
          <a:xfrm>
            <a:off x="7385364" y="6479247"/>
            <a:ext cx="857473"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1/25/2021</a:t>
            </a:r>
            <a:endParaRPr/>
          </a:p>
        </p:txBody>
      </p:sp>
      <p:sp>
        <p:nvSpPr>
          <p:cNvPr id="525" name="Google Shape;525;p45"/>
          <p:cNvSpPr txBox="1"/>
          <p:nvPr>
            <p:ph idx="12" type="sldNum"/>
          </p:nvPr>
        </p:nvSpPr>
        <p:spPr>
          <a:xfrm>
            <a:off x="8245608" y="6479246"/>
            <a:ext cx="413483"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9" name="Shape 529"/>
        <p:cNvGrpSpPr/>
        <p:nvPr/>
      </p:nvGrpSpPr>
      <p:grpSpPr>
        <a:xfrm>
          <a:off x="0" y="0"/>
          <a:ext cx="0" cy="0"/>
          <a:chOff x="0" y="0"/>
          <a:chExt cx="0" cy="0"/>
        </a:xfrm>
      </p:grpSpPr>
      <p:sp>
        <p:nvSpPr>
          <p:cNvPr id="530" name="Google Shape;530;p46"/>
          <p:cNvSpPr txBox="1"/>
          <p:nvPr>
            <p:ph type="title"/>
          </p:nvPr>
        </p:nvSpPr>
        <p:spPr>
          <a:xfrm>
            <a:off x="946150" y="365125"/>
            <a:ext cx="7269163" cy="854075"/>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000"/>
              <a:buFont typeface="Corbel"/>
              <a:buNone/>
            </a:pPr>
            <a:r>
              <a:rPr lang="en-US"/>
              <a:t>Summary -- Part 1</a:t>
            </a:r>
            <a:endParaRPr/>
          </a:p>
        </p:txBody>
      </p:sp>
      <p:sp>
        <p:nvSpPr>
          <p:cNvPr descr="Rectangle: Click to edit Master text styles&#10;Second level&#10;Third level&#10;Fourth level&#10;Fifth level" id="531" name="Google Shape;531;p46"/>
          <p:cNvSpPr txBox="1"/>
          <p:nvPr>
            <p:ph idx="1" type="body"/>
          </p:nvPr>
        </p:nvSpPr>
        <p:spPr>
          <a:xfrm>
            <a:off x="1087125" y="1828800"/>
            <a:ext cx="7780200" cy="4453200"/>
          </a:xfrm>
          <a:prstGeom prst="rect">
            <a:avLst/>
          </a:prstGeom>
          <a:noFill/>
          <a:ln>
            <a:noFill/>
          </a:ln>
        </p:spPr>
        <p:txBody>
          <a:bodyPr anchorCtr="0" anchor="t" bIns="45700" lIns="91425" spcFirstLastPara="1" rIns="91425" wrap="square" tIns="45700">
            <a:normAutofit fontScale="92500" lnSpcReduction="20000"/>
          </a:bodyPr>
          <a:lstStyle/>
          <a:p>
            <a:pPr indent="-246991" lvl="0" marL="182880" rtl="0" algn="l">
              <a:lnSpc>
                <a:spcPct val="80000"/>
              </a:lnSpc>
              <a:spcBef>
                <a:spcPts val="0"/>
              </a:spcBef>
              <a:spcAft>
                <a:spcPts val="0"/>
              </a:spcAft>
              <a:buSzPct val="145000"/>
              <a:buChar char="•"/>
            </a:pPr>
            <a:r>
              <a:rPr i="1" lang="en-US" sz="2900">
                <a:solidFill>
                  <a:srgbClr val="FF0000"/>
                </a:solidFill>
              </a:rPr>
              <a:t>The Systems Development Life Cycle</a:t>
            </a:r>
            <a:r>
              <a:rPr lang="en-US" sz="2900"/>
              <a:t> consists of four stages: Planning, Analysis, Design, and Implementation</a:t>
            </a:r>
            <a:endParaRPr/>
          </a:p>
          <a:p>
            <a:pPr indent="-246991" lvl="0" marL="182880" rtl="0" algn="l">
              <a:lnSpc>
                <a:spcPct val="80000"/>
              </a:lnSpc>
              <a:spcBef>
                <a:spcPts val="1136"/>
              </a:spcBef>
              <a:spcAft>
                <a:spcPts val="0"/>
              </a:spcAft>
              <a:buSzPct val="145000"/>
              <a:buChar char="•"/>
            </a:pPr>
            <a:r>
              <a:rPr lang="en-US" sz="2900"/>
              <a:t>The </a:t>
            </a:r>
            <a:r>
              <a:rPr i="1" lang="en-US" sz="2900">
                <a:solidFill>
                  <a:srgbClr val="FF0000"/>
                </a:solidFill>
              </a:rPr>
              <a:t>major development</a:t>
            </a:r>
            <a:r>
              <a:rPr i="1" lang="en-US" sz="2900">
                <a:solidFill>
                  <a:srgbClr val="660066"/>
                </a:solidFill>
              </a:rPr>
              <a:t> </a:t>
            </a:r>
            <a:r>
              <a:rPr i="1" lang="en-US" sz="2900">
                <a:solidFill>
                  <a:srgbClr val="FF0000"/>
                </a:solidFill>
              </a:rPr>
              <a:t>methodologies</a:t>
            </a:r>
            <a:r>
              <a:rPr lang="en-US" sz="2900"/>
              <a:t>: </a:t>
            </a:r>
            <a:endParaRPr/>
          </a:p>
          <a:p>
            <a:pPr indent="-212923" lvl="1" marL="742950" rtl="0" algn="l">
              <a:lnSpc>
                <a:spcPct val="80000"/>
              </a:lnSpc>
              <a:spcBef>
                <a:spcPts val="1062"/>
              </a:spcBef>
              <a:spcAft>
                <a:spcPts val="0"/>
              </a:spcAft>
              <a:buSzPct val="145000"/>
              <a:buChar char="•"/>
            </a:pPr>
            <a:r>
              <a:rPr lang="en-US" sz="2500">
                <a:solidFill>
                  <a:srgbClr val="262626"/>
                </a:solidFill>
              </a:rPr>
              <a:t>Structured design</a:t>
            </a:r>
            <a:endParaRPr/>
          </a:p>
          <a:p>
            <a:pPr indent="-178855" lvl="2" marL="731520" rtl="0" algn="l">
              <a:lnSpc>
                <a:spcPct val="80000"/>
              </a:lnSpc>
              <a:spcBef>
                <a:spcPts val="988"/>
              </a:spcBef>
              <a:spcAft>
                <a:spcPts val="0"/>
              </a:spcAft>
              <a:buSzPct val="145000"/>
              <a:buChar char="•"/>
            </a:pPr>
            <a:r>
              <a:rPr lang="en-US" sz="2100">
                <a:solidFill>
                  <a:srgbClr val="262626"/>
                </a:solidFill>
              </a:rPr>
              <a:t>the waterfall method</a:t>
            </a:r>
            <a:endParaRPr/>
          </a:p>
          <a:p>
            <a:pPr indent="-178855" lvl="2" marL="731520" rtl="0" algn="l">
              <a:lnSpc>
                <a:spcPct val="80000"/>
              </a:lnSpc>
              <a:spcBef>
                <a:spcPts val="988"/>
              </a:spcBef>
              <a:spcAft>
                <a:spcPts val="0"/>
              </a:spcAft>
              <a:buSzPct val="145000"/>
              <a:buChar char="•"/>
            </a:pPr>
            <a:r>
              <a:rPr lang="en-US" sz="2100">
                <a:solidFill>
                  <a:srgbClr val="262626"/>
                </a:solidFill>
              </a:rPr>
              <a:t>Parallel development</a:t>
            </a:r>
            <a:endParaRPr/>
          </a:p>
          <a:p>
            <a:pPr indent="-212923" lvl="1" marL="742950" rtl="0" algn="l">
              <a:lnSpc>
                <a:spcPct val="80000"/>
              </a:lnSpc>
              <a:spcBef>
                <a:spcPts val="1062"/>
              </a:spcBef>
              <a:spcAft>
                <a:spcPts val="0"/>
              </a:spcAft>
              <a:buSzPct val="145000"/>
              <a:buChar char="•"/>
            </a:pPr>
            <a:r>
              <a:rPr lang="en-US" sz="2500">
                <a:solidFill>
                  <a:srgbClr val="262626"/>
                </a:solidFill>
              </a:rPr>
              <a:t>RAD development</a:t>
            </a:r>
            <a:endParaRPr/>
          </a:p>
          <a:p>
            <a:pPr indent="-178855" lvl="2" marL="731520" rtl="0" algn="l">
              <a:lnSpc>
                <a:spcPct val="80000"/>
              </a:lnSpc>
              <a:spcBef>
                <a:spcPts val="988"/>
              </a:spcBef>
              <a:spcAft>
                <a:spcPts val="0"/>
              </a:spcAft>
              <a:buSzPct val="145000"/>
              <a:buChar char="•"/>
            </a:pPr>
            <a:r>
              <a:rPr lang="en-US" sz="2100">
                <a:solidFill>
                  <a:srgbClr val="262626"/>
                </a:solidFill>
              </a:rPr>
              <a:t>Prototyping (regular and throwaway)</a:t>
            </a:r>
            <a:endParaRPr/>
          </a:p>
          <a:p>
            <a:pPr indent="-221440" lvl="1" marL="742950" rtl="0" algn="l">
              <a:lnSpc>
                <a:spcPct val="80000"/>
              </a:lnSpc>
              <a:spcBef>
                <a:spcPts val="1081"/>
              </a:spcBef>
              <a:spcAft>
                <a:spcPts val="0"/>
              </a:spcAft>
              <a:buSzPct val="145000"/>
              <a:buChar char="•"/>
            </a:pPr>
            <a:r>
              <a:rPr lang="en-US" sz="2600">
                <a:solidFill>
                  <a:srgbClr val="262626"/>
                </a:solidFill>
              </a:rPr>
              <a:t>Agile development</a:t>
            </a:r>
            <a:endParaRPr/>
          </a:p>
          <a:p>
            <a:pPr indent="-187372" lvl="2" marL="731520" rtl="0" algn="l">
              <a:lnSpc>
                <a:spcPct val="80000"/>
              </a:lnSpc>
              <a:spcBef>
                <a:spcPts val="1007"/>
              </a:spcBef>
              <a:spcAft>
                <a:spcPts val="0"/>
              </a:spcAft>
              <a:buSzPct val="145000"/>
              <a:buChar char="•"/>
            </a:pPr>
            <a:r>
              <a:rPr lang="en-US" sz="2200">
                <a:solidFill>
                  <a:srgbClr val="262626"/>
                </a:solidFill>
              </a:rPr>
              <a:t>XP streamline SDLC</a:t>
            </a:r>
            <a:endParaRPr/>
          </a:p>
        </p:txBody>
      </p:sp>
      <p:sp>
        <p:nvSpPr>
          <p:cNvPr id="532" name="Google Shape;532;p46"/>
          <p:cNvSpPr txBox="1"/>
          <p:nvPr>
            <p:ph idx="11" type="ftr"/>
          </p:nvPr>
        </p:nvSpPr>
        <p:spPr>
          <a:xfrm>
            <a:off x="2036739" y="6473298"/>
            <a:ext cx="5314517"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Prepared by: Dr. Muhammad Iqbal Hossain</a:t>
            </a:r>
            <a:endParaRPr/>
          </a:p>
        </p:txBody>
      </p:sp>
      <p:sp>
        <p:nvSpPr>
          <p:cNvPr id="533" name="Google Shape;533;p46"/>
          <p:cNvSpPr txBox="1"/>
          <p:nvPr>
            <p:ph idx="10" type="dt"/>
          </p:nvPr>
        </p:nvSpPr>
        <p:spPr>
          <a:xfrm>
            <a:off x="7401494" y="6492875"/>
            <a:ext cx="857473"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1/25/2021</a:t>
            </a:r>
            <a:endParaRPr/>
          </a:p>
        </p:txBody>
      </p:sp>
      <p:sp>
        <p:nvSpPr>
          <p:cNvPr id="534" name="Google Shape;534;p46"/>
          <p:cNvSpPr txBox="1"/>
          <p:nvPr>
            <p:ph idx="12" type="sldNum"/>
          </p:nvPr>
        </p:nvSpPr>
        <p:spPr>
          <a:xfrm>
            <a:off x="8303106" y="6482881"/>
            <a:ext cx="427833"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8" name="Shape 538"/>
        <p:cNvGrpSpPr/>
        <p:nvPr/>
      </p:nvGrpSpPr>
      <p:grpSpPr>
        <a:xfrm>
          <a:off x="0" y="0"/>
          <a:ext cx="0" cy="0"/>
          <a:chOff x="0" y="0"/>
          <a:chExt cx="0" cy="0"/>
        </a:xfrm>
      </p:grpSpPr>
      <p:sp>
        <p:nvSpPr>
          <p:cNvPr id="539" name="Google Shape;539;p47"/>
          <p:cNvSpPr txBox="1"/>
          <p:nvPr>
            <p:ph type="title"/>
          </p:nvPr>
        </p:nvSpPr>
        <p:spPr>
          <a:xfrm>
            <a:off x="946150" y="365125"/>
            <a:ext cx="7269163" cy="854075"/>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000"/>
              <a:buFont typeface="Corbel"/>
              <a:buNone/>
            </a:pPr>
            <a:r>
              <a:rPr lang="en-US"/>
              <a:t>Summary -- Part 2</a:t>
            </a:r>
            <a:endParaRPr sz="3200"/>
          </a:p>
        </p:txBody>
      </p:sp>
      <p:sp>
        <p:nvSpPr>
          <p:cNvPr descr="Rectangle: Click to edit Master text styles&#10;Second level&#10;Third level&#10;Fourth level&#10;Fifth level" id="540" name="Google Shape;540;p47"/>
          <p:cNvSpPr txBox="1"/>
          <p:nvPr>
            <p:ph idx="1" type="body"/>
          </p:nvPr>
        </p:nvSpPr>
        <p:spPr>
          <a:xfrm>
            <a:off x="982133" y="1600199"/>
            <a:ext cx="7857067" cy="4800599"/>
          </a:xfrm>
          <a:prstGeom prst="rect">
            <a:avLst/>
          </a:prstGeom>
          <a:noFill/>
          <a:ln>
            <a:noFill/>
          </a:ln>
        </p:spPr>
        <p:txBody>
          <a:bodyPr anchorCtr="0" anchor="t" bIns="45700" lIns="91425" spcFirstLastPara="1" rIns="91425" wrap="square" tIns="45700">
            <a:normAutofit/>
          </a:bodyPr>
          <a:lstStyle/>
          <a:p>
            <a:pPr indent="-257809" lvl="0" marL="182880" rtl="0" algn="l">
              <a:lnSpc>
                <a:spcPct val="90000"/>
              </a:lnSpc>
              <a:spcBef>
                <a:spcPts val="0"/>
              </a:spcBef>
              <a:spcAft>
                <a:spcPts val="0"/>
              </a:spcAft>
              <a:buSzPts val="4060"/>
              <a:buChar char="•"/>
            </a:pPr>
            <a:r>
              <a:rPr lang="en-US" sz="2800"/>
              <a:t>There are five </a:t>
            </a:r>
            <a:r>
              <a:rPr i="1" lang="en-US" sz="2800">
                <a:solidFill>
                  <a:srgbClr val="FF0000"/>
                </a:solidFill>
              </a:rPr>
              <a:t>major team roles</a:t>
            </a:r>
            <a:r>
              <a:rPr lang="en-US" sz="2800"/>
              <a:t>: business analyst, systems analyst, infrastructure analyst, change management analyst and project manager.</a:t>
            </a:r>
            <a:endParaRPr/>
          </a:p>
        </p:txBody>
      </p:sp>
      <p:sp>
        <p:nvSpPr>
          <p:cNvPr id="541" name="Google Shape;541;p47"/>
          <p:cNvSpPr txBox="1"/>
          <p:nvPr>
            <p:ph idx="11" type="ftr"/>
          </p:nvPr>
        </p:nvSpPr>
        <p:spPr>
          <a:xfrm>
            <a:off x="2036739" y="6473298"/>
            <a:ext cx="5314517"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Prepared by: Dr. Muhammad Iqbal Hossain</a:t>
            </a:r>
            <a:endParaRPr/>
          </a:p>
        </p:txBody>
      </p:sp>
      <p:sp>
        <p:nvSpPr>
          <p:cNvPr id="542" name="Google Shape;542;p47"/>
          <p:cNvSpPr txBox="1"/>
          <p:nvPr>
            <p:ph idx="10" type="dt"/>
          </p:nvPr>
        </p:nvSpPr>
        <p:spPr>
          <a:xfrm>
            <a:off x="7401494" y="6492875"/>
            <a:ext cx="857473"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1/25/2021</a:t>
            </a:r>
            <a:endParaRPr/>
          </a:p>
        </p:txBody>
      </p:sp>
      <p:sp>
        <p:nvSpPr>
          <p:cNvPr id="543" name="Google Shape;543;p47"/>
          <p:cNvSpPr txBox="1"/>
          <p:nvPr>
            <p:ph idx="12" type="sldNum"/>
          </p:nvPr>
        </p:nvSpPr>
        <p:spPr>
          <a:xfrm>
            <a:off x="8303106" y="6482881"/>
            <a:ext cx="427833"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theme/theme1.xml><?xml version="1.0" encoding="utf-8"?>
<a:theme xmlns:a="http://schemas.openxmlformats.org/drawingml/2006/main" xmlns:r="http://schemas.openxmlformats.org/officeDocument/2006/relationships" name="BracU Theme">
  <a:themeElements>
    <a:clrScheme name="Office 2007-2010">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2006-08-16T00:00:00Z</dcterms:created>
  <dc:creator>Rupam</dc:creator>
</cp:coreProperties>
</file>