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3.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12.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14.xml"/>
  <Override ContentType="application/vnd.openxmlformats-officedocument.theme+xml" PartName="/ppt/theme/theme6.xml"/>
  <Override ContentType="application/vnd.openxmlformats-officedocument.theme+xml" PartName="/ppt/theme/theme3.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1" r:id="rId6"/>
    <p:sldMasterId id="2147483653" r:id="rId7"/>
    <p:sldMasterId id="2147483655" r:id="rId8"/>
    <p:sldMasterId id="2147483657" r:id="rId9"/>
    <p:sldMasterId id="2147483659" r:id="rId10"/>
    <p:sldMasterId id="2147483661" r:id="rId11"/>
    <p:sldMasterId id="2147483663" r:id="rId12"/>
    <p:sldMasterId id="2147483665" r:id="rId13"/>
    <p:sldMasterId id="2147483667" r:id="rId14"/>
    <p:sldMasterId id="2147483669" r:id="rId15"/>
    <p:sldMasterId id="2147483671" r:id="rId16"/>
  </p:sldMasterIdLst>
  <p:notesMasterIdLst>
    <p:notesMasterId r:id="rId17"/>
  </p:notesMasterIdLst>
  <p:sldIdLst>
    <p:sldId id="256" r:id="rId18"/>
    <p:sldId id="257"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 id="276" r:id="rId38"/>
  </p:sldIdLst>
  <p:sldSz cy="6858000" cx="9144000"/>
  <p:notesSz cx="6858000" cy="9144000"/>
  <p:embeddedFontLst>
    <p:embeddedFont>
      <p:font typeface="Tahoma"/>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160">
          <p15:clr>
            <a:srgbClr val="000000"/>
          </p15:clr>
        </p15:guide>
        <p15:guide id="2" pos="2880">
          <p15:clr>
            <a:srgbClr val="000000"/>
          </p15:clr>
        </p15:guide>
      </p15:notesGuideLst>
    </p:ext>
    <p:ext uri="GoogleSlidesCustomDataVersion2">
      <go:slidesCustomData xmlns:go="http://customooxmlschemas.google.com/" r:id="rId41" roundtripDataSignature="AMtx7mgZP1lmM66hN+gkDFRVtRZ6DgT/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160" orient="horz"/>
        <p:guide pos="288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Tahoma-bold.fntdata"/><Relationship Id="rId20" Type="http://schemas.openxmlformats.org/officeDocument/2006/relationships/slide" Target="slides/slide3.xml"/><Relationship Id="rId41" Type="http://customschemas.google.com/relationships/presentationmetadata" Target="metadata"/><Relationship Id="rId22" Type="http://schemas.openxmlformats.org/officeDocument/2006/relationships/slide" Target="slides/slide5.xml"/><Relationship Id="rId21" Type="http://schemas.openxmlformats.org/officeDocument/2006/relationships/slide" Target="slides/slide4.xml"/><Relationship Id="rId24" Type="http://schemas.openxmlformats.org/officeDocument/2006/relationships/slide" Target="slides/slide7.xml"/><Relationship Id="rId23" Type="http://schemas.openxmlformats.org/officeDocument/2006/relationships/slide" Target="slides/slide6.xml"/><Relationship Id="rId1" Type="http://schemas.openxmlformats.org/officeDocument/2006/relationships/theme" Target="theme/theme1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9.xml"/><Relationship Id="rId25" Type="http://schemas.openxmlformats.org/officeDocument/2006/relationships/slide" Target="slides/slide8.xml"/><Relationship Id="rId28" Type="http://schemas.openxmlformats.org/officeDocument/2006/relationships/slide" Target="slides/slide11.xml"/><Relationship Id="rId27"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12.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14.xml"/><Relationship Id="rId30" Type="http://schemas.openxmlformats.org/officeDocument/2006/relationships/slide" Target="slides/slide13.xml"/><Relationship Id="rId11" Type="http://schemas.openxmlformats.org/officeDocument/2006/relationships/slideMaster" Target="slideMasters/slideMaster8.xml"/><Relationship Id="rId33" Type="http://schemas.openxmlformats.org/officeDocument/2006/relationships/slide" Target="slides/slide16.xml"/><Relationship Id="rId10" Type="http://schemas.openxmlformats.org/officeDocument/2006/relationships/slideMaster" Target="slideMasters/slideMaster7.xml"/><Relationship Id="rId32" Type="http://schemas.openxmlformats.org/officeDocument/2006/relationships/slide" Target="slides/slide15.xml"/><Relationship Id="rId13" Type="http://schemas.openxmlformats.org/officeDocument/2006/relationships/slideMaster" Target="slideMasters/slideMaster10.xml"/><Relationship Id="rId35" Type="http://schemas.openxmlformats.org/officeDocument/2006/relationships/slide" Target="slides/slide18.xml"/><Relationship Id="rId12" Type="http://schemas.openxmlformats.org/officeDocument/2006/relationships/slideMaster" Target="slideMasters/slideMaster9.xml"/><Relationship Id="rId34" Type="http://schemas.openxmlformats.org/officeDocument/2006/relationships/slide" Target="slides/slide17.xml"/><Relationship Id="rId15" Type="http://schemas.openxmlformats.org/officeDocument/2006/relationships/slideMaster" Target="slideMasters/slideMaster12.xml"/><Relationship Id="rId37" Type="http://schemas.openxmlformats.org/officeDocument/2006/relationships/slide" Target="slides/slide20.xml"/><Relationship Id="rId14" Type="http://schemas.openxmlformats.org/officeDocument/2006/relationships/slideMaster" Target="slideMasters/slideMaster11.xml"/><Relationship Id="rId36" Type="http://schemas.openxmlformats.org/officeDocument/2006/relationships/slide" Target="slides/slide19.xml"/><Relationship Id="rId17" Type="http://schemas.openxmlformats.org/officeDocument/2006/relationships/notesMaster" Target="notesMasters/notesMaster1.xml"/><Relationship Id="rId39" Type="http://schemas.openxmlformats.org/officeDocument/2006/relationships/font" Target="fonts/Tahoma-regular.fntdata"/><Relationship Id="rId16" Type="http://schemas.openxmlformats.org/officeDocument/2006/relationships/slideMaster" Target="slideMasters/slideMaster13.xml"/><Relationship Id="rId38" Type="http://schemas.openxmlformats.org/officeDocument/2006/relationships/slide" Target="slides/slide21.xml"/><Relationship Id="rId19" Type="http://schemas.openxmlformats.org/officeDocument/2006/relationships/slide" Target="slides/slide2.xml"/><Relationship Id="rId1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0" i="0" sz="3600" u="none" cap="none" strike="noStrike">
                <a:solidFill>
                  <a:srgbClr val="000000"/>
                </a:solidFill>
                <a:latin typeface="Tahoma"/>
                <a:ea typeface="Tahoma"/>
                <a:cs typeface="Tahoma"/>
                <a:sym typeface="Tahoma"/>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23"/>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3"/>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lvl1pPr indent="-285750" lvl="0" marL="457200" algn="l">
              <a:spcBef>
                <a:spcPts val="360"/>
              </a:spcBef>
              <a:spcAft>
                <a:spcPts val="0"/>
              </a:spcAft>
              <a:buSzPts val="900"/>
              <a:buChar char="•"/>
              <a:defRPr/>
            </a:lvl1pPr>
            <a:lvl2pPr indent="-285750" lvl="1" marL="914400" algn="l">
              <a:spcBef>
                <a:spcPts val="360"/>
              </a:spcBef>
              <a:spcAft>
                <a:spcPts val="0"/>
              </a:spcAft>
              <a:buSzPts val="900"/>
              <a:buChar char="•"/>
              <a:defRPr/>
            </a:lvl2pPr>
            <a:lvl3pPr indent="-285750" lvl="2" marL="1371600" algn="l">
              <a:spcBef>
                <a:spcPts val="360"/>
              </a:spcBef>
              <a:spcAft>
                <a:spcPts val="0"/>
              </a:spcAft>
              <a:buSzPts val="900"/>
              <a:buChar char="⌖"/>
              <a:defRPr/>
            </a:lvl3pPr>
            <a:lvl4pPr indent="-285750" lvl="3" marL="1828800" algn="l">
              <a:spcBef>
                <a:spcPts val="360"/>
              </a:spcBef>
              <a:spcAft>
                <a:spcPts val="0"/>
              </a:spcAft>
              <a:buSzPts val="90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25" name="Google Shape;25;p23"/>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3"/>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a:p>
          <a:p>
            <a:pPr indent="0" lvl="0" marL="0" rtl="0" algn="l">
              <a:spcBef>
                <a:spcPts val="0"/>
              </a:spcBef>
              <a:spcAft>
                <a:spcPts val="0"/>
              </a:spcAft>
              <a:buClr>
                <a:srgbClr val="000000"/>
              </a:buClr>
              <a:buFont typeface="Arial"/>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5" name="Shape 55"/>
        <p:cNvGrpSpPr/>
        <p:nvPr/>
      </p:nvGrpSpPr>
      <p:grpSpPr>
        <a:xfrm>
          <a:off x="0" y="0"/>
          <a:ext cx="0" cy="0"/>
          <a:chOff x="0" y="0"/>
          <a:chExt cx="0" cy="0"/>
        </a:xfrm>
      </p:grpSpPr>
      <p:sp>
        <p:nvSpPr>
          <p:cNvPr id="56" name="Google Shape;56;p26"/>
          <p:cNvSpPr txBox="1"/>
          <p:nvPr>
            <p:ph type="ctrTitle"/>
          </p:nvPr>
        </p:nvSpPr>
        <p:spPr>
          <a:xfrm>
            <a:off x="990600" y="1600200"/>
            <a:ext cx="7467600" cy="12954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descr="Rectangle: Click to edit Master text styles&#10;Second level&#10;Third level&#10;Fourth level&#10;Fifth level" id="57" name="Google Shape;57;p26"/>
          <p:cNvSpPr txBox="1"/>
          <p:nvPr>
            <p:ph idx="1" type="subTitle"/>
          </p:nvPr>
        </p:nvSpPr>
        <p:spPr>
          <a:xfrm>
            <a:off x="990600" y="3200400"/>
            <a:ext cx="7239000" cy="2286000"/>
          </a:xfrm>
          <a:prstGeom prst="rect">
            <a:avLst/>
          </a:prstGeom>
          <a:noFill/>
          <a:ln>
            <a:noFill/>
          </a:ln>
        </p:spPr>
        <p:txBody>
          <a:bodyPr anchorCtr="0" anchor="t" bIns="45700" lIns="91425" spcFirstLastPara="1" rIns="91425" wrap="square" tIns="45700">
            <a:noAutofit/>
          </a:bodyPr>
          <a:lstStyle>
            <a:lvl1pPr lvl="0" algn="l">
              <a:spcBef>
                <a:spcPts val="640"/>
              </a:spcBef>
              <a:spcAft>
                <a:spcPts val="0"/>
              </a:spcAft>
              <a:buSzPts val="1600"/>
              <a:buFont typeface="Noto Sans Symbols"/>
              <a:buNone/>
              <a:defRPr sz="3200"/>
            </a:lvl1pPr>
            <a:lvl2pPr lvl="1" algn="l">
              <a:spcBef>
                <a:spcPts val="360"/>
              </a:spcBef>
              <a:spcAft>
                <a:spcPts val="0"/>
              </a:spcAft>
              <a:buSzPts val="900"/>
              <a:buChar char="•"/>
              <a:defRPr/>
            </a:lvl2pPr>
            <a:lvl3pPr lvl="2" algn="l">
              <a:spcBef>
                <a:spcPts val="360"/>
              </a:spcBef>
              <a:spcAft>
                <a:spcPts val="0"/>
              </a:spcAft>
              <a:buSzPts val="900"/>
              <a:buChar char="⌖"/>
              <a:defRPr/>
            </a:lvl3pPr>
            <a:lvl4pPr lvl="3" algn="l">
              <a:spcBef>
                <a:spcPts val="360"/>
              </a:spcBef>
              <a:spcAft>
                <a:spcPts val="0"/>
              </a:spcAft>
              <a:buSzPts val="900"/>
              <a:buChar char="⌖"/>
              <a:defRPr/>
            </a:lvl4pPr>
            <a:lvl5pPr lvl="4" algn="l">
              <a:spcBef>
                <a:spcPts val="360"/>
              </a:spcBef>
              <a:spcAft>
                <a:spcPts val="0"/>
              </a:spcAft>
              <a:buSzPts val="900"/>
              <a:buChar char="⌖"/>
              <a:defRPr/>
            </a:lvl5pPr>
            <a:lvl6pPr lvl="5" algn="l">
              <a:spcBef>
                <a:spcPts val="360"/>
              </a:spcBef>
              <a:spcAft>
                <a:spcPts val="0"/>
              </a:spcAft>
              <a:buSzPts val="900"/>
              <a:buChar char="⌖"/>
              <a:defRPr/>
            </a:lvl6pPr>
            <a:lvl7pPr lvl="6" algn="l">
              <a:spcBef>
                <a:spcPts val="360"/>
              </a:spcBef>
              <a:spcAft>
                <a:spcPts val="0"/>
              </a:spcAft>
              <a:buSzPts val="900"/>
              <a:buChar char="⌖"/>
              <a:defRPr/>
            </a:lvl7pPr>
            <a:lvl8pPr lvl="7" algn="l">
              <a:spcBef>
                <a:spcPts val="360"/>
              </a:spcBef>
              <a:spcAft>
                <a:spcPts val="0"/>
              </a:spcAft>
              <a:buSzPts val="900"/>
              <a:buChar char="⌖"/>
              <a:defRPr/>
            </a:lvl8pPr>
            <a:lvl9pPr lvl="8" algn="l">
              <a:spcBef>
                <a:spcPts val="360"/>
              </a:spcBef>
              <a:spcAft>
                <a:spcPts val="0"/>
              </a:spcAft>
              <a:buSzPts val="900"/>
              <a:buChar char="⌖"/>
              <a:defRPr/>
            </a:lvl9pPr>
          </a:lstStyle>
          <a:p/>
        </p:txBody>
      </p:sp>
      <p:sp>
        <p:nvSpPr>
          <p:cNvPr id="58" name="Google Shape;58;p26"/>
          <p:cNvSpPr txBox="1"/>
          <p:nvPr>
            <p:ph idx="11" type="ftr"/>
          </p:nvPr>
        </p:nvSpPr>
        <p:spPr>
          <a:xfrm>
            <a:off x="2362200" y="6248400"/>
            <a:ext cx="571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6"/>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a:p>
          <a:p>
            <a:pPr indent="0" lvl="0" marL="0" rtl="0" algn="l">
              <a:spcBef>
                <a:spcPts val="0"/>
              </a:spcBef>
              <a:spcAft>
                <a:spcPts val="0"/>
              </a:spcAft>
              <a:buClr>
                <a:srgbClr val="000000"/>
              </a:buClr>
              <a:buFont typeface="Arial"/>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3" name="Shape 73"/>
        <p:cNvGrpSpPr/>
        <p:nvPr/>
      </p:nvGrpSpPr>
      <p:grpSpPr>
        <a:xfrm>
          <a:off x="0" y="0"/>
          <a:ext cx="0" cy="0"/>
          <a:chOff x="0" y="0"/>
          <a:chExt cx="0" cy="0"/>
        </a:xfrm>
      </p:grpSpPr>
      <p:sp>
        <p:nvSpPr>
          <p:cNvPr id="74" name="Google Shape;74;p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SzPts val="1000"/>
              <a:buNone/>
              <a:defRPr sz="2000"/>
            </a:lvl1pPr>
            <a:lvl2pPr indent="-228600" lvl="1" marL="914400" algn="l">
              <a:spcBef>
                <a:spcPts val="360"/>
              </a:spcBef>
              <a:spcAft>
                <a:spcPts val="0"/>
              </a:spcAft>
              <a:buSzPts val="900"/>
              <a:buNone/>
              <a:defRPr sz="1800"/>
            </a:lvl2pPr>
            <a:lvl3pPr indent="-228600" lvl="2" marL="1371600" algn="l">
              <a:spcBef>
                <a:spcPts val="320"/>
              </a:spcBef>
              <a:spcAft>
                <a:spcPts val="0"/>
              </a:spcAft>
              <a:buSzPts val="800"/>
              <a:buNone/>
              <a:defRPr sz="1600"/>
            </a:lvl3pPr>
            <a:lvl4pPr indent="-228600" lvl="3" marL="1828800" algn="l">
              <a:spcBef>
                <a:spcPts val="280"/>
              </a:spcBef>
              <a:spcAft>
                <a:spcPts val="0"/>
              </a:spcAft>
              <a:buSzPts val="700"/>
              <a:buNone/>
              <a:defRPr sz="1400"/>
            </a:lvl4pPr>
            <a:lvl5pPr indent="-228600" lvl="4" marL="2286000" algn="l">
              <a:spcBef>
                <a:spcPts val="280"/>
              </a:spcBef>
              <a:spcAft>
                <a:spcPts val="0"/>
              </a:spcAft>
              <a:buSzPts val="700"/>
              <a:buNone/>
              <a:defRPr sz="1400"/>
            </a:lvl5pPr>
            <a:lvl6pPr indent="-228600" lvl="5" marL="2743200" algn="l">
              <a:spcBef>
                <a:spcPts val="280"/>
              </a:spcBef>
              <a:spcAft>
                <a:spcPts val="0"/>
              </a:spcAft>
              <a:buSzPts val="700"/>
              <a:buNone/>
              <a:defRPr sz="1400"/>
            </a:lvl6pPr>
            <a:lvl7pPr indent="-228600" lvl="6" marL="3200400" algn="l">
              <a:spcBef>
                <a:spcPts val="280"/>
              </a:spcBef>
              <a:spcAft>
                <a:spcPts val="0"/>
              </a:spcAft>
              <a:buSzPts val="700"/>
              <a:buNone/>
              <a:defRPr sz="1400"/>
            </a:lvl7pPr>
            <a:lvl8pPr indent="-228600" lvl="7" marL="3657600" algn="l">
              <a:spcBef>
                <a:spcPts val="280"/>
              </a:spcBef>
              <a:spcAft>
                <a:spcPts val="0"/>
              </a:spcAft>
              <a:buSzPts val="700"/>
              <a:buNone/>
              <a:defRPr sz="1400"/>
            </a:lvl8pPr>
            <a:lvl9pPr indent="-228600" lvl="8" marL="4114800" algn="l">
              <a:spcBef>
                <a:spcPts val="280"/>
              </a:spcBef>
              <a:spcAft>
                <a:spcPts val="0"/>
              </a:spcAft>
              <a:buSzPts val="700"/>
              <a:buNone/>
              <a:defRPr sz="1400"/>
            </a:lvl9pPr>
          </a:lstStyle>
          <a:p/>
        </p:txBody>
      </p:sp>
      <p:sp>
        <p:nvSpPr>
          <p:cNvPr id="76" name="Google Shape;76;p28"/>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a:p>
          <a:p>
            <a:pPr indent="0" lvl="0" marL="0" rtl="0" algn="l">
              <a:spcBef>
                <a:spcPts val="0"/>
              </a:spcBef>
              <a:spcAft>
                <a:spcPts val="0"/>
              </a:spcAft>
              <a:buClr>
                <a:srgbClr val="000000"/>
              </a:buClr>
              <a:buFont typeface="Arial"/>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1" name="Shape 91"/>
        <p:cNvGrpSpPr/>
        <p:nvPr/>
      </p:nvGrpSpPr>
      <p:grpSpPr>
        <a:xfrm>
          <a:off x="0" y="0"/>
          <a:ext cx="0" cy="0"/>
          <a:chOff x="0" y="0"/>
          <a:chExt cx="0" cy="0"/>
        </a:xfrm>
      </p:grpSpPr>
      <p:sp>
        <p:nvSpPr>
          <p:cNvPr id="92" name="Google Shape;92;p30"/>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0"/>
          <p:cNvSpPr txBox="1"/>
          <p:nvPr>
            <p:ph idx="1" type="body"/>
          </p:nvPr>
        </p:nvSpPr>
        <p:spPr>
          <a:xfrm>
            <a:off x="571500" y="1676400"/>
            <a:ext cx="3924300" cy="4495800"/>
          </a:xfrm>
          <a:prstGeom prst="rect">
            <a:avLst/>
          </a:prstGeom>
          <a:noFill/>
          <a:ln>
            <a:noFill/>
          </a:ln>
        </p:spPr>
        <p:txBody>
          <a:bodyPr anchorCtr="0" anchor="t" bIns="45700" lIns="91425" spcFirstLastPara="1" rIns="91425" wrap="square" tIns="45700">
            <a:noAutofit/>
          </a:bodyPr>
          <a:lstStyle>
            <a:lvl1pPr indent="-317500" lvl="0" marL="457200" algn="l">
              <a:spcBef>
                <a:spcPts val="560"/>
              </a:spcBef>
              <a:spcAft>
                <a:spcPts val="0"/>
              </a:spcAft>
              <a:buSzPts val="1400"/>
              <a:buChar char="•"/>
              <a:defRPr sz="2800"/>
            </a:lvl1pPr>
            <a:lvl2pPr indent="-304800" lvl="1" marL="914400" algn="l">
              <a:spcBef>
                <a:spcPts val="480"/>
              </a:spcBef>
              <a:spcAft>
                <a:spcPts val="0"/>
              </a:spcAft>
              <a:buSzPts val="1200"/>
              <a:buChar char="•"/>
              <a:defRPr sz="2400"/>
            </a:lvl2pPr>
            <a:lvl3pPr indent="-292100" lvl="2" marL="1371600" algn="l">
              <a:spcBef>
                <a:spcPts val="400"/>
              </a:spcBef>
              <a:spcAft>
                <a:spcPts val="0"/>
              </a:spcAft>
              <a:buSzPts val="1000"/>
              <a:buChar char="⌖"/>
              <a:defRPr sz="2000"/>
            </a:lvl3pPr>
            <a:lvl4pPr indent="-285750" lvl="3" marL="1828800" algn="l">
              <a:spcBef>
                <a:spcPts val="360"/>
              </a:spcBef>
              <a:spcAft>
                <a:spcPts val="0"/>
              </a:spcAft>
              <a:buSzPts val="900"/>
              <a:buChar char="⌖"/>
              <a:defRPr sz="1800"/>
            </a:lvl4pPr>
            <a:lvl5pPr indent="-285750" lvl="4" marL="2286000" algn="l">
              <a:spcBef>
                <a:spcPts val="360"/>
              </a:spcBef>
              <a:spcAft>
                <a:spcPts val="0"/>
              </a:spcAft>
              <a:buSzPts val="900"/>
              <a:buChar char="⌖"/>
              <a:defRPr sz="1800"/>
            </a:lvl5pPr>
            <a:lvl6pPr indent="-285750" lvl="5" marL="2743200" algn="l">
              <a:spcBef>
                <a:spcPts val="360"/>
              </a:spcBef>
              <a:spcAft>
                <a:spcPts val="0"/>
              </a:spcAft>
              <a:buSzPts val="900"/>
              <a:buChar char="⌖"/>
              <a:defRPr sz="1800"/>
            </a:lvl6pPr>
            <a:lvl7pPr indent="-285750" lvl="6" marL="3200400" algn="l">
              <a:spcBef>
                <a:spcPts val="360"/>
              </a:spcBef>
              <a:spcAft>
                <a:spcPts val="0"/>
              </a:spcAft>
              <a:buSzPts val="900"/>
              <a:buChar char="⌖"/>
              <a:defRPr sz="1800"/>
            </a:lvl7pPr>
            <a:lvl8pPr indent="-285750" lvl="7" marL="3657600" algn="l">
              <a:spcBef>
                <a:spcPts val="360"/>
              </a:spcBef>
              <a:spcAft>
                <a:spcPts val="0"/>
              </a:spcAft>
              <a:buSzPts val="900"/>
              <a:buChar char="⌖"/>
              <a:defRPr sz="1800"/>
            </a:lvl8pPr>
            <a:lvl9pPr indent="-285750" lvl="8" marL="4114800" algn="l">
              <a:spcBef>
                <a:spcPts val="360"/>
              </a:spcBef>
              <a:spcAft>
                <a:spcPts val="0"/>
              </a:spcAft>
              <a:buSzPts val="900"/>
              <a:buChar char="⌖"/>
              <a:defRPr sz="1800"/>
            </a:lvl9pPr>
          </a:lstStyle>
          <a:p/>
        </p:txBody>
      </p:sp>
      <p:sp>
        <p:nvSpPr>
          <p:cNvPr id="94" name="Google Shape;94;p30"/>
          <p:cNvSpPr txBox="1"/>
          <p:nvPr>
            <p:ph idx="2" type="body"/>
          </p:nvPr>
        </p:nvSpPr>
        <p:spPr>
          <a:xfrm>
            <a:off x="4648200" y="1676400"/>
            <a:ext cx="3924300" cy="4495800"/>
          </a:xfrm>
          <a:prstGeom prst="rect">
            <a:avLst/>
          </a:prstGeom>
          <a:noFill/>
          <a:ln>
            <a:noFill/>
          </a:ln>
        </p:spPr>
        <p:txBody>
          <a:bodyPr anchorCtr="0" anchor="t" bIns="45700" lIns="91425" spcFirstLastPara="1" rIns="91425" wrap="square" tIns="45700">
            <a:noAutofit/>
          </a:bodyPr>
          <a:lstStyle>
            <a:lvl1pPr indent="-317500" lvl="0" marL="457200" algn="l">
              <a:spcBef>
                <a:spcPts val="560"/>
              </a:spcBef>
              <a:spcAft>
                <a:spcPts val="0"/>
              </a:spcAft>
              <a:buSzPts val="1400"/>
              <a:buChar char="•"/>
              <a:defRPr sz="2800"/>
            </a:lvl1pPr>
            <a:lvl2pPr indent="-304800" lvl="1" marL="914400" algn="l">
              <a:spcBef>
                <a:spcPts val="480"/>
              </a:spcBef>
              <a:spcAft>
                <a:spcPts val="0"/>
              </a:spcAft>
              <a:buSzPts val="1200"/>
              <a:buChar char="•"/>
              <a:defRPr sz="2400"/>
            </a:lvl2pPr>
            <a:lvl3pPr indent="-292100" lvl="2" marL="1371600" algn="l">
              <a:spcBef>
                <a:spcPts val="400"/>
              </a:spcBef>
              <a:spcAft>
                <a:spcPts val="0"/>
              </a:spcAft>
              <a:buSzPts val="1000"/>
              <a:buChar char="⌖"/>
              <a:defRPr sz="2000"/>
            </a:lvl3pPr>
            <a:lvl4pPr indent="-285750" lvl="3" marL="1828800" algn="l">
              <a:spcBef>
                <a:spcPts val="360"/>
              </a:spcBef>
              <a:spcAft>
                <a:spcPts val="0"/>
              </a:spcAft>
              <a:buSzPts val="900"/>
              <a:buChar char="⌖"/>
              <a:defRPr sz="1800"/>
            </a:lvl4pPr>
            <a:lvl5pPr indent="-285750" lvl="4" marL="2286000" algn="l">
              <a:spcBef>
                <a:spcPts val="360"/>
              </a:spcBef>
              <a:spcAft>
                <a:spcPts val="0"/>
              </a:spcAft>
              <a:buSzPts val="900"/>
              <a:buChar char="⌖"/>
              <a:defRPr sz="1800"/>
            </a:lvl5pPr>
            <a:lvl6pPr indent="-285750" lvl="5" marL="2743200" algn="l">
              <a:spcBef>
                <a:spcPts val="360"/>
              </a:spcBef>
              <a:spcAft>
                <a:spcPts val="0"/>
              </a:spcAft>
              <a:buSzPts val="900"/>
              <a:buChar char="⌖"/>
              <a:defRPr sz="1800"/>
            </a:lvl6pPr>
            <a:lvl7pPr indent="-285750" lvl="6" marL="3200400" algn="l">
              <a:spcBef>
                <a:spcPts val="360"/>
              </a:spcBef>
              <a:spcAft>
                <a:spcPts val="0"/>
              </a:spcAft>
              <a:buSzPts val="900"/>
              <a:buChar char="⌖"/>
              <a:defRPr sz="1800"/>
            </a:lvl7pPr>
            <a:lvl8pPr indent="-285750" lvl="7" marL="3657600" algn="l">
              <a:spcBef>
                <a:spcPts val="360"/>
              </a:spcBef>
              <a:spcAft>
                <a:spcPts val="0"/>
              </a:spcAft>
              <a:buSzPts val="900"/>
              <a:buChar char="⌖"/>
              <a:defRPr sz="1800"/>
            </a:lvl8pPr>
            <a:lvl9pPr indent="-285750" lvl="8" marL="4114800" algn="l">
              <a:spcBef>
                <a:spcPts val="360"/>
              </a:spcBef>
              <a:spcAft>
                <a:spcPts val="0"/>
              </a:spcAft>
              <a:buSzPts val="900"/>
              <a:buChar char="⌖"/>
              <a:defRPr sz="1800"/>
            </a:lvl9pPr>
          </a:lstStyle>
          <a:p/>
        </p:txBody>
      </p:sp>
      <p:sp>
        <p:nvSpPr>
          <p:cNvPr id="95" name="Google Shape;95;p30"/>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0"/>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a:p>
          <a:p>
            <a:pPr indent="0" lvl="0" marL="0" rtl="0" algn="l">
              <a:spcBef>
                <a:spcPts val="0"/>
              </a:spcBef>
              <a:spcAft>
                <a:spcPts val="0"/>
              </a:spcAft>
              <a:buClr>
                <a:srgbClr val="000000"/>
              </a:buClr>
              <a:buFont typeface="Arial"/>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0" name="Shape 110"/>
        <p:cNvGrpSpPr/>
        <p:nvPr/>
      </p:nvGrpSpPr>
      <p:grpSpPr>
        <a:xfrm>
          <a:off x="0" y="0"/>
          <a:ext cx="0" cy="0"/>
          <a:chOff x="0" y="0"/>
          <a:chExt cx="0" cy="0"/>
        </a:xfrm>
      </p:grpSpPr>
      <p:sp>
        <p:nvSpPr>
          <p:cNvPr id="111" name="Google Shape;111;p32"/>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3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200"/>
              <a:buNone/>
              <a:defRPr b="1" sz="2400"/>
            </a:lvl1pPr>
            <a:lvl2pPr indent="-228600" lvl="1" marL="914400" algn="l">
              <a:spcBef>
                <a:spcPts val="400"/>
              </a:spcBef>
              <a:spcAft>
                <a:spcPts val="0"/>
              </a:spcAft>
              <a:buSzPts val="1000"/>
              <a:buNone/>
              <a:defRPr b="1" sz="2000"/>
            </a:lvl2pPr>
            <a:lvl3pPr indent="-228600" lvl="2" marL="1371600" algn="l">
              <a:spcBef>
                <a:spcPts val="360"/>
              </a:spcBef>
              <a:spcAft>
                <a:spcPts val="0"/>
              </a:spcAft>
              <a:buSzPts val="900"/>
              <a:buNone/>
              <a:defRPr b="1" sz="1800"/>
            </a:lvl3pPr>
            <a:lvl4pPr indent="-228600" lvl="3" marL="1828800" algn="l">
              <a:spcBef>
                <a:spcPts val="320"/>
              </a:spcBef>
              <a:spcAft>
                <a:spcPts val="0"/>
              </a:spcAft>
              <a:buSzPts val="800"/>
              <a:buNone/>
              <a:defRPr b="1" sz="1600"/>
            </a:lvl4pPr>
            <a:lvl5pPr indent="-228600" lvl="4" marL="2286000" algn="l">
              <a:spcBef>
                <a:spcPts val="320"/>
              </a:spcBef>
              <a:spcAft>
                <a:spcPts val="0"/>
              </a:spcAft>
              <a:buSzPts val="800"/>
              <a:buNone/>
              <a:defRPr b="1" sz="1600"/>
            </a:lvl5pPr>
            <a:lvl6pPr indent="-228600" lvl="5" marL="2743200" algn="l">
              <a:spcBef>
                <a:spcPts val="320"/>
              </a:spcBef>
              <a:spcAft>
                <a:spcPts val="0"/>
              </a:spcAft>
              <a:buSzPts val="800"/>
              <a:buNone/>
              <a:defRPr b="1" sz="1600"/>
            </a:lvl6pPr>
            <a:lvl7pPr indent="-228600" lvl="6" marL="3200400" algn="l">
              <a:spcBef>
                <a:spcPts val="320"/>
              </a:spcBef>
              <a:spcAft>
                <a:spcPts val="0"/>
              </a:spcAft>
              <a:buSzPts val="800"/>
              <a:buNone/>
              <a:defRPr b="1" sz="1600"/>
            </a:lvl7pPr>
            <a:lvl8pPr indent="-228600" lvl="7" marL="3657600" algn="l">
              <a:spcBef>
                <a:spcPts val="320"/>
              </a:spcBef>
              <a:spcAft>
                <a:spcPts val="0"/>
              </a:spcAft>
              <a:buSzPts val="800"/>
              <a:buNone/>
              <a:defRPr b="1" sz="1600"/>
            </a:lvl8pPr>
            <a:lvl9pPr indent="-228600" lvl="8" marL="4114800" algn="l">
              <a:spcBef>
                <a:spcPts val="320"/>
              </a:spcBef>
              <a:spcAft>
                <a:spcPts val="0"/>
              </a:spcAft>
              <a:buSzPts val="800"/>
              <a:buNone/>
              <a:defRPr b="1" sz="1600"/>
            </a:lvl9pPr>
          </a:lstStyle>
          <a:p/>
        </p:txBody>
      </p:sp>
      <p:sp>
        <p:nvSpPr>
          <p:cNvPr id="113" name="Google Shape;113;p3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04800" lvl="0" marL="457200" algn="l">
              <a:spcBef>
                <a:spcPts val="480"/>
              </a:spcBef>
              <a:spcAft>
                <a:spcPts val="0"/>
              </a:spcAft>
              <a:buSzPts val="1200"/>
              <a:buChar char="•"/>
              <a:defRPr sz="2400"/>
            </a:lvl1pPr>
            <a:lvl2pPr indent="-292100" lvl="1" marL="914400" algn="l">
              <a:spcBef>
                <a:spcPts val="400"/>
              </a:spcBef>
              <a:spcAft>
                <a:spcPts val="0"/>
              </a:spcAft>
              <a:buSzPts val="1000"/>
              <a:buChar char="•"/>
              <a:defRPr sz="2000"/>
            </a:lvl2pPr>
            <a:lvl3pPr indent="-285750" lvl="2" marL="1371600" algn="l">
              <a:spcBef>
                <a:spcPts val="360"/>
              </a:spcBef>
              <a:spcAft>
                <a:spcPts val="0"/>
              </a:spcAft>
              <a:buSzPts val="900"/>
              <a:buChar char="⌖"/>
              <a:defRPr sz="1800"/>
            </a:lvl3pPr>
            <a:lvl4pPr indent="-279400" lvl="3" marL="1828800" algn="l">
              <a:spcBef>
                <a:spcPts val="320"/>
              </a:spcBef>
              <a:spcAft>
                <a:spcPts val="0"/>
              </a:spcAft>
              <a:buSzPts val="800"/>
              <a:buChar char="⌖"/>
              <a:defRPr sz="1600"/>
            </a:lvl4pPr>
            <a:lvl5pPr indent="-279400" lvl="4" marL="2286000" algn="l">
              <a:spcBef>
                <a:spcPts val="320"/>
              </a:spcBef>
              <a:spcAft>
                <a:spcPts val="0"/>
              </a:spcAft>
              <a:buSzPts val="800"/>
              <a:buChar char="⌖"/>
              <a:defRPr sz="1600"/>
            </a:lvl5pPr>
            <a:lvl6pPr indent="-279400" lvl="5" marL="2743200" algn="l">
              <a:spcBef>
                <a:spcPts val="320"/>
              </a:spcBef>
              <a:spcAft>
                <a:spcPts val="0"/>
              </a:spcAft>
              <a:buSzPts val="800"/>
              <a:buChar char="⌖"/>
              <a:defRPr sz="1600"/>
            </a:lvl6pPr>
            <a:lvl7pPr indent="-279400" lvl="6" marL="3200400" algn="l">
              <a:spcBef>
                <a:spcPts val="320"/>
              </a:spcBef>
              <a:spcAft>
                <a:spcPts val="0"/>
              </a:spcAft>
              <a:buSzPts val="800"/>
              <a:buChar char="⌖"/>
              <a:defRPr sz="1600"/>
            </a:lvl7pPr>
            <a:lvl8pPr indent="-279400" lvl="7" marL="3657600" algn="l">
              <a:spcBef>
                <a:spcPts val="320"/>
              </a:spcBef>
              <a:spcAft>
                <a:spcPts val="0"/>
              </a:spcAft>
              <a:buSzPts val="800"/>
              <a:buChar char="⌖"/>
              <a:defRPr sz="1600"/>
            </a:lvl8pPr>
            <a:lvl9pPr indent="-279400" lvl="8" marL="4114800" algn="l">
              <a:spcBef>
                <a:spcPts val="320"/>
              </a:spcBef>
              <a:spcAft>
                <a:spcPts val="0"/>
              </a:spcAft>
              <a:buSzPts val="800"/>
              <a:buChar char="⌖"/>
              <a:defRPr sz="1600"/>
            </a:lvl9pPr>
          </a:lstStyle>
          <a:p/>
        </p:txBody>
      </p:sp>
      <p:sp>
        <p:nvSpPr>
          <p:cNvPr id="114" name="Google Shape;114;p3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200"/>
              <a:buNone/>
              <a:defRPr b="1" sz="2400"/>
            </a:lvl1pPr>
            <a:lvl2pPr indent="-228600" lvl="1" marL="914400" algn="l">
              <a:spcBef>
                <a:spcPts val="400"/>
              </a:spcBef>
              <a:spcAft>
                <a:spcPts val="0"/>
              </a:spcAft>
              <a:buSzPts val="1000"/>
              <a:buNone/>
              <a:defRPr b="1" sz="2000"/>
            </a:lvl2pPr>
            <a:lvl3pPr indent="-228600" lvl="2" marL="1371600" algn="l">
              <a:spcBef>
                <a:spcPts val="360"/>
              </a:spcBef>
              <a:spcAft>
                <a:spcPts val="0"/>
              </a:spcAft>
              <a:buSzPts val="900"/>
              <a:buNone/>
              <a:defRPr b="1" sz="1800"/>
            </a:lvl3pPr>
            <a:lvl4pPr indent="-228600" lvl="3" marL="1828800" algn="l">
              <a:spcBef>
                <a:spcPts val="320"/>
              </a:spcBef>
              <a:spcAft>
                <a:spcPts val="0"/>
              </a:spcAft>
              <a:buSzPts val="800"/>
              <a:buNone/>
              <a:defRPr b="1" sz="1600"/>
            </a:lvl4pPr>
            <a:lvl5pPr indent="-228600" lvl="4" marL="2286000" algn="l">
              <a:spcBef>
                <a:spcPts val="320"/>
              </a:spcBef>
              <a:spcAft>
                <a:spcPts val="0"/>
              </a:spcAft>
              <a:buSzPts val="800"/>
              <a:buNone/>
              <a:defRPr b="1" sz="1600"/>
            </a:lvl5pPr>
            <a:lvl6pPr indent="-228600" lvl="5" marL="2743200" algn="l">
              <a:spcBef>
                <a:spcPts val="320"/>
              </a:spcBef>
              <a:spcAft>
                <a:spcPts val="0"/>
              </a:spcAft>
              <a:buSzPts val="800"/>
              <a:buNone/>
              <a:defRPr b="1" sz="1600"/>
            </a:lvl6pPr>
            <a:lvl7pPr indent="-228600" lvl="6" marL="3200400" algn="l">
              <a:spcBef>
                <a:spcPts val="320"/>
              </a:spcBef>
              <a:spcAft>
                <a:spcPts val="0"/>
              </a:spcAft>
              <a:buSzPts val="800"/>
              <a:buNone/>
              <a:defRPr b="1" sz="1600"/>
            </a:lvl7pPr>
            <a:lvl8pPr indent="-228600" lvl="7" marL="3657600" algn="l">
              <a:spcBef>
                <a:spcPts val="320"/>
              </a:spcBef>
              <a:spcAft>
                <a:spcPts val="0"/>
              </a:spcAft>
              <a:buSzPts val="800"/>
              <a:buNone/>
              <a:defRPr b="1" sz="1600"/>
            </a:lvl8pPr>
            <a:lvl9pPr indent="-228600" lvl="8" marL="4114800" algn="l">
              <a:spcBef>
                <a:spcPts val="320"/>
              </a:spcBef>
              <a:spcAft>
                <a:spcPts val="0"/>
              </a:spcAft>
              <a:buSzPts val="800"/>
              <a:buNone/>
              <a:defRPr b="1" sz="1600"/>
            </a:lvl9pPr>
          </a:lstStyle>
          <a:p/>
        </p:txBody>
      </p:sp>
      <p:sp>
        <p:nvSpPr>
          <p:cNvPr id="115" name="Google Shape;115;p3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04800" lvl="0" marL="457200" algn="l">
              <a:spcBef>
                <a:spcPts val="480"/>
              </a:spcBef>
              <a:spcAft>
                <a:spcPts val="0"/>
              </a:spcAft>
              <a:buSzPts val="1200"/>
              <a:buChar char="•"/>
              <a:defRPr sz="2400"/>
            </a:lvl1pPr>
            <a:lvl2pPr indent="-292100" lvl="1" marL="914400" algn="l">
              <a:spcBef>
                <a:spcPts val="400"/>
              </a:spcBef>
              <a:spcAft>
                <a:spcPts val="0"/>
              </a:spcAft>
              <a:buSzPts val="1000"/>
              <a:buChar char="•"/>
              <a:defRPr sz="2000"/>
            </a:lvl2pPr>
            <a:lvl3pPr indent="-285750" lvl="2" marL="1371600" algn="l">
              <a:spcBef>
                <a:spcPts val="360"/>
              </a:spcBef>
              <a:spcAft>
                <a:spcPts val="0"/>
              </a:spcAft>
              <a:buSzPts val="900"/>
              <a:buChar char="⌖"/>
              <a:defRPr sz="1800"/>
            </a:lvl3pPr>
            <a:lvl4pPr indent="-279400" lvl="3" marL="1828800" algn="l">
              <a:spcBef>
                <a:spcPts val="320"/>
              </a:spcBef>
              <a:spcAft>
                <a:spcPts val="0"/>
              </a:spcAft>
              <a:buSzPts val="800"/>
              <a:buChar char="⌖"/>
              <a:defRPr sz="1600"/>
            </a:lvl4pPr>
            <a:lvl5pPr indent="-279400" lvl="4" marL="2286000" algn="l">
              <a:spcBef>
                <a:spcPts val="320"/>
              </a:spcBef>
              <a:spcAft>
                <a:spcPts val="0"/>
              </a:spcAft>
              <a:buSzPts val="800"/>
              <a:buChar char="⌖"/>
              <a:defRPr sz="1600"/>
            </a:lvl5pPr>
            <a:lvl6pPr indent="-279400" lvl="5" marL="2743200" algn="l">
              <a:spcBef>
                <a:spcPts val="320"/>
              </a:spcBef>
              <a:spcAft>
                <a:spcPts val="0"/>
              </a:spcAft>
              <a:buSzPts val="800"/>
              <a:buChar char="⌖"/>
              <a:defRPr sz="1600"/>
            </a:lvl6pPr>
            <a:lvl7pPr indent="-279400" lvl="6" marL="3200400" algn="l">
              <a:spcBef>
                <a:spcPts val="320"/>
              </a:spcBef>
              <a:spcAft>
                <a:spcPts val="0"/>
              </a:spcAft>
              <a:buSzPts val="800"/>
              <a:buChar char="⌖"/>
              <a:defRPr sz="1600"/>
            </a:lvl7pPr>
            <a:lvl8pPr indent="-279400" lvl="7" marL="3657600" algn="l">
              <a:spcBef>
                <a:spcPts val="320"/>
              </a:spcBef>
              <a:spcAft>
                <a:spcPts val="0"/>
              </a:spcAft>
              <a:buSzPts val="800"/>
              <a:buChar char="⌖"/>
              <a:defRPr sz="1600"/>
            </a:lvl8pPr>
            <a:lvl9pPr indent="-279400" lvl="8" marL="4114800" algn="l">
              <a:spcBef>
                <a:spcPts val="320"/>
              </a:spcBef>
              <a:spcAft>
                <a:spcPts val="0"/>
              </a:spcAft>
              <a:buSzPts val="800"/>
              <a:buChar char="⌖"/>
              <a:defRPr sz="1600"/>
            </a:lvl9pPr>
          </a:lstStyle>
          <a:p/>
        </p:txBody>
      </p:sp>
      <p:sp>
        <p:nvSpPr>
          <p:cNvPr id="116" name="Google Shape;116;p32"/>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32"/>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a:p>
          <a:p>
            <a:pPr indent="0" lvl="0" marL="0" rtl="0" algn="l">
              <a:spcBef>
                <a:spcPts val="0"/>
              </a:spcBef>
              <a:spcAft>
                <a:spcPts val="0"/>
              </a:spcAft>
              <a:buClr>
                <a:srgbClr val="000000"/>
              </a:buClr>
              <a:buFont typeface="Arial"/>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1" name="Shape 131"/>
        <p:cNvGrpSpPr/>
        <p:nvPr/>
      </p:nvGrpSpPr>
      <p:grpSpPr>
        <a:xfrm>
          <a:off x="0" y="0"/>
          <a:ext cx="0" cy="0"/>
          <a:chOff x="0" y="0"/>
          <a:chExt cx="0" cy="0"/>
        </a:xfrm>
      </p:grpSpPr>
      <p:sp>
        <p:nvSpPr>
          <p:cNvPr id="132" name="Google Shape;132;p34"/>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4"/>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34"/>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a:p>
          <a:p>
            <a:pPr indent="0" lvl="0" marL="0" rtl="0" algn="l">
              <a:spcBef>
                <a:spcPts val="0"/>
              </a:spcBef>
              <a:spcAft>
                <a:spcPts val="0"/>
              </a:spcAft>
              <a:buClr>
                <a:srgbClr val="000000"/>
              </a:buClr>
              <a:buFont typeface="Arial"/>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8" name="Shape 148"/>
        <p:cNvGrpSpPr/>
        <p:nvPr/>
      </p:nvGrpSpPr>
      <p:grpSpPr>
        <a:xfrm>
          <a:off x="0" y="0"/>
          <a:ext cx="0" cy="0"/>
          <a:chOff x="0" y="0"/>
          <a:chExt cx="0" cy="0"/>
        </a:xfrm>
      </p:grpSpPr>
      <p:sp>
        <p:nvSpPr>
          <p:cNvPr id="149" name="Google Shape;149;p36"/>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36"/>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a:p>
          <a:p>
            <a:pPr indent="0" lvl="0" marL="0" rtl="0" algn="l">
              <a:spcBef>
                <a:spcPts val="0"/>
              </a:spcBef>
              <a:spcAft>
                <a:spcPts val="0"/>
              </a:spcAft>
              <a:buClr>
                <a:srgbClr val="000000"/>
              </a:buClr>
              <a:buFont typeface="Arial"/>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4" name="Shape 164"/>
        <p:cNvGrpSpPr/>
        <p:nvPr/>
      </p:nvGrpSpPr>
      <p:grpSpPr>
        <a:xfrm>
          <a:off x="0" y="0"/>
          <a:ext cx="0" cy="0"/>
          <a:chOff x="0" y="0"/>
          <a:chExt cx="0" cy="0"/>
        </a:xfrm>
      </p:grpSpPr>
      <p:sp>
        <p:nvSpPr>
          <p:cNvPr id="165" name="Google Shape;165;p3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3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30200" lvl="0" marL="457200" algn="l">
              <a:spcBef>
                <a:spcPts val="640"/>
              </a:spcBef>
              <a:spcAft>
                <a:spcPts val="0"/>
              </a:spcAft>
              <a:buSzPts val="1600"/>
              <a:buChar char="•"/>
              <a:defRPr sz="3200"/>
            </a:lvl1pPr>
            <a:lvl2pPr indent="-317500" lvl="1" marL="914400" algn="l">
              <a:spcBef>
                <a:spcPts val="560"/>
              </a:spcBef>
              <a:spcAft>
                <a:spcPts val="0"/>
              </a:spcAft>
              <a:buSzPts val="1400"/>
              <a:buChar char="•"/>
              <a:defRPr sz="2800"/>
            </a:lvl2pPr>
            <a:lvl3pPr indent="-304800" lvl="2" marL="1371600" algn="l">
              <a:spcBef>
                <a:spcPts val="480"/>
              </a:spcBef>
              <a:spcAft>
                <a:spcPts val="0"/>
              </a:spcAft>
              <a:buSzPts val="1200"/>
              <a:buChar char="⌖"/>
              <a:defRPr sz="2400"/>
            </a:lvl3pPr>
            <a:lvl4pPr indent="-292100" lvl="3" marL="1828800" algn="l">
              <a:spcBef>
                <a:spcPts val="400"/>
              </a:spcBef>
              <a:spcAft>
                <a:spcPts val="0"/>
              </a:spcAft>
              <a:buSzPts val="1000"/>
              <a:buChar char="⌖"/>
              <a:defRPr sz="2000"/>
            </a:lvl4pPr>
            <a:lvl5pPr indent="-292100" lvl="4" marL="2286000" algn="l">
              <a:spcBef>
                <a:spcPts val="400"/>
              </a:spcBef>
              <a:spcAft>
                <a:spcPts val="0"/>
              </a:spcAft>
              <a:buSzPts val="1000"/>
              <a:buChar char="⌖"/>
              <a:defRPr sz="2000"/>
            </a:lvl5pPr>
            <a:lvl6pPr indent="-292100" lvl="5" marL="2743200" algn="l">
              <a:spcBef>
                <a:spcPts val="400"/>
              </a:spcBef>
              <a:spcAft>
                <a:spcPts val="0"/>
              </a:spcAft>
              <a:buSzPts val="1000"/>
              <a:buChar char="⌖"/>
              <a:defRPr sz="2000"/>
            </a:lvl6pPr>
            <a:lvl7pPr indent="-292100" lvl="6" marL="3200400" algn="l">
              <a:spcBef>
                <a:spcPts val="400"/>
              </a:spcBef>
              <a:spcAft>
                <a:spcPts val="0"/>
              </a:spcAft>
              <a:buSzPts val="1000"/>
              <a:buChar char="⌖"/>
              <a:defRPr sz="2000"/>
            </a:lvl7pPr>
            <a:lvl8pPr indent="-292100" lvl="7" marL="3657600" algn="l">
              <a:spcBef>
                <a:spcPts val="400"/>
              </a:spcBef>
              <a:spcAft>
                <a:spcPts val="0"/>
              </a:spcAft>
              <a:buSzPts val="1000"/>
              <a:buChar char="⌖"/>
              <a:defRPr sz="2000"/>
            </a:lvl8pPr>
            <a:lvl9pPr indent="-292100" lvl="8" marL="4114800" algn="l">
              <a:spcBef>
                <a:spcPts val="400"/>
              </a:spcBef>
              <a:spcAft>
                <a:spcPts val="0"/>
              </a:spcAft>
              <a:buSzPts val="1000"/>
              <a:buChar char="⌖"/>
              <a:defRPr sz="2000"/>
            </a:lvl9pPr>
          </a:lstStyle>
          <a:p/>
        </p:txBody>
      </p:sp>
      <p:sp>
        <p:nvSpPr>
          <p:cNvPr id="167" name="Google Shape;167;p3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700"/>
              <a:buNone/>
              <a:defRPr sz="1400"/>
            </a:lvl1pPr>
            <a:lvl2pPr indent="-228600" lvl="1" marL="914400" algn="l">
              <a:spcBef>
                <a:spcPts val="240"/>
              </a:spcBef>
              <a:spcAft>
                <a:spcPts val="0"/>
              </a:spcAft>
              <a:buSzPts val="600"/>
              <a:buNone/>
              <a:defRPr sz="1200"/>
            </a:lvl2pPr>
            <a:lvl3pPr indent="-228600" lvl="2" marL="1371600" algn="l">
              <a:spcBef>
                <a:spcPts val="200"/>
              </a:spcBef>
              <a:spcAft>
                <a:spcPts val="0"/>
              </a:spcAft>
              <a:buSzPts val="500"/>
              <a:buNone/>
              <a:defRPr sz="1000"/>
            </a:lvl3pPr>
            <a:lvl4pPr indent="-228600" lvl="3" marL="1828800" algn="l">
              <a:spcBef>
                <a:spcPts val="180"/>
              </a:spcBef>
              <a:spcAft>
                <a:spcPts val="0"/>
              </a:spcAft>
              <a:buSzPts val="450"/>
              <a:buNone/>
              <a:defRPr sz="900"/>
            </a:lvl4pPr>
            <a:lvl5pPr indent="-228600" lvl="4" marL="2286000" algn="l">
              <a:spcBef>
                <a:spcPts val="180"/>
              </a:spcBef>
              <a:spcAft>
                <a:spcPts val="0"/>
              </a:spcAft>
              <a:buSzPts val="450"/>
              <a:buNone/>
              <a:defRPr sz="900"/>
            </a:lvl5pPr>
            <a:lvl6pPr indent="-228600" lvl="5" marL="2743200" algn="l">
              <a:spcBef>
                <a:spcPts val="180"/>
              </a:spcBef>
              <a:spcAft>
                <a:spcPts val="0"/>
              </a:spcAft>
              <a:buSzPts val="450"/>
              <a:buNone/>
              <a:defRPr sz="900"/>
            </a:lvl6pPr>
            <a:lvl7pPr indent="-228600" lvl="6" marL="3200400" algn="l">
              <a:spcBef>
                <a:spcPts val="180"/>
              </a:spcBef>
              <a:spcAft>
                <a:spcPts val="0"/>
              </a:spcAft>
              <a:buSzPts val="450"/>
              <a:buNone/>
              <a:defRPr sz="900"/>
            </a:lvl7pPr>
            <a:lvl8pPr indent="-228600" lvl="7" marL="3657600" algn="l">
              <a:spcBef>
                <a:spcPts val="180"/>
              </a:spcBef>
              <a:spcAft>
                <a:spcPts val="0"/>
              </a:spcAft>
              <a:buSzPts val="450"/>
              <a:buNone/>
              <a:defRPr sz="900"/>
            </a:lvl8pPr>
            <a:lvl9pPr indent="-228600" lvl="8" marL="4114800" algn="l">
              <a:spcBef>
                <a:spcPts val="180"/>
              </a:spcBef>
              <a:spcAft>
                <a:spcPts val="0"/>
              </a:spcAft>
              <a:buSzPts val="450"/>
              <a:buNone/>
              <a:defRPr sz="900"/>
            </a:lvl9pPr>
          </a:lstStyle>
          <a:p/>
        </p:txBody>
      </p:sp>
      <p:sp>
        <p:nvSpPr>
          <p:cNvPr id="168" name="Google Shape;168;p38"/>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38"/>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a:p>
          <a:p>
            <a:pPr indent="0" lvl="0" marL="0" rtl="0" algn="l">
              <a:spcBef>
                <a:spcPts val="0"/>
              </a:spcBef>
              <a:spcAft>
                <a:spcPts val="0"/>
              </a:spcAft>
              <a:buClr>
                <a:srgbClr val="000000"/>
              </a:buClr>
              <a:buFont typeface="Arial"/>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3" name="Shape 183"/>
        <p:cNvGrpSpPr/>
        <p:nvPr/>
      </p:nvGrpSpPr>
      <p:grpSpPr>
        <a:xfrm>
          <a:off x="0" y="0"/>
          <a:ext cx="0" cy="0"/>
          <a:chOff x="0" y="0"/>
          <a:chExt cx="0" cy="0"/>
        </a:xfrm>
      </p:grpSpPr>
      <p:sp>
        <p:nvSpPr>
          <p:cNvPr id="184" name="Google Shape;184;p4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 name="Google Shape;185;p40"/>
          <p:cNvSpPr/>
          <p:nvPr>
            <p:ph idx="2" type="pic"/>
          </p:nvPr>
        </p:nvSpPr>
        <p:spPr>
          <a:xfrm>
            <a:off x="1792288" y="612775"/>
            <a:ext cx="5486400" cy="4114800"/>
          </a:xfrm>
          <a:prstGeom prst="rect">
            <a:avLst/>
          </a:prstGeom>
          <a:noFill/>
          <a:ln>
            <a:noFill/>
          </a:ln>
        </p:spPr>
      </p:sp>
      <p:sp>
        <p:nvSpPr>
          <p:cNvPr id="186" name="Google Shape;186;p4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700"/>
              <a:buNone/>
              <a:defRPr sz="1400"/>
            </a:lvl1pPr>
            <a:lvl2pPr indent="-228600" lvl="1" marL="914400" algn="l">
              <a:spcBef>
                <a:spcPts val="240"/>
              </a:spcBef>
              <a:spcAft>
                <a:spcPts val="0"/>
              </a:spcAft>
              <a:buSzPts val="600"/>
              <a:buNone/>
              <a:defRPr sz="1200"/>
            </a:lvl2pPr>
            <a:lvl3pPr indent="-228600" lvl="2" marL="1371600" algn="l">
              <a:spcBef>
                <a:spcPts val="200"/>
              </a:spcBef>
              <a:spcAft>
                <a:spcPts val="0"/>
              </a:spcAft>
              <a:buSzPts val="500"/>
              <a:buNone/>
              <a:defRPr sz="1000"/>
            </a:lvl3pPr>
            <a:lvl4pPr indent="-228600" lvl="3" marL="1828800" algn="l">
              <a:spcBef>
                <a:spcPts val="180"/>
              </a:spcBef>
              <a:spcAft>
                <a:spcPts val="0"/>
              </a:spcAft>
              <a:buSzPts val="450"/>
              <a:buNone/>
              <a:defRPr sz="900"/>
            </a:lvl4pPr>
            <a:lvl5pPr indent="-228600" lvl="4" marL="2286000" algn="l">
              <a:spcBef>
                <a:spcPts val="180"/>
              </a:spcBef>
              <a:spcAft>
                <a:spcPts val="0"/>
              </a:spcAft>
              <a:buSzPts val="450"/>
              <a:buNone/>
              <a:defRPr sz="900"/>
            </a:lvl5pPr>
            <a:lvl6pPr indent="-228600" lvl="5" marL="2743200" algn="l">
              <a:spcBef>
                <a:spcPts val="180"/>
              </a:spcBef>
              <a:spcAft>
                <a:spcPts val="0"/>
              </a:spcAft>
              <a:buSzPts val="450"/>
              <a:buNone/>
              <a:defRPr sz="900"/>
            </a:lvl6pPr>
            <a:lvl7pPr indent="-228600" lvl="6" marL="3200400" algn="l">
              <a:spcBef>
                <a:spcPts val="180"/>
              </a:spcBef>
              <a:spcAft>
                <a:spcPts val="0"/>
              </a:spcAft>
              <a:buSzPts val="450"/>
              <a:buNone/>
              <a:defRPr sz="900"/>
            </a:lvl7pPr>
            <a:lvl8pPr indent="-228600" lvl="7" marL="3657600" algn="l">
              <a:spcBef>
                <a:spcPts val="180"/>
              </a:spcBef>
              <a:spcAft>
                <a:spcPts val="0"/>
              </a:spcAft>
              <a:buSzPts val="450"/>
              <a:buNone/>
              <a:defRPr sz="900"/>
            </a:lvl8pPr>
            <a:lvl9pPr indent="-228600" lvl="8" marL="4114800" algn="l">
              <a:spcBef>
                <a:spcPts val="180"/>
              </a:spcBef>
              <a:spcAft>
                <a:spcPts val="0"/>
              </a:spcAft>
              <a:buSzPts val="450"/>
              <a:buNone/>
              <a:defRPr sz="900"/>
            </a:lvl9pPr>
          </a:lstStyle>
          <a:p/>
        </p:txBody>
      </p:sp>
      <p:sp>
        <p:nvSpPr>
          <p:cNvPr id="187" name="Google Shape;187;p40"/>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p40"/>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a:p>
          <a:p>
            <a:pPr indent="0" lvl="0" marL="0" rtl="0" algn="l">
              <a:spcBef>
                <a:spcPts val="0"/>
              </a:spcBef>
              <a:spcAft>
                <a:spcPts val="0"/>
              </a:spcAft>
              <a:buClr>
                <a:srgbClr val="000000"/>
              </a:buClr>
              <a:buFont typeface="Arial"/>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2" name="Shape 202"/>
        <p:cNvGrpSpPr/>
        <p:nvPr/>
      </p:nvGrpSpPr>
      <p:grpSpPr>
        <a:xfrm>
          <a:off x="0" y="0"/>
          <a:ext cx="0" cy="0"/>
          <a:chOff x="0" y="0"/>
          <a:chExt cx="0" cy="0"/>
        </a:xfrm>
      </p:grpSpPr>
      <p:sp>
        <p:nvSpPr>
          <p:cNvPr id="203" name="Google Shape;203;p42"/>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42"/>
          <p:cNvSpPr txBox="1"/>
          <p:nvPr>
            <p:ph idx="1" type="body"/>
          </p:nvPr>
        </p:nvSpPr>
        <p:spPr>
          <a:xfrm rot="5400000">
            <a:off x="2324100" y="-76200"/>
            <a:ext cx="4495800" cy="8001000"/>
          </a:xfrm>
          <a:prstGeom prst="rect">
            <a:avLst/>
          </a:prstGeom>
          <a:noFill/>
          <a:ln>
            <a:noFill/>
          </a:ln>
        </p:spPr>
        <p:txBody>
          <a:bodyPr anchorCtr="0" anchor="t" bIns="45700" lIns="91425" spcFirstLastPara="1" rIns="91425" wrap="square" tIns="45700">
            <a:noAutofit/>
          </a:bodyPr>
          <a:lstStyle>
            <a:lvl1pPr indent="-285750" lvl="0" marL="457200" algn="l">
              <a:spcBef>
                <a:spcPts val="360"/>
              </a:spcBef>
              <a:spcAft>
                <a:spcPts val="0"/>
              </a:spcAft>
              <a:buSzPts val="900"/>
              <a:buChar char="•"/>
              <a:defRPr/>
            </a:lvl1pPr>
            <a:lvl2pPr indent="-285750" lvl="1" marL="914400" algn="l">
              <a:spcBef>
                <a:spcPts val="360"/>
              </a:spcBef>
              <a:spcAft>
                <a:spcPts val="0"/>
              </a:spcAft>
              <a:buSzPts val="900"/>
              <a:buChar char="•"/>
              <a:defRPr/>
            </a:lvl2pPr>
            <a:lvl3pPr indent="-285750" lvl="2" marL="1371600" algn="l">
              <a:spcBef>
                <a:spcPts val="360"/>
              </a:spcBef>
              <a:spcAft>
                <a:spcPts val="0"/>
              </a:spcAft>
              <a:buSzPts val="900"/>
              <a:buChar char="⌖"/>
              <a:defRPr/>
            </a:lvl3pPr>
            <a:lvl4pPr indent="-285750" lvl="3" marL="1828800" algn="l">
              <a:spcBef>
                <a:spcPts val="360"/>
              </a:spcBef>
              <a:spcAft>
                <a:spcPts val="0"/>
              </a:spcAft>
              <a:buSzPts val="90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205" name="Google Shape;205;p42"/>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p42"/>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a:p>
          <a:p>
            <a:pPr indent="0" lvl="0" marL="0" rtl="0" algn="l">
              <a:spcBef>
                <a:spcPts val="0"/>
              </a:spcBef>
              <a:spcAft>
                <a:spcPts val="0"/>
              </a:spcAft>
              <a:buClr>
                <a:srgbClr val="000000"/>
              </a:buClr>
              <a:buFont typeface="Arial"/>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0" name="Shape 220"/>
        <p:cNvGrpSpPr/>
        <p:nvPr/>
      </p:nvGrpSpPr>
      <p:grpSpPr>
        <a:xfrm>
          <a:off x="0" y="0"/>
          <a:ext cx="0" cy="0"/>
          <a:chOff x="0" y="0"/>
          <a:chExt cx="0" cy="0"/>
        </a:xfrm>
      </p:grpSpPr>
      <p:sp>
        <p:nvSpPr>
          <p:cNvPr id="221" name="Google Shape;221;p44"/>
          <p:cNvSpPr txBox="1"/>
          <p:nvPr>
            <p:ph type="title"/>
          </p:nvPr>
        </p:nvSpPr>
        <p:spPr>
          <a:xfrm rot="5400000">
            <a:off x="4638675" y="2238375"/>
            <a:ext cx="5867400" cy="2000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44"/>
          <p:cNvSpPr txBox="1"/>
          <p:nvPr>
            <p:ph idx="1" type="body"/>
          </p:nvPr>
        </p:nvSpPr>
        <p:spPr>
          <a:xfrm rot="5400000">
            <a:off x="561975" y="314325"/>
            <a:ext cx="5867400" cy="5848350"/>
          </a:xfrm>
          <a:prstGeom prst="rect">
            <a:avLst/>
          </a:prstGeom>
          <a:noFill/>
          <a:ln>
            <a:noFill/>
          </a:ln>
        </p:spPr>
        <p:txBody>
          <a:bodyPr anchorCtr="0" anchor="t" bIns="45700" lIns="91425" spcFirstLastPara="1" rIns="91425" wrap="square" tIns="45700">
            <a:noAutofit/>
          </a:bodyPr>
          <a:lstStyle>
            <a:lvl1pPr indent="-285750" lvl="0" marL="457200" algn="l">
              <a:spcBef>
                <a:spcPts val="360"/>
              </a:spcBef>
              <a:spcAft>
                <a:spcPts val="0"/>
              </a:spcAft>
              <a:buSzPts val="900"/>
              <a:buChar char="•"/>
              <a:defRPr/>
            </a:lvl1pPr>
            <a:lvl2pPr indent="-285750" lvl="1" marL="914400" algn="l">
              <a:spcBef>
                <a:spcPts val="360"/>
              </a:spcBef>
              <a:spcAft>
                <a:spcPts val="0"/>
              </a:spcAft>
              <a:buSzPts val="900"/>
              <a:buChar char="•"/>
              <a:defRPr/>
            </a:lvl2pPr>
            <a:lvl3pPr indent="-285750" lvl="2" marL="1371600" algn="l">
              <a:spcBef>
                <a:spcPts val="360"/>
              </a:spcBef>
              <a:spcAft>
                <a:spcPts val="0"/>
              </a:spcAft>
              <a:buSzPts val="900"/>
              <a:buChar char="⌖"/>
              <a:defRPr/>
            </a:lvl3pPr>
            <a:lvl4pPr indent="-285750" lvl="3" marL="1828800" algn="l">
              <a:spcBef>
                <a:spcPts val="360"/>
              </a:spcBef>
              <a:spcAft>
                <a:spcPts val="0"/>
              </a:spcAft>
              <a:buSzPts val="90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223" name="Google Shape;223;p44"/>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p44"/>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a:p>
          <a:p>
            <a:pPr indent="0" lvl="0" marL="0" rtl="0" algn="l">
              <a:spcBef>
                <a:spcPts val="0"/>
              </a:spcBef>
              <a:spcAft>
                <a:spcPts val="0"/>
              </a:spcAft>
              <a:buClr>
                <a:srgbClr val="000000"/>
              </a:buClr>
              <a:buFont typeface="Arial"/>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238" name="Shape 238"/>
        <p:cNvGrpSpPr/>
        <p:nvPr/>
      </p:nvGrpSpPr>
      <p:grpSpPr>
        <a:xfrm>
          <a:off x="0" y="0"/>
          <a:ext cx="0" cy="0"/>
          <a:chOff x="0" y="0"/>
          <a:chExt cx="0" cy="0"/>
        </a:xfrm>
      </p:grpSpPr>
      <p:sp>
        <p:nvSpPr>
          <p:cNvPr id="239" name="Google Shape;239;p46"/>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0" name="Google Shape;240;p46"/>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1" name="Google Shape;241;p46"/>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a:p>
          <a:p>
            <a:pPr indent="0" lvl="0" marL="0" rtl="0" algn="l">
              <a:spcBef>
                <a:spcPts val="0"/>
              </a:spcBef>
              <a:spcAft>
                <a:spcPts val="0"/>
              </a:spcAft>
              <a:buClr>
                <a:srgbClr val="000000"/>
              </a:buClr>
              <a:buFont typeface="Arial"/>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jpg"/><Relationship Id="rId3" Type="http://schemas.openxmlformats.org/officeDocument/2006/relationships/slideLayout" Target="../slideLayouts/slideLayout1.xml"/><Relationship Id="rId4" Type="http://schemas.openxmlformats.org/officeDocument/2006/relationships/theme" Target="../theme/theme1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jpg"/><Relationship Id="rId3" Type="http://schemas.openxmlformats.org/officeDocument/2006/relationships/theme" Target="../theme/theme9.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jpg"/><Relationship Id="rId3" Type="http://schemas.openxmlformats.org/officeDocument/2006/relationships/slideLayout" Target="../slideLayouts/slideLayout2.xml"/><Relationship Id="rId4" Type="http://schemas.openxmlformats.org/officeDocument/2006/relationships/theme" Target="../theme/theme8.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jpg"/><Relationship Id="rId3" Type="http://schemas.openxmlformats.org/officeDocument/2006/relationships/slideLayout" Target="../slideLayouts/slideLayout3.xml"/><Relationship Id="rId4" Type="http://schemas.openxmlformats.org/officeDocument/2006/relationships/theme" Target="../theme/theme7.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jpg"/><Relationship Id="rId3" Type="http://schemas.openxmlformats.org/officeDocument/2006/relationships/slideLayout" Target="../slideLayouts/slideLayout4.xml"/><Relationship Id="rId4" Type="http://schemas.openxmlformats.org/officeDocument/2006/relationships/theme" Target="../theme/theme2.xml"/></Relationships>
</file>

<file path=ppt/slideMasters/_rels/slideMaster6.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jpg"/><Relationship Id="rId3" Type="http://schemas.openxmlformats.org/officeDocument/2006/relationships/slideLayout" Target="../slideLayouts/slideLayout5.xml"/><Relationship Id="rId4" Type="http://schemas.openxmlformats.org/officeDocument/2006/relationships/theme" Target="../theme/theme3.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jpg"/><Relationship Id="rId3" Type="http://schemas.openxmlformats.org/officeDocument/2006/relationships/slideLayout" Target="../slideLayouts/slideLayout6.xml"/><Relationship Id="rId4" Type="http://schemas.openxmlformats.org/officeDocument/2006/relationships/theme" Target="../theme/theme6.xml"/></Relationships>
</file>

<file path=ppt/slideMasters/_rels/slideMaster8.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jpg"/><Relationship Id="rId3" Type="http://schemas.openxmlformats.org/officeDocument/2006/relationships/slideLayout" Target="../slideLayouts/slideLayout7.xml"/><Relationship Id="rId4" Type="http://schemas.openxmlformats.org/officeDocument/2006/relationships/theme" Target="../theme/theme1.xml"/></Relationships>
</file>

<file path=ppt/slideMasters/_rels/slideMaster9.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jpg"/><Relationship Id="rId3" Type="http://schemas.openxmlformats.org/officeDocument/2006/relationships/slideLayout" Target="../slideLayouts/slideLayout8.xml"/><Relationship Id="rId4" Type="http://schemas.openxmlformats.org/officeDocument/2006/relationships/theme" Target="../theme/theme12.xml"/></Relationships>
</file>

<file path=ppt/slideMasters/_rels/slideMaster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jpg"/><Relationship Id="rId3" Type="http://schemas.openxmlformats.org/officeDocument/2006/relationships/slideLayout" Target="../slideLayouts/slideLayout9.xml"/><Relationship Id="rId4" Type="http://schemas.openxmlformats.org/officeDocument/2006/relationships/theme" Target="../theme/theme11.xml"/></Relationships>
</file>

<file path=ppt/slideMasters/_rels/slideMaster1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jpg"/><Relationship Id="rId3" Type="http://schemas.openxmlformats.org/officeDocument/2006/relationships/slideLayout" Target="../slideLayouts/slideLayout10.xml"/><Relationship Id="rId4" Type="http://schemas.openxmlformats.org/officeDocument/2006/relationships/theme" Target="../theme/theme5.xml"/></Relationships>
</file>

<file path=ppt/slideMasters/_rels/slideMaster1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jpg"/><Relationship Id="rId3" Type="http://schemas.openxmlformats.org/officeDocument/2006/relationships/slideLayout" Target="../slideLayouts/slideLayout11.xml"/><Relationship Id="rId4" Type="http://schemas.openxmlformats.org/officeDocument/2006/relationships/theme" Target="../theme/theme13.xml"/></Relationships>
</file>

<file path=ppt/slideMasters/_rels/slideMaster13.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jpg"/><Relationship Id="rId3" Type="http://schemas.openxmlformats.org/officeDocument/2006/relationships/slideLayout" Target="../slideLayouts/slideLayout12.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leftbarback" id="10" name="Google Shape;10;p22"/>
          <p:cNvPicPr preferRelativeResize="0"/>
          <p:nvPr/>
        </p:nvPicPr>
        <p:blipFill rotWithShape="1">
          <a:blip r:embed="rId1">
            <a:alphaModFix/>
          </a:blip>
          <a:srcRect b="0" l="0" r="0" t="0"/>
          <a:stretch/>
        </p:blipFill>
        <p:spPr>
          <a:xfrm>
            <a:off x="0" y="0"/>
            <a:ext cx="1685925" cy="6858000"/>
          </a:xfrm>
          <a:prstGeom prst="rect">
            <a:avLst/>
          </a:prstGeom>
          <a:noFill/>
          <a:ln>
            <a:noFill/>
          </a:ln>
        </p:spPr>
      </p:pic>
      <p:cxnSp>
        <p:nvCxnSpPr>
          <p:cNvPr id="11" name="Google Shape;11;p22"/>
          <p:cNvCxnSpPr/>
          <p:nvPr/>
        </p:nvCxnSpPr>
        <p:spPr>
          <a:xfrm rot="10800000">
            <a:off x="8593137" y="3427412"/>
            <a:ext cx="0" cy="3286125"/>
          </a:xfrm>
          <a:prstGeom prst="straightConnector1">
            <a:avLst/>
          </a:prstGeom>
          <a:noFill/>
          <a:ln cap="flat" cmpd="sng" w="9525">
            <a:solidFill>
              <a:schemeClr val="lt1"/>
            </a:solidFill>
            <a:prstDash val="solid"/>
            <a:miter lim="800000"/>
            <a:headEnd len="med" w="med" type="none"/>
            <a:tailEnd len="med" w="med" type="none"/>
          </a:ln>
        </p:spPr>
      </p:cxnSp>
      <p:sp>
        <p:nvSpPr>
          <p:cNvPr id="12" name="Google Shape;12;p22"/>
          <p:cNvSpPr/>
          <p:nvPr/>
        </p:nvSpPr>
        <p:spPr>
          <a:xfrm flipH="1" rot="10800000">
            <a:off x="8494712" y="6034087"/>
            <a:ext cx="192087" cy="193675"/>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cxnSp>
        <p:nvCxnSpPr>
          <p:cNvPr id="13" name="Google Shape;13;p22"/>
          <p:cNvCxnSpPr/>
          <p:nvPr/>
        </p:nvCxnSpPr>
        <p:spPr>
          <a:xfrm rot="10800000">
            <a:off x="990600" y="6248400"/>
            <a:ext cx="7086600" cy="0"/>
          </a:xfrm>
          <a:prstGeom prst="straightConnector1">
            <a:avLst/>
          </a:prstGeom>
          <a:noFill/>
          <a:ln cap="flat" cmpd="sng" w="9525">
            <a:solidFill>
              <a:srgbClr val="000066"/>
            </a:solidFill>
            <a:prstDash val="solid"/>
            <a:miter lim="800000"/>
            <a:headEnd len="med" w="med" type="none"/>
            <a:tailEnd len="med" w="med" type="none"/>
          </a:ln>
        </p:spPr>
      </p:cxnSp>
      <p:pic>
        <p:nvPicPr>
          <p:cNvPr descr="global" id="14" name="Google Shape;14;p22"/>
          <p:cNvPicPr preferRelativeResize="0"/>
          <p:nvPr/>
        </p:nvPicPr>
        <p:blipFill rotWithShape="1">
          <a:blip r:embed="rId2">
            <a:alphaModFix/>
          </a:blip>
          <a:srcRect b="13512" l="13482" r="12358" t="5404"/>
          <a:stretch/>
        </p:blipFill>
        <p:spPr>
          <a:xfrm>
            <a:off x="8420100" y="6045200"/>
            <a:ext cx="558800" cy="762000"/>
          </a:xfrm>
          <a:prstGeom prst="rect">
            <a:avLst/>
          </a:prstGeom>
          <a:noFill/>
          <a:ln>
            <a:noFill/>
          </a:ln>
        </p:spPr>
      </p:pic>
      <p:grpSp>
        <p:nvGrpSpPr>
          <p:cNvPr id="15" name="Google Shape;15;p22"/>
          <p:cNvGrpSpPr/>
          <p:nvPr/>
        </p:nvGrpSpPr>
        <p:grpSpPr>
          <a:xfrm>
            <a:off x="533400" y="1315143"/>
            <a:ext cx="7597902" cy="281189"/>
            <a:chOff x="504" y="3634"/>
            <a:chExt cx="4786" cy="177"/>
          </a:xfrm>
        </p:grpSpPr>
        <p:sp>
          <p:nvSpPr>
            <p:cNvPr id="16" name="Google Shape;16;p22"/>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sp>
          <p:nvSpPr>
            <p:cNvPr id="17" name="Google Shape;17;p22"/>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grpSp>
      <p:sp>
        <p:nvSpPr>
          <p:cNvPr id="18" name="Google Shape;18;p22"/>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9pPr>
          </a:lstStyle>
          <a:p/>
        </p:txBody>
      </p:sp>
      <p:sp>
        <p:nvSpPr>
          <p:cNvPr descr="Rectangle: Click to edit Master text styles &#10;Second level &#10;Third level &#10;Fourth level &#10;Fifth level" id="19" name="Google Shape;19;p22"/>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720"/>
              </a:spcBef>
              <a:spcAft>
                <a:spcPts val="0"/>
              </a:spcAft>
              <a:buClr>
                <a:srgbClr val="FF5050"/>
              </a:buClr>
              <a:buSzPts val="1800"/>
              <a:buFont typeface="Noto Sans Symbols"/>
              <a:buChar char="•"/>
              <a:defRPr b="0" i="0" sz="3600" u="none" cap="none" strike="noStrike">
                <a:solidFill>
                  <a:schemeClr val="dk1"/>
                </a:solidFill>
                <a:latin typeface="Verdana"/>
                <a:ea typeface="Verdana"/>
                <a:cs typeface="Verdana"/>
                <a:sym typeface="Verdana"/>
              </a:defRPr>
            </a:lvl1pPr>
            <a:lvl2pPr indent="-330200" lvl="1" marL="914400" marR="0" rtl="0" algn="l">
              <a:spcBef>
                <a:spcPts val="640"/>
              </a:spcBef>
              <a:spcAft>
                <a:spcPts val="0"/>
              </a:spcAft>
              <a:buClr>
                <a:srgbClr val="FF5050"/>
              </a:buClr>
              <a:buSzPts val="1600"/>
              <a:buFont typeface="Noto Sans Symbols"/>
              <a:buChar char="•"/>
              <a:defRPr b="0" i="0" sz="3200" u="none" cap="none" strike="noStrike">
                <a:solidFill>
                  <a:schemeClr val="dk1"/>
                </a:solidFill>
                <a:latin typeface="Verdana"/>
                <a:ea typeface="Verdana"/>
                <a:cs typeface="Verdana"/>
                <a:sym typeface="Verdana"/>
              </a:defRPr>
            </a:lvl2pPr>
            <a:lvl3pPr indent="-317500" lvl="2" marL="1371600" marR="0" rtl="0" algn="l">
              <a:spcBef>
                <a:spcPts val="560"/>
              </a:spcBef>
              <a:spcAft>
                <a:spcPts val="0"/>
              </a:spcAft>
              <a:buClr>
                <a:srgbClr val="FF5050"/>
              </a:buClr>
              <a:buSzPts val="1400"/>
              <a:buFont typeface="Noto Sans Symbols"/>
              <a:buChar char="⌖"/>
              <a:defRPr b="0" i="0" sz="2800" u="none" cap="none" strike="noStrike">
                <a:solidFill>
                  <a:schemeClr val="dk1"/>
                </a:solidFill>
                <a:latin typeface="Verdana"/>
                <a:ea typeface="Verdana"/>
                <a:cs typeface="Verdana"/>
                <a:sym typeface="Verdana"/>
              </a:defRPr>
            </a:lvl3pPr>
            <a:lvl4pPr indent="-304800" lvl="3" marL="1828800" marR="0" rtl="0" algn="l">
              <a:spcBef>
                <a:spcPts val="480"/>
              </a:spcBef>
              <a:spcAft>
                <a:spcPts val="0"/>
              </a:spcAft>
              <a:buClr>
                <a:srgbClr val="FF5050"/>
              </a:buClr>
              <a:buSzPts val="1200"/>
              <a:buFont typeface="Noto Sans Symbols"/>
              <a:buChar char="⌖"/>
              <a:defRPr b="0" i="0" sz="2400" u="none" cap="none" strike="noStrike">
                <a:solidFill>
                  <a:schemeClr val="dk1"/>
                </a:solidFill>
                <a:latin typeface="Verdana"/>
                <a:ea typeface="Verdana"/>
                <a:cs typeface="Verdana"/>
                <a:sym typeface="Verdana"/>
              </a:defRPr>
            </a:lvl4pPr>
            <a:lvl5pPr indent="-292100" lvl="4" marL="22860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5pPr>
            <a:lvl6pPr indent="-292100" lvl="5" marL="27432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6pPr>
            <a:lvl7pPr indent="-292100" lvl="6" marL="32004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7pPr>
            <a:lvl8pPr indent="-292100" lvl="7" marL="36576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8pPr>
            <a:lvl9pPr indent="-292100" lvl="8" marL="41148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9pPr>
          </a:lstStyle>
          <a:p/>
        </p:txBody>
      </p:sp>
      <p:sp>
        <p:nvSpPr>
          <p:cNvPr id="20" name="Google Shape;20;p22"/>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9pPr>
          </a:lstStyle>
          <a:p/>
        </p:txBody>
      </p:sp>
      <p:sp>
        <p:nvSpPr>
          <p:cNvPr id="21" name="Google Shape;21;p22"/>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sz="1400">
              <a:solidFill>
                <a:srgbClr val="000000"/>
              </a:solidFill>
              <a:latin typeface="Arial"/>
              <a:ea typeface="Arial"/>
              <a:cs typeface="Arial"/>
              <a:sym typeface="Arial"/>
            </a:endParaRPr>
          </a:p>
          <a:p>
            <a:pPr indent="0" lvl="0" marL="0" rtl="0" algn="l">
              <a:spcBef>
                <a:spcPts val="0"/>
              </a:spcBef>
              <a:spcAft>
                <a:spcPts val="0"/>
              </a:spcAft>
              <a:buClr>
                <a:srgbClr val="000000"/>
              </a:buClr>
              <a:buFont typeface="Arial"/>
              <a:buNone/>
            </a:pPr>
            <a:r>
              <a:t/>
            </a:r>
            <a:endParaRPr/>
          </a:p>
        </p:txBody>
      </p:sp>
    </p:spTree>
  </p:cSld>
  <p:clrMap accent1="accent1" accent2="accent2" accent3="accent3" accent4="accent4" accent5="accent5" accent6="accent6" bg1="lt1" bg2="dk2" tx1="dk1" tx2="lt2" folHlink="folHlink" hlink="hlink"/>
  <p:sldLayoutIdLst>
    <p:sldLayoutId id="2147483649"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pic>
        <p:nvPicPr>
          <p:cNvPr descr="leftbarback" id="28" name="Google Shape;28;p24"/>
          <p:cNvPicPr preferRelativeResize="0"/>
          <p:nvPr/>
        </p:nvPicPr>
        <p:blipFill rotWithShape="1">
          <a:blip r:embed="rId1">
            <a:alphaModFix/>
          </a:blip>
          <a:srcRect b="0" l="0" r="0" t="0"/>
          <a:stretch/>
        </p:blipFill>
        <p:spPr>
          <a:xfrm>
            <a:off x="0" y="0"/>
            <a:ext cx="1685925" cy="6858000"/>
          </a:xfrm>
          <a:prstGeom prst="rect">
            <a:avLst/>
          </a:prstGeom>
          <a:noFill/>
          <a:ln>
            <a:noFill/>
          </a:ln>
        </p:spPr>
      </p:pic>
      <p:sp>
        <p:nvSpPr>
          <p:cNvPr id="29" name="Google Shape;29;p24"/>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9pPr>
          </a:lstStyle>
          <a:p/>
        </p:txBody>
      </p:sp>
      <p:sp>
        <p:nvSpPr>
          <p:cNvPr descr="Rectangle: Click to edit Master text styles &#10;Second level &#10;Third level &#10;Fourth level &#10;Fifth level" id="30" name="Google Shape;30;p24"/>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720"/>
              </a:spcBef>
              <a:spcAft>
                <a:spcPts val="0"/>
              </a:spcAft>
              <a:buClr>
                <a:srgbClr val="FF5050"/>
              </a:buClr>
              <a:buSzPts val="1800"/>
              <a:buFont typeface="Noto Sans Symbols"/>
              <a:buChar char="•"/>
              <a:defRPr b="0" i="0" sz="3600" u="none" cap="none" strike="noStrike">
                <a:solidFill>
                  <a:schemeClr val="dk1"/>
                </a:solidFill>
                <a:latin typeface="Verdana"/>
                <a:ea typeface="Verdana"/>
                <a:cs typeface="Verdana"/>
                <a:sym typeface="Verdana"/>
              </a:defRPr>
            </a:lvl1pPr>
            <a:lvl2pPr indent="-330200" lvl="1" marL="914400" marR="0" rtl="0" algn="l">
              <a:spcBef>
                <a:spcPts val="640"/>
              </a:spcBef>
              <a:spcAft>
                <a:spcPts val="0"/>
              </a:spcAft>
              <a:buClr>
                <a:srgbClr val="FF5050"/>
              </a:buClr>
              <a:buSzPts val="1600"/>
              <a:buFont typeface="Noto Sans Symbols"/>
              <a:buChar char="•"/>
              <a:defRPr b="0" i="0" sz="3200" u="none" cap="none" strike="noStrike">
                <a:solidFill>
                  <a:schemeClr val="dk1"/>
                </a:solidFill>
                <a:latin typeface="Verdana"/>
                <a:ea typeface="Verdana"/>
                <a:cs typeface="Verdana"/>
                <a:sym typeface="Verdana"/>
              </a:defRPr>
            </a:lvl2pPr>
            <a:lvl3pPr indent="-317500" lvl="2" marL="1371600" marR="0" rtl="0" algn="l">
              <a:spcBef>
                <a:spcPts val="560"/>
              </a:spcBef>
              <a:spcAft>
                <a:spcPts val="0"/>
              </a:spcAft>
              <a:buClr>
                <a:srgbClr val="FF5050"/>
              </a:buClr>
              <a:buSzPts val="1400"/>
              <a:buFont typeface="Noto Sans Symbols"/>
              <a:buChar char="⌖"/>
              <a:defRPr b="0" i="0" sz="2800" u="none" cap="none" strike="noStrike">
                <a:solidFill>
                  <a:schemeClr val="dk1"/>
                </a:solidFill>
                <a:latin typeface="Verdana"/>
                <a:ea typeface="Verdana"/>
                <a:cs typeface="Verdana"/>
                <a:sym typeface="Verdana"/>
              </a:defRPr>
            </a:lvl3pPr>
            <a:lvl4pPr indent="-304800" lvl="3" marL="1828800" marR="0" rtl="0" algn="l">
              <a:spcBef>
                <a:spcPts val="480"/>
              </a:spcBef>
              <a:spcAft>
                <a:spcPts val="0"/>
              </a:spcAft>
              <a:buClr>
                <a:srgbClr val="FF5050"/>
              </a:buClr>
              <a:buSzPts val="1200"/>
              <a:buFont typeface="Noto Sans Symbols"/>
              <a:buChar char="⌖"/>
              <a:defRPr b="0" i="0" sz="2400" u="none" cap="none" strike="noStrike">
                <a:solidFill>
                  <a:schemeClr val="dk1"/>
                </a:solidFill>
                <a:latin typeface="Verdana"/>
                <a:ea typeface="Verdana"/>
                <a:cs typeface="Verdana"/>
                <a:sym typeface="Verdana"/>
              </a:defRPr>
            </a:lvl4pPr>
            <a:lvl5pPr indent="-292100" lvl="4" marL="22860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5pPr>
            <a:lvl6pPr indent="-292100" lvl="5" marL="27432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6pPr>
            <a:lvl7pPr indent="-292100" lvl="6" marL="32004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7pPr>
            <a:lvl8pPr indent="-292100" lvl="7" marL="36576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8pPr>
            <a:lvl9pPr indent="-292100" lvl="8" marL="41148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9pPr>
          </a:lstStyle>
          <a:p/>
        </p:txBody>
      </p:sp>
      <p:cxnSp>
        <p:nvCxnSpPr>
          <p:cNvPr id="31" name="Google Shape;31;p24"/>
          <p:cNvCxnSpPr/>
          <p:nvPr/>
        </p:nvCxnSpPr>
        <p:spPr>
          <a:xfrm rot="10800000">
            <a:off x="8593137" y="3427412"/>
            <a:ext cx="0" cy="3286125"/>
          </a:xfrm>
          <a:prstGeom prst="straightConnector1">
            <a:avLst/>
          </a:prstGeom>
          <a:noFill/>
          <a:ln cap="flat" cmpd="sng" w="9525">
            <a:solidFill>
              <a:schemeClr val="lt1"/>
            </a:solidFill>
            <a:prstDash val="solid"/>
            <a:miter lim="800000"/>
            <a:headEnd len="med" w="med" type="none"/>
            <a:tailEnd len="med" w="med" type="none"/>
          </a:ln>
        </p:spPr>
      </p:cxnSp>
      <p:sp>
        <p:nvSpPr>
          <p:cNvPr id="32" name="Google Shape;32;p24"/>
          <p:cNvSpPr/>
          <p:nvPr/>
        </p:nvSpPr>
        <p:spPr>
          <a:xfrm flipH="1" rot="10800000">
            <a:off x="8494712" y="6034087"/>
            <a:ext cx="192087" cy="193675"/>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sp>
        <p:nvSpPr>
          <p:cNvPr id="33" name="Google Shape;33;p24"/>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9pPr>
          </a:lstStyle>
          <a:p/>
        </p:txBody>
      </p:sp>
      <p:sp>
        <p:nvSpPr>
          <p:cNvPr id="34" name="Google Shape;34;p24"/>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sz="1400">
              <a:solidFill>
                <a:srgbClr val="000000"/>
              </a:solidFill>
              <a:latin typeface="Arial"/>
              <a:ea typeface="Arial"/>
              <a:cs typeface="Arial"/>
              <a:sym typeface="Arial"/>
            </a:endParaRPr>
          </a:p>
          <a:p>
            <a:pPr indent="0" lvl="0" marL="0" rtl="0" algn="l">
              <a:spcBef>
                <a:spcPts val="0"/>
              </a:spcBef>
              <a:spcAft>
                <a:spcPts val="0"/>
              </a:spcAft>
              <a:buClr>
                <a:srgbClr val="000000"/>
              </a:buClr>
              <a:buFont typeface="Arial"/>
              <a:buNone/>
            </a:pPr>
            <a:r>
              <a:t/>
            </a:r>
            <a:endParaRPr/>
          </a:p>
        </p:txBody>
      </p:sp>
      <p:cxnSp>
        <p:nvCxnSpPr>
          <p:cNvPr id="35" name="Google Shape;35;p24"/>
          <p:cNvCxnSpPr/>
          <p:nvPr/>
        </p:nvCxnSpPr>
        <p:spPr>
          <a:xfrm rot="10800000">
            <a:off x="990600" y="6248400"/>
            <a:ext cx="7086600" cy="0"/>
          </a:xfrm>
          <a:prstGeom prst="straightConnector1">
            <a:avLst/>
          </a:prstGeom>
          <a:noFill/>
          <a:ln cap="flat" cmpd="sng" w="9525">
            <a:solidFill>
              <a:srgbClr val="000066"/>
            </a:solidFill>
            <a:prstDash val="solid"/>
            <a:miter lim="800000"/>
            <a:headEnd len="med" w="med" type="none"/>
            <a:tailEnd len="med" w="med" type="none"/>
          </a:ln>
        </p:spPr>
      </p:cxnSp>
      <p:pic>
        <p:nvPicPr>
          <p:cNvPr descr="global" id="36" name="Google Shape;36;p24"/>
          <p:cNvPicPr preferRelativeResize="0"/>
          <p:nvPr/>
        </p:nvPicPr>
        <p:blipFill rotWithShape="1">
          <a:blip r:embed="rId2">
            <a:alphaModFix/>
          </a:blip>
          <a:srcRect b="13512" l="13482" r="12358" t="5404"/>
          <a:stretch/>
        </p:blipFill>
        <p:spPr>
          <a:xfrm>
            <a:off x="8420100" y="6045200"/>
            <a:ext cx="558800" cy="762000"/>
          </a:xfrm>
          <a:prstGeom prst="rect">
            <a:avLst/>
          </a:prstGeom>
          <a:noFill/>
          <a:ln>
            <a:noFill/>
          </a:ln>
        </p:spPr>
      </p:pic>
      <p:grpSp>
        <p:nvGrpSpPr>
          <p:cNvPr id="37" name="Google Shape;37;p24"/>
          <p:cNvGrpSpPr/>
          <p:nvPr/>
        </p:nvGrpSpPr>
        <p:grpSpPr>
          <a:xfrm>
            <a:off x="533400" y="1315143"/>
            <a:ext cx="7597902" cy="281189"/>
            <a:chOff x="504" y="3634"/>
            <a:chExt cx="4786" cy="177"/>
          </a:xfrm>
        </p:grpSpPr>
        <p:sp>
          <p:nvSpPr>
            <p:cNvPr id="38" name="Google Shape;38;p24"/>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sp>
          <p:nvSpPr>
            <p:cNvPr id="39" name="Google Shape;39;p24"/>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gr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 name="Shape 40"/>
        <p:cNvGrpSpPr/>
        <p:nvPr/>
      </p:nvGrpSpPr>
      <p:grpSpPr>
        <a:xfrm>
          <a:off x="0" y="0"/>
          <a:ext cx="0" cy="0"/>
          <a:chOff x="0" y="0"/>
          <a:chExt cx="0" cy="0"/>
        </a:xfrm>
      </p:grpSpPr>
      <p:pic>
        <p:nvPicPr>
          <p:cNvPr descr="leftbarback" id="41" name="Google Shape;41;p25"/>
          <p:cNvPicPr preferRelativeResize="0"/>
          <p:nvPr/>
        </p:nvPicPr>
        <p:blipFill rotWithShape="1">
          <a:blip r:embed="rId1">
            <a:alphaModFix/>
          </a:blip>
          <a:srcRect b="0" l="0" r="0" t="0"/>
          <a:stretch/>
        </p:blipFill>
        <p:spPr>
          <a:xfrm>
            <a:off x="0" y="0"/>
            <a:ext cx="1685925" cy="6858000"/>
          </a:xfrm>
          <a:prstGeom prst="rect">
            <a:avLst/>
          </a:prstGeom>
          <a:noFill/>
          <a:ln>
            <a:noFill/>
          </a:ln>
        </p:spPr>
      </p:pic>
      <p:grpSp>
        <p:nvGrpSpPr>
          <p:cNvPr id="42" name="Google Shape;42;p25"/>
          <p:cNvGrpSpPr/>
          <p:nvPr/>
        </p:nvGrpSpPr>
        <p:grpSpPr>
          <a:xfrm>
            <a:off x="2349500" y="3098800"/>
            <a:ext cx="6045200" cy="3271837"/>
            <a:chOff x="1480" y="1952"/>
            <a:chExt cx="3808" cy="2061"/>
          </a:xfrm>
        </p:grpSpPr>
        <p:cxnSp>
          <p:nvCxnSpPr>
            <p:cNvPr id="43" name="Google Shape;43;p25"/>
            <p:cNvCxnSpPr/>
            <p:nvPr/>
          </p:nvCxnSpPr>
          <p:spPr>
            <a:xfrm>
              <a:off x="1480" y="3442"/>
              <a:ext cx="3808" cy="0"/>
            </a:xfrm>
            <a:prstGeom prst="straightConnector1">
              <a:avLst/>
            </a:prstGeom>
            <a:noFill/>
            <a:ln cap="flat" cmpd="sng" w="9525">
              <a:solidFill>
                <a:schemeClr val="lt1"/>
              </a:solidFill>
              <a:prstDash val="solid"/>
              <a:miter lim="800000"/>
              <a:headEnd len="med" w="med" type="none"/>
              <a:tailEnd len="med" w="med" type="none"/>
            </a:ln>
          </p:spPr>
        </p:cxnSp>
        <p:cxnSp>
          <p:nvCxnSpPr>
            <p:cNvPr id="44" name="Google Shape;44;p25"/>
            <p:cNvCxnSpPr/>
            <p:nvPr/>
          </p:nvCxnSpPr>
          <p:spPr>
            <a:xfrm>
              <a:off x="5172" y="1952"/>
              <a:ext cx="0" cy="2061"/>
            </a:xfrm>
            <a:prstGeom prst="straightConnector1">
              <a:avLst/>
            </a:prstGeom>
            <a:noFill/>
            <a:ln cap="flat" cmpd="sng" w="9525">
              <a:solidFill>
                <a:schemeClr val="lt1"/>
              </a:solidFill>
              <a:prstDash val="solid"/>
              <a:miter lim="800000"/>
              <a:headEnd len="med" w="med" type="none"/>
              <a:tailEnd len="med" w="med" type="none"/>
            </a:ln>
          </p:spPr>
        </p:cxnSp>
        <p:sp>
          <p:nvSpPr>
            <p:cNvPr id="45" name="Google Shape;45;p25"/>
            <p:cNvSpPr/>
            <p:nvPr/>
          </p:nvSpPr>
          <p:spPr>
            <a:xfrm rot="5400000">
              <a:off x="5096" y="3346"/>
              <a:ext cx="156" cy="157"/>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grpSp>
      <p:pic>
        <p:nvPicPr>
          <p:cNvPr descr="global" id="46" name="Google Shape;46;p25"/>
          <p:cNvPicPr preferRelativeResize="0"/>
          <p:nvPr/>
        </p:nvPicPr>
        <p:blipFill rotWithShape="1">
          <a:blip r:embed="rId2">
            <a:alphaModFix/>
          </a:blip>
          <a:srcRect b="13512" l="13482" r="12358" t="5404"/>
          <a:stretch/>
        </p:blipFill>
        <p:spPr>
          <a:xfrm>
            <a:off x="8420100" y="6045200"/>
            <a:ext cx="558800" cy="762000"/>
          </a:xfrm>
          <a:prstGeom prst="rect">
            <a:avLst/>
          </a:prstGeom>
          <a:noFill/>
          <a:ln>
            <a:noFill/>
          </a:ln>
        </p:spPr>
      </p:pic>
      <p:cxnSp>
        <p:nvCxnSpPr>
          <p:cNvPr id="47" name="Google Shape;47;p25"/>
          <p:cNvCxnSpPr/>
          <p:nvPr/>
        </p:nvCxnSpPr>
        <p:spPr>
          <a:xfrm rot="10800000">
            <a:off x="990600" y="6248400"/>
            <a:ext cx="7086600" cy="0"/>
          </a:xfrm>
          <a:prstGeom prst="straightConnector1">
            <a:avLst/>
          </a:prstGeom>
          <a:noFill/>
          <a:ln cap="flat" cmpd="sng" w="9525">
            <a:solidFill>
              <a:srgbClr val="000066"/>
            </a:solidFill>
            <a:prstDash val="solid"/>
            <a:miter lim="800000"/>
            <a:headEnd len="med" w="med" type="none"/>
            <a:tailEnd len="med" w="med" type="none"/>
          </a:ln>
        </p:spPr>
      </p:cxnSp>
      <p:grpSp>
        <p:nvGrpSpPr>
          <p:cNvPr id="48" name="Google Shape;48;p25"/>
          <p:cNvGrpSpPr/>
          <p:nvPr/>
        </p:nvGrpSpPr>
        <p:grpSpPr>
          <a:xfrm>
            <a:off x="990600" y="2762943"/>
            <a:ext cx="7597902" cy="281189"/>
            <a:chOff x="504" y="3634"/>
            <a:chExt cx="4786" cy="177"/>
          </a:xfrm>
        </p:grpSpPr>
        <p:sp>
          <p:nvSpPr>
            <p:cNvPr id="49" name="Google Shape;49;p25"/>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sp>
          <p:nvSpPr>
            <p:cNvPr id="50" name="Google Shape;50;p25"/>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grpSp>
      <p:sp>
        <p:nvSpPr>
          <p:cNvPr id="51" name="Google Shape;51;p25"/>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9pPr>
          </a:lstStyle>
          <a:p/>
        </p:txBody>
      </p:sp>
      <p:sp>
        <p:nvSpPr>
          <p:cNvPr descr="Rectangle: Click to edit Master text styles &#10;Second level &#10;Third level &#10;Fourth level &#10;Fifth level" id="52" name="Google Shape;52;p25"/>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720"/>
              </a:spcBef>
              <a:spcAft>
                <a:spcPts val="0"/>
              </a:spcAft>
              <a:buClr>
                <a:srgbClr val="FF5050"/>
              </a:buClr>
              <a:buSzPts val="1800"/>
              <a:buFont typeface="Noto Sans Symbols"/>
              <a:buChar char="•"/>
              <a:defRPr b="0" i="0" sz="3600" u="none" cap="none" strike="noStrike">
                <a:solidFill>
                  <a:schemeClr val="dk1"/>
                </a:solidFill>
                <a:latin typeface="Verdana"/>
                <a:ea typeface="Verdana"/>
                <a:cs typeface="Verdana"/>
                <a:sym typeface="Verdana"/>
              </a:defRPr>
            </a:lvl1pPr>
            <a:lvl2pPr indent="-330200" lvl="1" marL="914400" marR="0" rtl="0" algn="l">
              <a:spcBef>
                <a:spcPts val="640"/>
              </a:spcBef>
              <a:spcAft>
                <a:spcPts val="0"/>
              </a:spcAft>
              <a:buClr>
                <a:srgbClr val="FF5050"/>
              </a:buClr>
              <a:buSzPts val="1600"/>
              <a:buFont typeface="Noto Sans Symbols"/>
              <a:buChar char="•"/>
              <a:defRPr b="0" i="0" sz="3200" u="none" cap="none" strike="noStrike">
                <a:solidFill>
                  <a:schemeClr val="dk1"/>
                </a:solidFill>
                <a:latin typeface="Verdana"/>
                <a:ea typeface="Verdana"/>
                <a:cs typeface="Verdana"/>
                <a:sym typeface="Verdana"/>
              </a:defRPr>
            </a:lvl2pPr>
            <a:lvl3pPr indent="-317500" lvl="2" marL="1371600" marR="0" rtl="0" algn="l">
              <a:spcBef>
                <a:spcPts val="560"/>
              </a:spcBef>
              <a:spcAft>
                <a:spcPts val="0"/>
              </a:spcAft>
              <a:buClr>
                <a:srgbClr val="FF5050"/>
              </a:buClr>
              <a:buSzPts val="1400"/>
              <a:buFont typeface="Noto Sans Symbols"/>
              <a:buChar char="⌖"/>
              <a:defRPr b="0" i="0" sz="2800" u="none" cap="none" strike="noStrike">
                <a:solidFill>
                  <a:schemeClr val="dk1"/>
                </a:solidFill>
                <a:latin typeface="Verdana"/>
                <a:ea typeface="Verdana"/>
                <a:cs typeface="Verdana"/>
                <a:sym typeface="Verdana"/>
              </a:defRPr>
            </a:lvl3pPr>
            <a:lvl4pPr indent="-304800" lvl="3" marL="1828800" marR="0" rtl="0" algn="l">
              <a:spcBef>
                <a:spcPts val="480"/>
              </a:spcBef>
              <a:spcAft>
                <a:spcPts val="0"/>
              </a:spcAft>
              <a:buClr>
                <a:srgbClr val="FF5050"/>
              </a:buClr>
              <a:buSzPts val="1200"/>
              <a:buFont typeface="Noto Sans Symbols"/>
              <a:buChar char="⌖"/>
              <a:defRPr b="0" i="0" sz="2400" u="none" cap="none" strike="noStrike">
                <a:solidFill>
                  <a:schemeClr val="dk1"/>
                </a:solidFill>
                <a:latin typeface="Verdana"/>
                <a:ea typeface="Verdana"/>
                <a:cs typeface="Verdana"/>
                <a:sym typeface="Verdana"/>
              </a:defRPr>
            </a:lvl4pPr>
            <a:lvl5pPr indent="-292100" lvl="4" marL="22860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5pPr>
            <a:lvl6pPr indent="-292100" lvl="5" marL="27432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6pPr>
            <a:lvl7pPr indent="-292100" lvl="6" marL="32004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7pPr>
            <a:lvl8pPr indent="-292100" lvl="7" marL="36576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8pPr>
            <a:lvl9pPr indent="-292100" lvl="8" marL="41148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9pPr>
          </a:lstStyle>
          <a:p/>
        </p:txBody>
      </p:sp>
      <p:sp>
        <p:nvSpPr>
          <p:cNvPr id="53" name="Google Shape;53;p25"/>
          <p:cNvSpPr txBox="1"/>
          <p:nvPr>
            <p:ph idx="11" type="ftr"/>
          </p:nvPr>
        </p:nvSpPr>
        <p:spPr>
          <a:xfrm>
            <a:off x="2362200" y="6248400"/>
            <a:ext cx="57150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9pPr>
          </a:lstStyle>
          <a:p/>
        </p:txBody>
      </p:sp>
      <p:sp>
        <p:nvSpPr>
          <p:cNvPr id="54" name="Google Shape;54;p25"/>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sz="1400">
              <a:solidFill>
                <a:srgbClr val="000000"/>
              </a:solidFill>
              <a:latin typeface="Arial"/>
              <a:ea typeface="Arial"/>
              <a:cs typeface="Arial"/>
              <a:sym typeface="Arial"/>
            </a:endParaRPr>
          </a:p>
          <a:p>
            <a:pPr indent="0" lvl="0" marL="0" rtl="0" algn="l">
              <a:spcBef>
                <a:spcPts val="0"/>
              </a:spcBef>
              <a:spcAft>
                <a:spcPts val="0"/>
              </a:spcAft>
              <a:buClr>
                <a:srgbClr val="000000"/>
              </a:buClr>
              <a:buFont typeface="Arial"/>
              <a:buNone/>
            </a:pPr>
            <a:r>
              <a:t/>
            </a:r>
            <a:endParaRPr/>
          </a:p>
        </p:txBody>
      </p:sp>
    </p:spTree>
  </p:cSld>
  <p:clrMap accent1="accent1" accent2="accent2" accent3="accent3" accent4="accent4" accent5="accent5" accent6="accent6" bg1="lt1" bg2="dk2" tx1="dk1" tx2="lt2" folHlink="folHlink" hlink="hlink"/>
  <p:sldLayoutIdLst>
    <p:sldLayoutId id="2147483652"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 name="Shape 60"/>
        <p:cNvGrpSpPr/>
        <p:nvPr/>
      </p:nvGrpSpPr>
      <p:grpSpPr>
        <a:xfrm>
          <a:off x="0" y="0"/>
          <a:ext cx="0" cy="0"/>
          <a:chOff x="0" y="0"/>
          <a:chExt cx="0" cy="0"/>
        </a:xfrm>
      </p:grpSpPr>
      <p:pic>
        <p:nvPicPr>
          <p:cNvPr descr="leftbarback" id="61" name="Google Shape;61;p27"/>
          <p:cNvPicPr preferRelativeResize="0"/>
          <p:nvPr/>
        </p:nvPicPr>
        <p:blipFill rotWithShape="1">
          <a:blip r:embed="rId1">
            <a:alphaModFix/>
          </a:blip>
          <a:srcRect b="0" l="0" r="0" t="0"/>
          <a:stretch/>
        </p:blipFill>
        <p:spPr>
          <a:xfrm>
            <a:off x="0" y="0"/>
            <a:ext cx="1685925" cy="6858000"/>
          </a:xfrm>
          <a:prstGeom prst="rect">
            <a:avLst/>
          </a:prstGeom>
          <a:noFill/>
          <a:ln>
            <a:noFill/>
          </a:ln>
        </p:spPr>
      </p:pic>
      <p:cxnSp>
        <p:nvCxnSpPr>
          <p:cNvPr id="62" name="Google Shape;62;p27"/>
          <p:cNvCxnSpPr/>
          <p:nvPr/>
        </p:nvCxnSpPr>
        <p:spPr>
          <a:xfrm rot="10800000">
            <a:off x="8593137" y="3427412"/>
            <a:ext cx="0" cy="3286125"/>
          </a:xfrm>
          <a:prstGeom prst="straightConnector1">
            <a:avLst/>
          </a:prstGeom>
          <a:noFill/>
          <a:ln cap="flat" cmpd="sng" w="9525">
            <a:solidFill>
              <a:schemeClr val="lt1"/>
            </a:solidFill>
            <a:prstDash val="solid"/>
            <a:miter lim="800000"/>
            <a:headEnd len="med" w="med" type="none"/>
            <a:tailEnd len="med" w="med" type="none"/>
          </a:ln>
        </p:spPr>
      </p:cxnSp>
      <p:sp>
        <p:nvSpPr>
          <p:cNvPr id="63" name="Google Shape;63;p27"/>
          <p:cNvSpPr/>
          <p:nvPr/>
        </p:nvSpPr>
        <p:spPr>
          <a:xfrm flipH="1" rot="10800000">
            <a:off x="8494712" y="6034087"/>
            <a:ext cx="192087" cy="193675"/>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cxnSp>
        <p:nvCxnSpPr>
          <p:cNvPr id="64" name="Google Shape;64;p27"/>
          <p:cNvCxnSpPr/>
          <p:nvPr/>
        </p:nvCxnSpPr>
        <p:spPr>
          <a:xfrm rot="10800000">
            <a:off x="990600" y="6248400"/>
            <a:ext cx="7086600" cy="0"/>
          </a:xfrm>
          <a:prstGeom prst="straightConnector1">
            <a:avLst/>
          </a:prstGeom>
          <a:noFill/>
          <a:ln cap="flat" cmpd="sng" w="9525">
            <a:solidFill>
              <a:srgbClr val="000066"/>
            </a:solidFill>
            <a:prstDash val="solid"/>
            <a:miter lim="800000"/>
            <a:headEnd len="med" w="med" type="none"/>
            <a:tailEnd len="med" w="med" type="none"/>
          </a:ln>
        </p:spPr>
      </p:cxnSp>
      <p:pic>
        <p:nvPicPr>
          <p:cNvPr descr="global" id="65" name="Google Shape;65;p27"/>
          <p:cNvPicPr preferRelativeResize="0"/>
          <p:nvPr/>
        </p:nvPicPr>
        <p:blipFill rotWithShape="1">
          <a:blip r:embed="rId2">
            <a:alphaModFix/>
          </a:blip>
          <a:srcRect b="13512" l="13482" r="12358" t="5404"/>
          <a:stretch/>
        </p:blipFill>
        <p:spPr>
          <a:xfrm>
            <a:off x="8420100" y="6045200"/>
            <a:ext cx="558800" cy="762000"/>
          </a:xfrm>
          <a:prstGeom prst="rect">
            <a:avLst/>
          </a:prstGeom>
          <a:noFill/>
          <a:ln>
            <a:noFill/>
          </a:ln>
        </p:spPr>
      </p:pic>
      <p:grpSp>
        <p:nvGrpSpPr>
          <p:cNvPr id="66" name="Google Shape;66;p27"/>
          <p:cNvGrpSpPr/>
          <p:nvPr/>
        </p:nvGrpSpPr>
        <p:grpSpPr>
          <a:xfrm>
            <a:off x="533400" y="1315143"/>
            <a:ext cx="7597902" cy="281189"/>
            <a:chOff x="504" y="3634"/>
            <a:chExt cx="4786" cy="177"/>
          </a:xfrm>
        </p:grpSpPr>
        <p:sp>
          <p:nvSpPr>
            <p:cNvPr id="67" name="Google Shape;67;p27"/>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sp>
          <p:nvSpPr>
            <p:cNvPr id="68" name="Google Shape;68;p27"/>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grpSp>
      <p:sp>
        <p:nvSpPr>
          <p:cNvPr id="69" name="Google Shape;69;p27"/>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9pPr>
          </a:lstStyle>
          <a:p/>
        </p:txBody>
      </p:sp>
      <p:sp>
        <p:nvSpPr>
          <p:cNvPr descr="Rectangle: Click to edit Master text styles &#10;Second level &#10;Third level &#10;Fourth level &#10;Fifth level" id="70" name="Google Shape;70;p27"/>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720"/>
              </a:spcBef>
              <a:spcAft>
                <a:spcPts val="0"/>
              </a:spcAft>
              <a:buClr>
                <a:srgbClr val="FF5050"/>
              </a:buClr>
              <a:buSzPts val="1800"/>
              <a:buFont typeface="Noto Sans Symbols"/>
              <a:buChar char="•"/>
              <a:defRPr b="0" i="0" sz="3600" u="none" cap="none" strike="noStrike">
                <a:solidFill>
                  <a:schemeClr val="dk1"/>
                </a:solidFill>
                <a:latin typeface="Verdana"/>
                <a:ea typeface="Verdana"/>
                <a:cs typeface="Verdana"/>
                <a:sym typeface="Verdana"/>
              </a:defRPr>
            </a:lvl1pPr>
            <a:lvl2pPr indent="-330200" lvl="1" marL="914400" marR="0" rtl="0" algn="l">
              <a:spcBef>
                <a:spcPts val="640"/>
              </a:spcBef>
              <a:spcAft>
                <a:spcPts val="0"/>
              </a:spcAft>
              <a:buClr>
                <a:srgbClr val="FF5050"/>
              </a:buClr>
              <a:buSzPts val="1600"/>
              <a:buFont typeface="Noto Sans Symbols"/>
              <a:buChar char="•"/>
              <a:defRPr b="0" i="0" sz="3200" u="none" cap="none" strike="noStrike">
                <a:solidFill>
                  <a:schemeClr val="dk1"/>
                </a:solidFill>
                <a:latin typeface="Verdana"/>
                <a:ea typeface="Verdana"/>
                <a:cs typeface="Verdana"/>
                <a:sym typeface="Verdana"/>
              </a:defRPr>
            </a:lvl2pPr>
            <a:lvl3pPr indent="-317500" lvl="2" marL="1371600" marR="0" rtl="0" algn="l">
              <a:spcBef>
                <a:spcPts val="560"/>
              </a:spcBef>
              <a:spcAft>
                <a:spcPts val="0"/>
              </a:spcAft>
              <a:buClr>
                <a:srgbClr val="FF5050"/>
              </a:buClr>
              <a:buSzPts val="1400"/>
              <a:buFont typeface="Noto Sans Symbols"/>
              <a:buChar char="⌖"/>
              <a:defRPr b="0" i="0" sz="2800" u="none" cap="none" strike="noStrike">
                <a:solidFill>
                  <a:schemeClr val="dk1"/>
                </a:solidFill>
                <a:latin typeface="Verdana"/>
                <a:ea typeface="Verdana"/>
                <a:cs typeface="Verdana"/>
                <a:sym typeface="Verdana"/>
              </a:defRPr>
            </a:lvl3pPr>
            <a:lvl4pPr indent="-304800" lvl="3" marL="1828800" marR="0" rtl="0" algn="l">
              <a:spcBef>
                <a:spcPts val="480"/>
              </a:spcBef>
              <a:spcAft>
                <a:spcPts val="0"/>
              </a:spcAft>
              <a:buClr>
                <a:srgbClr val="FF5050"/>
              </a:buClr>
              <a:buSzPts val="1200"/>
              <a:buFont typeface="Noto Sans Symbols"/>
              <a:buChar char="⌖"/>
              <a:defRPr b="0" i="0" sz="2400" u="none" cap="none" strike="noStrike">
                <a:solidFill>
                  <a:schemeClr val="dk1"/>
                </a:solidFill>
                <a:latin typeface="Verdana"/>
                <a:ea typeface="Verdana"/>
                <a:cs typeface="Verdana"/>
                <a:sym typeface="Verdana"/>
              </a:defRPr>
            </a:lvl4pPr>
            <a:lvl5pPr indent="-292100" lvl="4" marL="22860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5pPr>
            <a:lvl6pPr indent="-292100" lvl="5" marL="27432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6pPr>
            <a:lvl7pPr indent="-292100" lvl="6" marL="32004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7pPr>
            <a:lvl8pPr indent="-292100" lvl="7" marL="36576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8pPr>
            <a:lvl9pPr indent="-292100" lvl="8" marL="41148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9pPr>
          </a:lstStyle>
          <a:p/>
        </p:txBody>
      </p:sp>
      <p:sp>
        <p:nvSpPr>
          <p:cNvPr id="71" name="Google Shape;71;p27"/>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9pPr>
          </a:lstStyle>
          <a:p/>
        </p:txBody>
      </p:sp>
      <p:sp>
        <p:nvSpPr>
          <p:cNvPr id="72" name="Google Shape;72;p27"/>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sz="1400">
              <a:solidFill>
                <a:srgbClr val="000000"/>
              </a:solidFill>
              <a:latin typeface="Arial"/>
              <a:ea typeface="Arial"/>
              <a:cs typeface="Arial"/>
              <a:sym typeface="Arial"/>
            </a:endParaRPr>
          </a:p>
          <a:p>
            <a:pPr indent="0" lvl="0" marL="0" rtl="0" algn="l">
              <a:spcBef>
                <a:spcPts val="0"/>
              </a:spcBef>
              <a:spcAft>
                <a:spcPts val="0"/>
              </a:spcAft>
              <a:buClr>
                <a:srgbClr val="000000"/>
              </a:buClr>
              <a:buFont typeface="Arial"/>
              <a:buNone/>
            </a:pPr>
            <a:r>
              <a:t/>
            </a:r>
            <a:endParaRPr/>
          </a:p>
        </p:txBody>
      </p:sp>
    </p:spTree>
  </p:cSld>
  <p:clrMap accent1="accent1" accent2="accent2" accent3="accent3" accent4="accent4" accent5="accent5" accent6="accent6" bg1="lt1" bg2="dk2" tx1="dk1" tx2="lt2" folHlink="folHlink" hlink="hlink"/>
  <p:sldLayoutIdLst>
    <p:sldLayoutId id="2147483654"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pic>
        <p:nvPicPr>
          <p:cNvPr descr="leftbarback" id="79" name="Google Shape;79;p29"/>
          <p:cNvPicPr preferRelativeResize="0"/>
          <p:nvPr/>
        </p:nvPicPr>
        <p:blipFill rotWithShape="1">
          <a:blip r:embed="rId1">
            <a:alphaModFix/>
          </a:blip>
          <a:srcRect b="0" l="0" r="0" t="0"/>
          <a:stretch/>
        </p:blipFill>
        <p:spPr>
          <a:xfrm>
            <a:off x="0" y="0"/>
            <a:ext cx="1685925" cy="6858000"/>
          </a:xfrm>
          <a:prstGeom prst="rect">
            <a:avLst/>
          </a:prstGeom>
          <a:noFill/>
          <a:ln>
            <a:noFill/>
          </a:ln>
        </p:spPr>
      </p:pic>
      <p:cxnSp>
        <p:nvCxnSpPr>
          <p:cNvPr id="80" name="Google Shape;80;p29"/>
          <p:cNvCxnSpPr/>
          <p:nvPr/>
        </p:nvCxnSpPr>
        <p:spPr>
          <a:xfrm rot="10800000">
            <a:off x="8593137" y="3427412"/>
            <a:ext cx="0" cy="3286125"/>
          </a:xfrm>
          <a:prstGeom prst="straightConnector1">
            <a:avLst/>
          </a:prstGeom>
          <a:noFill/>
          <a:ln cap="flat" cmpd="sng" w="9525">
            <a:solidFill>
              <a:schemeClr val="lt1"/>
            </a:solidFill>
            <a:prstDash val="solid"/>
            <a:miter lim="800000"/>
            <a:headEnd len="med" w="med" type="none"/>
            <a:tailEnd len="med" w="med" type="none"/>
          </a:ln>
        </p:spPr>
      </p:cxnSp>
      <p:sp>
        <p:nvSpPr>
          <p:cNvPr id="81" name="Google Shape;81;p29"/>
          <p:cNvSpPr/>
          <p:nvPr/>
        </p:nvSpPr>
        <p:spPr>
          <a:xfrm flipH="1" rot="10800000">
            <a:off x="8494712" y="6034087"/>
            <a:ext cx="192087" cy="193675"/>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cxnSp>
        <p:nvCxnSpPr>
          <p:cNvPr id="82" name="Google Shape;82;p29"/>
          <p:cNvCxnSpPr/>
          <p:nvPr/>
        </p:nvCxnSpPr>
        <p:spPr>
          <a:xfrm rot="10800000">
            <a:off x="990600" y="6248400"/>
            <a:ext cx="7086600" cy="0"/>
          </a:xfrm>
          <a:prstGeom prst="straightConnector1">
            <a:avLst/>
          </a:prstGeom>
          <a:noFill/>
          <a:ln cap="flat" cmpd="sng" w="9525">
            <a:solidFill>
              <a:srgbClr val="000066"/>
            </a:solidFill>
            <a:prstDash val="solid"/>
            <a:miter lim="800000"/>
            <a:headEnd len="med" w="med" type="none"/>
            <a:tailEnd len="med" w="med" type="none"/>
          </a:ln>
        </p:spPr>
      </p:cxnSp>
      <p:pic>
        <p:nvPicPr>
          <p:cNvPr descr="global" id="83" name="Google Shape;83;p29"/>
          <p:cNvPicPr preferRelativeResize="0"/>
          <p:nvPr/>
        </p:nvPicPr>
        <p:blipFill rotWithShape="1">
          <a:blip r:embed="rId2">
            <a:alphaModFix/>
          </a:blip>
          <a:srcRect b="13512" l="13482" r="12358" t="5404"/>
          <a:stretch/>
        </p:blipFill>
        <p:spPr>
          <a:xfrm>
            <a:off x="8420100" y="6045200"/>
            <a:ext cx="558800" cy="762000"/>
          </a:xfrm>
          <a:prstGeom prst="rect">
            <a:avLst/>
          </a:prstGeom>
          <a:noFill/>
          <a:ln>
            <a:noFill/>
          </a:ln>
        </p:spPr>
      </p:pic>
      <p:grpSp>
        <p:nvGrpSpPr>
          <p:cNvPr id="84" name="Google Shape;84;p29"/>
          <p:cNvGrpSpPr/>
          <p:nvPr/>
        </p:nvGrpSpPr>
        <p:grpSpPr>
          <a:xfrm>
            <a:off x="533400" y="1315143"/>
            <a:ext cx="7597902" cy="281189"/>
            <a:chOff x="504" y="3634"/>
            <a:chExt cx="4786" cy="177"/>
          </a:xfrm>
        </p:grpSpPr>
        <p:sp>
          <p:nvSpPr>
            <p:cNvPr id="85" name="Google Shape;85;p29"/>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sp>
          <p:nvSpPr>
            <p:cNvPr id="86" name="Google Shape;86;p29"/>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grpSp>
      <p:sp>
        <p:nvSpPr>
          <p:cNvPr id="87" name="Google Shape;87;p29"/>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9pPr>
          </a:lstStyle>
          <a:p/>
        </p:txBody>
      </p:sp>
      <p:sp>
        <p:nvSpPr>
          <p:cNvPr descr="Rectangle: Click to edit Master text styles &#10;Second level &#10;Third level &#10;Fourth level &#10;Fifth level" id="88" name="Google Shape;88;p29"/>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720"/>
              </a:spcBef>
              <a:spcAft>
                <a:spcPts val="0"/>
              </a:spcAft>
              <a:buClr>
                <a:srgbClr val="FF5050"/>
              </a:buClr>
              <a:buSzPts val="1800"/>
              <a:buFont typeface="Noto Sans Symbols"/>
              <a:buChar char="•"/>
              <a:defRPr b="0" i="0" sz="3600" u="none" cap="none" strike="noStrike">
                <a:solidFill>
                  <a:schemeClr val="dk1"/>
                </a:solidFill>
                <a:latin typeface="Verdana"/>
                <a:ea typeface="Verdana"/>
                <a:cs typeface="Verdana"/>
                <a:sym typeface="Verdana"/>
              </a:defRPr>
            </a:lvl1pPr>
            <a:lvl2pPr indent="-330200" lvl="1" marL="914400" marR="0" rtl="0" algn="l">
              <a:spcBef>
                <a:spcPts val="640"/>
              </a:spcBef>
              <a:spcAft>
                <a:spcPts val="0"/>
              </a:spcAft>
              <a:buClr>
                <a:srgbClr val="FF5050"/>
              </a:buClr>
              <a:buSzPts val="1600"/>
              <a:buFont typeface="Noto Sans Symbols"/>
              <a:buChar char="•"/>
              <a:defRPr b="0" i="0" sz="3200" u="none" cap="none" strike="noStrike">
                <a:solidFill>
                  <a:schemeClr val="dk1"/>
                </a:solidFill>
                <a:latin typeface="Verdana"/>
                <a:ea typeface="Verdana"/>
                <a:cs typeface="Verdana"/>
                <a:sym typeface="Verdana"/>
              </a:defRPr>
            </a:lvl2pPr>
            <a:lvl3pPr indent="-317500" lvl="2" marL="1371600" marR="0" rtl="0" algn="l">
              <a:spcBef>
                <a:spcPts val="560"/>
              </a:spcBef>
              <a:spcAft>
                <a:spcPts val="0"/>
              </a:spcAft>
              <a:buClr>
                <a:srgbClr val="FF5050"/>
              </a:buClr>
              <a:buSzPts val="1400"/>
              <a:buFont typeface="Noto Sans Symbols"/>
              <a:buChar char="⌖"/>
              <a:defRPr b="0" i="0" sz="2800" u="none" cap="none" strike="noStrike">
                <a:solidFill>
                  <a:schemeClr val="dk1"/>
                </a:solidFill>
                <a:latin typeface="Verdana"/>
                <a:ea typeface="Verdana"/>
                <a:cs typeface="Verdana"/>
                <a:sym typeface="Verdana"/>
              </a:defRPr>
            </a:lvl3pPr>
            <a:lvl4pPr indent="-304800" lvl="3" marL="1828800" marR="0" rtl="0" algn="l">
              <a:spcBef>
                <a:spcPts val="480"/>
              </a:spcBef>
              <a:spcAft>
                <a:spcPts val="0"/>
              </a:spcAft>
              <a:buClr>
                <a:srgbClr val="FF5050"/>
              </a:buClr>
              <a:buSzPts val="1200"/>
              <a:buFont typeface="Noto Sans Symbols"/>
              <a:buChar char="⌖"/>
              <a:defRPr b="0" i="0" sz="2400" u="none" cap="none" strike="noStrike">
                <a:solidFill>
                  <a:schemeClr val="dk1"/>
                </a:solidFill>
                <a:latin typeface="Verdana"/>
                <a:ea typeface="Verdana"/>
                <a:cs typeface="Verdana"/>
                <a:sym typeface="Verdana"/>
              </a:defRPr>
            </a:lvl4pPr>
            <a:lvl5pPr indent="-292100" lvl="4" marL="22860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5pPr>
            <a:lvl6pPr indent="-292100" lvl="5" marL="27432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6pPr>
            <a:lvl7pPr indent="-292100" lvl="6" marL="32004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7pPr>
            <a:lvl8pPr indent="-292100" lvl="7" marL="36576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8pPr>
            <a:lvl9pPr indent="-292100" lvl="8" marL="41148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9pPr>
          </a:lstStyle>
          <a:p/>
        </p:txBody>
      </p:sp>
      <p:sp>
        <p:nvSpPr>
          <p:cNvPr id="89" name="Google Shape;89;p29"/>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9pPr>
          </a:lstStyle>
          <a:p/>
        </p:txBody>
      </p:sp>
      <p:sp>
        <p:nvSpPr>
          <p:cNvPr id="90" name="Google Shape;90;p29"/>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sz="1400">
              <a:solidFill>
                <a:srgbClr val="000000"/>
              </a:solidFill>
              <a:latin typeface="Arial"/>
              <a:ea typeface="Arial"/>
              <a:cs typeface="Arial"/>
              <a:sym typeface="Arial"/>
            </a:endParaRPr>
          </a:p>
          <a:p>
            <a:pPr indent="0" lvl="0" marL="0" rtl="0" algn="l">
              <a:spcBef>
                <a:spcPts val="0"/>
              </a:spcBef>
              <a:spcAft>
                <a:spcPts val="0"/>
              </a:spcAft>
              <a:buClr>
                <a:srgbClr val="000000"/>
              </a:buClr>
              <a:buFont typeface="Arial"/>
              <a:buNone/>
            </a:pPr>
            <a:r>
              <a:t/>
            </a:r>
            <a:endParaRPr/>
          </a:p>
        </p:txBody>
      </p:sp>
    </p:spTree>
  </p:cSld>
  <p:clrMap accent1="accent1" accent2="accent2" accent3="accent3" accent4="accent4" accent5="accent5" accent6="accent6" bg1="lt1" bg2="dk2" tx1="dk1" tx2="lt2" folHlink="folHlink" hlink="hlink"/>
  <p:sldLayoutIdLst>
    <p:sldLayoutId id="2147483656"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pic>
        <p:nvPicPr>
          <p:cNvPr descr="leftbarback" id="98" name="Google Shape;98;p31"/>
          <p:cNvPicPr preferRelativeResize="0"/>
          <p:nvPr/>
        </p:nvPicPr>
        <p:blipFill rotWithShape="1">
          <a:blip r:embed="rId1">
            <a:alphaModFix/>
          </a:blip>
          <a:srcRect b="0" l="0" r="0" t="0"/>
          <a:stretch/>
        </p:blipFill>
        <p:spPr>
          <a:xfrm>
            <a:off x="0" y="0"/>
            <a:ext cx="1685925" cy="6858000"/>
          </a:xfrm>
          <a:prstGeom prst="rect">
            <a:avLst/>
          </a:prstGeom>
          <a:noFill/>
          <a:ln>
            <a:noFill/>
          </a:ln>
        </p:spPr>
      </p:pic>
      <p:cxnSp>
        <p:nvCxnSpPr>
          <p:cNvPr id="99" name="Google Shape;99;p31"/>
          <p:cNvCxnSpPr/>
          <p:nvPr/>
        </p:nvCxnSpPr>
        <p:spPr>
          <a:xfrm rot="10800000">
            <a:off x="8593137" y="3427412"/>
            <a:ext cx="0" cy="3286125"/>
          </a:xfrm>
          <a:prstGeom prst="straightConnector1">
            <a:avLst/>
          </a:prstGeom>
          <a:noFill/>
          <a:ln cap="flat" cmpd="sng" w="9525">
            <a:solidFill>
              <a:schemeClr val="lt1"/>
            </a:solidFill>
            <a:prstDash val="solid"/>
            <a:miter lim="800000"/>
            <a:headEnd len="med" w="med" type="none"/>
            <a:tailEnd len="med" w="med" type="none"/>
          </a:ln>
        </p:spPr>
      </p:cxnSp>
      <p:sp>
        <p:nvSpPr>
          <p:cNvPr id="100" name="Google Shape;100;p31"/>
          <p:cNvSpPr/>
          <p:nvPr/>
        </p:nvSpPr>
        <p:spPr>
          <a:xfrm flipH="1" rot="10800000">
            <a:off x="8494712" y="6034087"/>
            <a:ext cx="192087" cy="193675"/>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cxnSp>
        <p:nvCxnSpPr>
          <p:cNvPr id="101" name="Google Shape;101;p31"/>
          <p:cNvCxnSpPr/>
          <p:nvPr/>
        </p:nvCxnSpPr>
        <p:spPr>
          <a:xfrm rot="10800000">
            <a:off x="990600" y="6248400"/>
            <a:ext cx="7086600" cy="0"/>
          </a:xfrm>
          <a:prstGeom prst="straightConnector1">
            <a:avLst/>
          </a:prstGeom>
          <a:noFill/>
          <a:ln cap="flat" cmpd="sng" w="9525">
            <a:solidFill>
              <a:srgbClr val="000066"/>
            </a:solidFill>
            <a:prstDash val="solid"/>
            <a:miter lim="800000"/>
            <a:headEnd len="med" w="med" type="none"/>
            <a:tailEnd len="med" w="med" type="none"/>
          </a:ln>
        </p:spPr>
      </p:cxnSp>
      <p:pic>
        <p:nvPicPr>
          <p:cNvPr descr="global" id="102" name="Google Shape;102;p31"/>
          <p:cNvPicPr preferRelativeResize="0"/>
          <p:nvPr/>
        </p:nvPicPr>
        <p:blipFill rotWithShape="1">
          <a:blip r:embed="rId2">
            <a:alphaModFix/>
          </a:blip>
          <a:srcRect b="13512" l="13482" r="12358" t="5404"/>
          <a:stretch/>
        </p:blipFill>
        <p:spPr>
          <a:xfrm>
            <a:off x="8420100" y="6045200"/>
            <a:ext cx="558800" cy="762000"/>
          </a:xfrm>
          <a:prstGeom prst="rect">
            <a:avLst/>
          </a:prstGeom>
          <a:noFill/>
          <a:ln>
            <a:noFill/>
          </a:ln>
        </p:spPr>
      </p:pic>
      <p:grpSp>
        <p:nvGrpSpPr>
          <p:cNvPr id="103" name="Google Shape;103;p31"/>
          <p:cNvGrpSpPr/>
          <p:nvPr/>
        </p:nvGrpSpPr>
        <p:grpSpPr>
          <a:xfrm>
            <a:off x="533400" y="1315143"/>
            <a:ext cx="7597902" cy="281189"/>
            <a:chOff x="504" y="3634"/>
            <a:chExt cx="4786" cy="177"/>
          </a:xfrm>
        </p:grpSpPr>
        <p:sp>
          <p:nvSpPr>
            <p:cNvPr id="104" name="Google Shape;104;p31"/>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sp>
          <p:nvSpPr>
            <p:cNvPr id="105" name="Google Shape;105;p31"/>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grpSp>
      <p:sp>
        <p:nvSpPr>
          <p:cNvPr id="106" name="Google Shape;106;p31"/>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9pPr>
          </a:lstStyle>
          <a:p/>
        </p:txBody>
      </p:sp>
      <p:sp>
        <p:nvSpPr>
          <p:cNvPr descr="Rectangle: Click to edit Master text styles &#10;Second level &#10;Third level &#10;Fourth level &#10;Fifth level" id="107" name="Google Shape;107;p31"/>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720"/>
              </a:spcBef>
              <a:spcAft>
                <a:spcPts val="0"/>
              </a:spcAft>
              <a:buClr>
                <a:srgbClr val="FF5050"/>
              </a:buClr>
              <a:buSzPts val="1800"/>
              <a:buFont typeface="Noto Sans Symbols"/>
              <a:buChar char="•"/>
              <a:defRPr b="0" i="0" sz="3600" u="none" cap="none" strike="noStrike">
                <a:solidFill>
                  <a:schemeClr val="dk1"/>
                </a:solidFill>
                <a:latin typeface="Verdana"/>
                <a:ea typeface="Verdana"/>
                <a:cs typeface="Verdana"/>
                <a:sym typeface="Verdana"/>
              </a:defRPr>
            </a:lvl1pPr>
            <a:lvl2pPr indent="-330200" lvl="1" marL="914400" marR="0" rtl="0" algn="l">
              <a:spcBef>
                <a:spcPts val="640"/>
              </a:spcBef>
              <a:spcAft>
                <a:spcPts val="0"/>
              </a:spcAft>
              <a:buClr>
                <a:srgbClr val="FF5050"/>
              </a:buClr>
              <a:buSzPts val="1600"/>
              <a:buFont typeface="Noto Sans Symbols"/>
              <a:buChar char="•"/>
              <a:defRPr b="0" i="0" sz="3200" u="none" cap="none" strike="noStrike">
                <a:solidFill>
                  <a:schemeClr val="dk1"/>
                </a:solidFill>
                <a:latin typeface="Verdana"/>
                <a:ea typeface="Verdana"/>
                <a:cs typeface="Verdana"/>
                <a:sym typeface="Verdana"/>
              </a:defRPr>
            </a:lvl2pPr>
            <a:lvl3pPr indent="-317500" lvl="2" marL="1371600" marR="0" rtl="0" algn="l">
              <a:spcBef>
                <a:spcPts val="560"/>
              </a:spcBef>
              <a:spcAft>
                <a:spcPts val="0"/>
              </a:spcAft>
              <a:buClr>
                <a:srgbClr val="FF5050"/>
              </a:buClr>
              <a:buSzPts val="1400"/>
              <a:buFont typeface="Noto Sans Symbols"/>
              <a:buChar char="⌖"/>
              <a:defRPr b="0" i="0" sz="2800" u="none" cap="none" strike="noStrike">
                <a:solidFill>
                  <a:schemeClr val="dk1"/>
                </a:solidFill>
                <a:latin typeface="Verdana"/>
                <a:ea typeface="Verdana"/>
                <a:cs typeface="Verdana"/>
                <a:sym typeface="Verdana"/>
              </a:defRPr>
            </a:lvl3pPr>
            <a:lvl4pPr indent="-304800" lvl="3" marL="1828800" marR="0" rtl="0" algn="l">
              <a:spcBef>
                <a:spcPts val="480"/>
              </a:spcBef>
              <a:spcAft>
                <a:spcPts val="0"/>
              </a:spcAft>
              <a:buClr>
                <a:srgbClr val="FF5050"/>
              </a:buClr>
              <a:buSzPts val="1200"/>
              <a:buFont typeface="Noto Sans Symbols"/>
              <a:buChar char="⌖"/>
              <a:defRPr b="0" i="0" sz="2400" u="none" cap="none" strike="noStrike">
                <a:solidFill>
                  <a:schemeClr val="dk1"/>
                </a:solidFill>
                <a:latin typeface="Verdana"/>
                <a:ea typeface="Verdana"/>
                <a:cs typeface="Verdana"/>
                <a:sym typeface="Verdana"/>
              </a:defRPr>
            </a:lvl4pPr>
            <a:lvl5pPr indent="-292100" lvl="4" marL="22860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5pPr>
            <a:lvl6pPr indent="-292100" lvl="5" marL="27432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6pPr>
            <a:lvl7pPr indent="-292100" lvl="6" marL="32004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7pPr>
            <a:lvl8pPr indent="-292100" lvl="7" marL="36576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8pPr>
            <a:lvl9pPr indent="-292100" lvl="8" marL="41148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9pPr>
          </a:lstStyle>
          <a:p/>
        </p:txBody>
      </p:sp>
      <p:sp>
        <p:nvSpPr>
          <p:cNvPr id="108" name="Google Shape;108;p31"/>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9pPr>
          </a:lstStyle>
          <a:p/>
        </p:txBody>
      </p:sp>
      <p:sp>
        <p:nvSpPr>
          <p:cNvPr id="109" name="Google Shape;109;p31"/>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sz="1400">
              <a:solidFill>
                <a:srgbClr val="000000"/>
              </a:solidFill>
              <a:latin typeface="Arial"/>
              <a:ea typeface="Arial"/>
              <a:cs typeface="Arial"/>
              <a:sym typeface="Arial"/>
            </a:endParaRPr>
          </a:p>
          <a:p>
            <a:pPr indent="0" lvl="0" marL="0" rtl="0" algn="l">
              <a:spcBef>
                <a:spcPts val="0"/>
              </a:spcBef>
              <a:spcAft>
                <a:spcPts val="0"/>
              </a:spcAft>
              <a:buClr>
                <a:srgbClr val="000000"/>
              </a:buClr>
              <a:buFont typeface="Arial"/>
              <a:buNone/>
            </a:pPr>
            <a:r>
              <a:t/>
            </a:r>
            <a:endParaRPr/>
          </a:p>
        </p:txBody>
      </p:sp>
    </p:spTree>
  </p:cSld>
  <p:clrMap accent1="accent1" accent2="accent2" accent3="accent3" accent4="accent4" accent5="accent5" accent6="accent6" bg1="lt1" bg2="dk2" tx1="dk1" tx2="lt2" folHlink="folHlink" hlink="hlink"/>
  <p:sldLayoutIdLst>
    <p:sldLayoutId id="214748365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 name="Shape 118"/>
        <p:cNvGrpSpPr/>
        <p:nvPr/>
      </p:nvGrpSpPr>
      <p:grpSpPr>
        <a:xfrm>
          <a:off x="0" y="0"/>
          <a:ext cx="0" cy="0"/>
          <a:chOff x="0" y="0"/>
          <a:chExt cx="0" cy="0"/>
        </a:xfrm>
      </p:grpSpPr>
      <p:pic>
        <p:nvPicPr>
          <p:cNvPr descr="leftbarback" id="119" name="Google Shape;119;p33"/>
          <p:cNvPicPr preferRelativeResize="0"/>
          <p:nvPr/>
        </p:nvPicPr>
        <p:blipFill rotWithShape="1">
          <a:blip r:embed="rId1">
            <a:alphaModFix/>
          </a:blip>
          <a:srcRect b="0" l="0" r="0" t="0"/>
          <a:stretch/>
        </p:blipFill>
        <p:spPr>
          <a:xfrm>
            <a:off x="0" y="0"/>
            <a:ext cx="1685925" cy="6858000"/>
          </a:xfrm>
          <a:prstGeom prst="rect">
            <a:avLst/>
          </a:prstGeom>
          <a:noFill/>
          <a:ln>
            <a:noFill/>
          </a:ln>
        </p:spPr>
      </p:pic>
      <p:cxnSp>
        <p:nvCxnSpPr>
          <p:cNvPr id="120" name="Google Shape;120;p33"/>
          <p:cNvCxnSpPr/>
          <p:nvPr/>
        </p:nvCxnSpPr>
        <p:spPr>
          <a:xfrm rot="10800000">
            <a:off x="8593137" y="3427412"/>
            <a:ext cx="0" cy="3286125"/>
          </a:xfrm>
          <a:prstGeom prst="straightConnector1">
            <a:avLst/>
          </a:prstGeom>
          <a:noFill/>
          <a:ln cap="flat" cmpd="sng" w="9525">
            <a:solidFill>
              <a:schemeClr val="lt1"/>
            </a:solidFill>
            <a:prstDash val="solid"/>
            <a:miter lim="800000"/>
            <a:headEnd len="med" w="med" type="none"/>
            <a:tailEnd len="med" w="med" type="none"/>
          </a:ln>
        </p:spPr>
      </p:cxnSp>
      <p:sp>
        <p:nvSpPr>
          <p:cNvPr id="121" name="Google Shape;121;p33"/>
          <p:cNvSpPr/>
          <p:nvPr/>
        </p:nvSpPr>
        <p:spPr>
          <a:xfrm flipH="1" rot="10800000">
            <a:off x="8494712" y="6034087"/>
            <a:ext cx="192087" cy="193675"/>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cxnSp>
        <p:nvCxnSpPr>
          <p:cNvPr id="122" name="Google Shape;122;p33"/>
          <p:cNvCxnSpPr/>
          <p:nvPr/>
        </p:nvCxnSpPr>
        <p:spPr>
          <a:xfrm rot="10800000">
            <a:off x="990600" y="6248400"/>
            <a:ext cx="7086600" cy="0"/>
          </a:xfrm>
          <a:prstGeom prst="straightConnector1">
            <a:avLst/>
          </a:prstGeom>
          <a:noFill/>
          <a:ln cap="flat" cmpd="sng" w="9525">
            <a:solidFill>
              <a:srgbClr val="000066"/>
            </a:solidFill>
            <a:prstDash val="solid"/>
            <a:miter lim="800000"/>
            <a:headEnd len="med" w="med" type="none"/>
            <a:tailEnd len="med" w="med" type="none"/>
          </a:ln>
        </p:spPr>
      </p:cxnSp>
      <p:pic>
        <p:nvPicPr>
          <p:cNvPr descr="global" id="123" name="Google Shape;123;p33"/>
          <p:cNvPicPr preferRelativeResize="0"/>
          <p:nvPr/>
        </p:nvPicPr>
        <p:blipFill rotWithShape="1">
          <a:blip r:embed="rId2">
            <a:alphaModFix/>
          </a:blip>
          <a:srcRect b="13512" l="13482" r="12358" t="5404"/>
          <a:stretch/>
        </p:blipFill>
        <p:spPr>
          <a:xfrm>
            <a:off x="8420100" y="6045200"/>
            <a:ext cx="558800" cy="762000"/>
          </a:xfrm>
          <a:prstGeom prst="rect">
            <a:avLst/>
          </a:prstGeom>
          <a:noFill/>
          <a:ln>
            <a:noFill/>
          </a:ln>
        </p:spPr>
      </p:pic>
      <p:grpSp>
        <p:nvGrpSpPr>
          <p:cNvPr id="124" name="Google Shape;124;p33"/>
          <p:cNvGrpSpPr/>
          <p:nvPr/>
        </p:nvGrpSpPr>
        <p:grpSpPr>
          <a:xfrm>
            <a:off x="533400" y="1315143"/>
            <a:ext cx="7597902" cy="281189"/>
            <a:chOff x="504" y="3634"/>
            <a:chExt cx="4786" cy="177"/>
          </a:xfrm>
        </p:grpSpPr>
        <p:sp>
          <p:nvSpPr>
            <p:cNvPr id="125" name="Google Shape;125;p33"/>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sp>
          <p:nvSpPr>
            <p:cNvPr id="126" name="Google Shape;126;p33"/>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grpSp>
      <p:sp>
        <p:nvSpPr>
          <p:cNvPr id="127" name="Google Shape;127;p33"/>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9pPr>
          </a:lstStyle>
          <a:p/>
        </p:txBody>
      </p:sp>
      <p:sp>
        <p:nvSpPr>
          <p:cNvPr descr="Rectangle: Click to edit Master text styles &#10;Second level &#10;Third level &#10;Fourth level &#10;Fifth level" id="128" name="Google Shape;128;p33"/>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720"/>
              </a:spcBef>
              <a:spcAft>
                <a:spcPts val="0"/>
              </a:spcAft>
              <a:buClr>
                <a:srgbClr val="FF5050"/>
              </a:buClr>
              <a:buSzPts val="1800"/>
              <a:buFont typeface="Noto Sans Symbols"/>
              <a:buChar char="•"/>
              <a:defRPr b="0" i="0" sz="3600" u="none" cap="none" strike="noStrike">
                <a:solidFill>
                  <a:schemeClr val="dk1"/>
                </a:solidFill>
                <a:latin typeface="Verdana"/>
                <a:ea typeface="Verdana"/>
                <a:cs typeface="Verdana"/>
                <a:sym typeface="Verdana"/>
              </a:defRPr>
            </a:lvl1pPr>
            <a:lvl2pPr indent="-330200" lvl="1" marL="914400" marR="0" rtl="0" algn="l">
              <a:spcBef>
                <a:spcPts val="640"/>
              </a:spcBef>
              <a:spcAft>
                <a:spcPts val="0"/>
              </a:spcAft>
              <a:buClr>
                <a:srgbClr val="FF5050"/>
              </a:buClr>
              <a:buSzPts val="1600"/>
              <a:buFont typeface="Noto Sans Symbols"/>
              <a:buChar char="•"/>
              <a:defRPr b="0" i="0" sz="3200" u="none" cap="none" strike="noStrike">
                <a:solidFill>
                  <a:schemeClr val="dk1"/>
                </a:solidFill>
                <a:latin typeface="Verdana"/>
                <a:ea typeface="Verdana"/>
                <a:cs typeface="Verdana"/>
                <a:sym typeface="Verdana"/>
              </a:defRPr>
            </a:lvl2pPr>
            <a:lvl3pPr indent="-317500" lvl="2" marL="1371600" marR="0" rtl="0" algn="l">
              <a:spcBef>
                <a:spcPts val="560"/>
              </a:spcBef>
              <a:spcAft>
                <a:spcPts val="0"/>
              </a:spcAft>
              <a:buClr>
                <a:srgbClr val="FF5050"/>
              </a:buClr>
              <a:buSzPts val="1400"/>
              <a:buFont typeface="Noto Sans Symbols"/>
              <a:buChar char="⌖"/>
              <a:defRPr b="0" i="0" sz="2800" u="none" cap="none" strike="noStrike">
                <a:solidFill>
                  <a:schemeClr val="dk1"/>
                </a:solidFill>
                <a:latin typeface="Verdana"/>
                <a:ea typeface="Verdana"/>
                <a:cs typeface="Verdana"/>
                <a:sym typeface="Verdana"/>
              </a:defRPr>
            </a:lvl3pPr>
            <a:lvl4pPr indent="-304800" lvl="3" marL="1828800" marR="0" rtl="0" algn="l">
              <a:spcBef>
                <a:spcPts val="480"/>
              </a:spcBef>
              <a:spcAft>
                <a:spcPts val="0"/>
              </a:spcAft>
              <a:buClr>
                <a:srgbClr val="FF5050"/>
              </a:buClr>
              <a:buSzPts val="1200"/>
              <a:buFont typeface="Noto Sans Symbols"/>
              <a:buChar char="⌖"/>
              <a:defRPr b="0" i="0" sz="2400" u="none" cap="none" strike="noStrike">
                <a:solidFill>
                  <a:schemeClr val="dk1"/>
                </a:solidFill>
                <a:latin typeface="Verdana"/>
                <a:ea typeface="Verdana"/>
                <a:cs typeface="Verdana"/>
                <a:sym typeface="Verdana"/>
              </a:defRPr>
            </a:lvl4pPr>
            <a:lvl5pPr indent="-292100" lvl="4" marL="22860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5pPr>
            <a:lvl6pPr indent="-292100" lvl="5" marL="27432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6pPr>
            <a:lvl7pPr indent="-292100" lvl="6" marL="32004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7pPr>
            <a:lvl8pPr indent="-292100" lvl="7" marL="36576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8pPr>
            <a:lvl9pPr indent="-292100" lvl="8" marL="41148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9pPr>
          </a:lstStyle>
          <a:p/>
        </p:txBody>
      </p:sp>
      <p:sp>
        <p:nvSpPr>
          <p:cNvPr id="129" name="Google Shape;129;p33"/>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9pPr>
          </a:lstStyle>
          <a:p/>
        </p:txBody>
      </p:sp>
      <p:sp>
        <p:nvSpPr>
          <p:cNvPr id="130" name="Google Shape;130;p33"/>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sz="1400">
              <a:solidFill>
                <a:srgbClr val="000000"/>
              </a:solidFill>
              <a:latin typeface="Arial"/>
              <a:ea typeface="Arial"/>
              <a:cs typeface="Arial"/>
              <a:sym typeface="Arial"/>
            </a:endParaRPr>
          </a:p>
          <a:p>
            <a:pPr indent="0" lvl="0" marL="0" rtl="0" algn="l">
              <a:spcBef>
                <a:spcPts val="0"/>
              </a:spcBef>
              <a:spcAft>
                <a:spcPts val="0"/>
              </a:spcAft>
              <a:buClr>
                <a:srgbClr val="000000"/>
              </a:buClr>
              <a:buFont typeface="Arial"/>
              <a:buNone/>
            </a:pPr>
            <a:r>
              <a:t/>
            </a:r>
            <a:endParaRPr/>
          </a:p>
        </p:txBody>
      </p:sp>
    </p:spTree>
  </p:cSld>
  <p:clrMap accent1="accent1" accent2="accent2" accent3="accent3" accent4="accent4" accent5="accent5" accent6="accent6" bg1="lt1" bg2="dk2" tx1="dk1" tx2="lt2" folHlink="folHlink" hlink="hlink"/>
  <p:sldLayoutIdLst>
    <p:sldLayoutId id="2147483660"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pic>
        <p:nvPicPr>
          <p:cNvPr descr="leftbarback" id="136" name="Google Shape;136;p35"/>
          <p:cNvPicPr preferRelativeResize="0"/>
          <p:nvPr/>
        </p:nvPicPr>
        <p:blipFill rotWithShape="1">
          <a:blip r:embed="rId1">
            <a:alphaModFix/>
          </a:blip>
          <a:srcRect b="0" l="0" r="0" t="0"/>
          <a:stretch/>
        </p:blipFill>
        <p:spPr>
          <a:xfrm>
            <a:off x="0" y="0"/>
            <a:ext cx="1685925" cy="6858000"/>
          </a:xfrm>
          <a:prstGeom prst="rect">
            <a:avLst/>
          </a:prstGeom>
          <a:noFill/>
          <a:ln>
            <a:noFill/>
          </a:ln>
        </p:spPr>
      </p:pic>
      <p:cxnSp>
        <p:nvCxnSpPr>
          <p:cNvPr id="137" name="Google Shape;137;p35"/>
          <p:cNvCxnSpPr/>
          <p:nvPr/>
        </p:nvCxnSpPr>
        <p:spPr>
          <a:xfrm rot="10800000">
            <a:off x="8593137" y="3427412"/>
            <a:ext cx="0" cy="3286125"/>
          </a:xfrm>
          <a:prstGeom prst="straightConnector1">
            <a:avLst/>
          </a:prstGeom>
          <a:noFill/>
          <a:ln cap="flat" cmpd="sng" w="9525">
            <a:solidFill>
              <a:schemeClr val="lt1"/>
            </a:solidFill>
            <a:prstDash val="solid"/>
            <a:miter lim="800000"/>
            <a:headEnd len="med" w="med" type="none"/>
            <a:tailEnd len="med" w="med" type="none"/>
          </a:ln>
        </p:spPr>
      </p:cxnSp>
      <p:sp>
        <p:nvSpPr>
          <p:cNvPr id="138" name="Google Shape;138;p35"/>
          <p:cNvSpPr/>
          <p:nvPr/>
        </p:nvSpPr>
        <p:spPr>
          <a:xfrm flipH="1" rot="10800000">
            <a:off x="8494712" y="6034087"/>
            <a:ext cx="192087" cy="193675"/>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cxnSp>
        <p:nvCxnSpPr>
          <p:cNvPr id="139" name="Google Shape;139;p35"/>
          <p:cNvCxnSpPr/>
          <p:nvPr/>
        </p:nvCxnSpPr>
        <p:spPr>
          <a:xfrm rot="10800000">
            <a:off x="990600" y="6248400"/>
            <a:ext cx="7086600" cy="0"/>
          </a:xfrm>
          <a:prstGeom prst="straightConnector1">
            <a:avLst/>
          </a:prstGeom>
          <a:noFill/>
          <a:ln cap="flat" cmpd="sng" w="9525">
            <a:solidFill>
              <a:srgbClr val="000066"/>
            </a:solidFill>
            <a:prstDash val="solid"/>
            <a:miter lim="800000"/>
            <a:headEnd len="med" w="med" type="none"/>
            <a:tailEnd len="med" w="med" type="none"/>
          </a:ln>
        </p:spPr>
      </p:cxnSp>
      <p:pic>
        <p:nvPicPr>
          <p:cNvPr descr="global" id="140" name="Google Shape;140;p35"/>
          <p:cNvPicPr preferRelativeResize="0"/>
          <p:nvPr/>
        </p:nvPicPr>
        <p:blipFill rotWithShape="1">
          <a:blip r:embed="rId2">
            <a:alphaModFix/>
          </a:blip>
          <a:srcRect b="13512" l="13482" r="12358" t="5404"/>
          <a:stretch/>
        </p:blipFill>
        <p:spPr>
          <a:xfrm>
            <a:off x="8420100" y="6045200"/>
            <a:ext cx="558800" cy="762000"/>
          </a:xfrm>
          <a:prstGeom prst="rect">
            <a:avLst/>
          </a:prstGeom>
          <a:noFill/>
          <a:ln>
            <a:noFill/>
          </a:ln>
        </p:spPr>
      </p:pic>
      <p:grpSp>
        <p:nvGrpSpPr>
          <p:cNvPr id="141" name="Google Shape;141;p35"/>
          <p:cNvGrpSpPr/>
          <p:nvPr/>
        </p:nvGrpSpPr>
        <p:grpSpPr>
          <a:xfrm>
            <a:off x="533400" y="1315143"/>
            <a:ext cx="7597902" cy="281189"/>
            <a:chOff x="504" y="3634"/>
            <a:chExt cx="4786" cy="177"/>
          </a:xfrm>
        </p:grpSpPr>
        <p:sp>
          <p:nvSpPr>
            <p:cNvPr id="142" name="Google Shape;142;p35"/>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sp>
          <p:nvSpPr>
            <p:cNvPr id="143" name="Google Shape;143;p35"/>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grpSp>
      <p:sp>
        <p:nvSpPr>
          <p:cNvPr id="144" name="Google Shape;144;p35"/>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9pPr>
          </a:lstStyle>
          <a:p/>
        </p:txBody>
      </p:sp>
      <p:sp>
        <p:nvSpPr>
          <p:cNvPr descr="Rectangle: Click to edit Master text styles &#10;Second level &#10;Third level &#10;Fourth level &#10;Fifth level" id="145" name="Google Shape;145;p35"/>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720"/>
              </a:spcBef>
              <a:spcAft>
                <a:spcPts val="0"/>
              </a:spcAft>
              <a:buClr>
                <a:srgbClr val="FF5050"/>
              </a:buClr>
              <a:buSzPts val="1800"/>
              <a:buFont typeface="Noto Sans Symbols"/>
              <a:buChar char="•"/>
              <a:defRPr b="0" i="0" sz="3600" u="none" cap="none" strike="noStrike">
                <a:solidFill>
                  <a:schemeClr val="dk1"/>
                </a:solidFill>
                <a:latin typeface="Verdana"/>
                <a:ea typeface="Verdana"/>
                <a:cs typeface="Verdana"/>
                <a:sym typeface="Verdana"/>
              </a:defRPr>
            </a:lvl1pPr>
            <a:lvl2pPr indent="-330200" lvl="1" marL="914400" marR="0" rtl="0" algn="l">
              <a:spcBef>
                <a:spcPts val="640"/>
              </a:spcBef>
              <a:spcAft>
                <a:spcPts val="0"/>
              </a:spcAft>
              <a:buClr>
                <a:srgbClr val="FF5050"/>
              </a:buClr>
              <a:buSzPts val="1600"/>
              <a:buFont typeface="Noto Sans Symbols"/>
              <a:buChar char="•"/>
              <a:defRPr b="0" i="0" sz="3200" u="none" cap="none" strike="noStrike">
                <a:solidFill>
                  <a:schemeClr val="dk1"/>
                </a:solidFill>
                <a:latin typeface="Verdana"/>
                <a:ea typeface="Verdana"/>
                <a:cs typeface="Verdana"/>
                <a:sym typeface="Verdana"/>
              </a:defRPr>
            </a:lvl2pPr>
            <a:lvl3pPr indent="-317500" lvl="2" marL="1371600" marR="0" rtl="0" algn="l">
              <a:spcBef>
                <a:spcPts val="560"/>
              </a:spcBef>
              <a:spcAft>
                <a:spcPts val="0"/>
              </a:spcAft>
              <a:buClr>
                <a:srgbClr val="FF5050"/>
              </a:buClr>
              <a:buSzPts val="1400"/>
              <a:buFont typeface="Noto Sans Symbols"/>
              <a:buChar char="⌖"/>
              <a:defRPr b="0" i="0" sz="2800" u="none" cap="none" strike="noStrike">
                <a:solidFill>
                  <a:schemeClr val="dk1"/>
                </a:solidFill>
                <a:latin typeface="Verdana"/>
                <a:ea typeface="Verdana"/>
                <a:cs typeface="Verdana"/>
                <a:sym typeface="Verdana"/>
              </a:defRPr>
            </a:lvl3pPr>
            <a:lvl4pPr indent="-304800" lvl="3" marL="1828800" marR="0" rtl="0" algn="l">
              <a:spcBef>
                <a:spcPts val="480"/>
              </a:spcBef>
              <a:spcAft>
                <a:spcPts val="0"/>
              </a:spcAft>
              <a:buClr>
                <a:srgbClr val="FF5050"/>
              </a:buClr>
              <a:buSzPts val="1200"/>
              <a:buFont typeface="Noto Sans Symbols"/>
              <a:buChar char="⌖"/>
              <a:defRPr b="0" i="0" sz="2400" u="none" cap="none" strike="noStrike">
                <a:solidFill>
                  <a:schemeClr val="dk1"/>
                </a:solidFill>
                <a:latin typeface="Verdana"/>
                <a:ea typeface="Verdana"/>
                <a:cs typeface="Verdana"/>
                <a:sym typeface="Verdana"/>
              </a:defRPr>
            </a:lvl4pPr>
            <a:lvl5pPr indent="-292100" lvl="4" marL="22860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5pPr>
            <a:lvl6pPr indent="-292100" lvl="5" marL="27432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6pPr>
            <a:lvl7pPr indent="-292100" lvl="6" marL="32004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7pPr>
            <a:lvl8pPr indent="-292100" lvl="7" marL="36576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8pPr>
            <a:lvl9pPr indent="-292100" lvl="8" marL="41148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9pPr>
          </a:lstStyle>
          <a:p/>
        </p:txBody>
      </p:sp>
      <p:sp>
        <p:nvSpPr>
          <p:cNvPr id="146" name="Google Shape;146;p35"/>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9pPr>
          </a:lstStyle>
          <a:p/>
        </p:txBody>
      </p:sp>
      <p:sp>
        <p:nvSpPr>
          <p:cNvPr id="147" name="Google Shape;147;p35"/>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sz="1400">
              <a:solidFill>
                <a:srgbClr val="000000"/>
              </a:solidFill>
              <a:latin typeface="Arial"/>
              <a:ea typeface="Arial"/>
              <a:cs typeface="Arial"/>
              <a:sym typeface="Arial"/>
            </a:endParaRPr>
          </a:p>
          <a:p>
            <a:pPr indent="0" lvl="0" marL="0" rtl="0" algn="l">
              <a:spcBef>
                <a:spcPts val="0"/>
              </a:spcBef>
              <a:spcAft>
                <a:spcPts val="0"/>
              </a:spcAft>
              <a:buClr>
                <a:srgbClr val="000000"/>
              </a:buClr>
              <a:buFont typeface="Arial"/>
              <a:buNone/>
            </a:pPr>
            <a:r>
              <a:t/>
            </a:r>
            <a:endParaRPr/>
          </a:p>
        </p:txBody>
      </p:sp>
    </p:spTree>
  </p:cSld>
  <p:clrMap accent1="accent1" accent2="accent2" accent3="accent3" accent4="accent4" accent5="accent5" accent6="accent6" bg1="lt1" bg2="dk2" tx1="dk1" tx2="lt2" folHlink="folHlink" hlink="hlink"/>
  <p:sldLayoutIdLst>
    <p:sldLayoutId id="2147483662"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1" name="Shape 151"/>
        <p:cNvGrpSpPr/>
        <p:nvPr/>
      </p:nvGrpSpPr>
      <p:grpSpPr>
        <a:xfrm>
          <a:off x="0" y="0"/>
          <a:ext cx="0" cy="0"/>
          <a:chOff x="0" y="0"/>
          <a:chExt cx="0" cy="0"/>
        </a:xfrm>
      </p:grpSpPr>
      <p:pic>
        <p:nvPicPr>
          <p:cNvPr descr="leftbarback" id="152" name="Google Shape;152;p37"/>
          <p:cNvPicPr preferRelativeResize="0"/>
          <p:nvPr/>
        </p:nvPicPr>
        <p:blipFill rotWithShape="1">
          <a:blip r:embed="rId1">
            <a:alphaModFix/>
          </a:blip>
          <a:srcRect b="0" l="0" r="0" t="0"/>
          <a:stretch/>
        </p:blipFill>
        <p:spPr>
          <a:xfrm>
            <a:off x="0" y="0"/>
            <a:ext cx="1685925" cy="6858000"/>
          </a:xfrm>
          <a:prstGeom prst="rect">
            <a:avLst/>
          </a:prstGeom>
          <a:noFill/>
          <a:ln>
            <a:noFill/>
          </a:ln>
        </p:spPr>
      </p:pic>
      <p:cxnSp>
        <p:nvCxnSpPr>
          <p:cNvPr id="153" name="Google Shape;153;p37"/>
          <p:cNvCxnSpPr/>
          <p:nvPr/>
        </p:nvCxnSpPr>
        <p:spPr>
          <a:xfrm rot="10800000">
            <a:off x="8593137" y="3427412"/>
            <a:ext cx="0" cy="3286125"/>
          </a:xfrm>
          <a:prstGeom prst="straightConnector1">
            <a:avLst/>
          </a:prstGeom>
          <a:noFill/>
          <a:ln cap="flat" cmpd="sng" w="9525">
            <a:solidFill>
              <a:schemeClr val="lt1"/>
            </a:solidFill>
            <a:prstDash val="solid"/>
            <a:miter lim="800000"/>
            <a:headEnd len="med" w="med" type="none"/>
            <a:tailEnd len="med" w="med" type="none"/>
          </a:ln>
        </p:spPr>
      </p:cxnSp>
      <p:sp>
        <p:nvSpPr>
          <p:cNvPr id="154" name="Google Shape;154;p37"/>
          <p:cNvSpPr/>
          <p:nvPr/>
        </p:nvSpPr>
        <p:spPr>
          <a:xfrm flipH="1" rot="10800000">
            <a:off x="8494712" y="6034087"/>
            <a:ext cx="192087" cy="193675"/>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cxnSp>
        <p:nvCxnSpPr>
          <p:cNvPr id="155" name="Google Shape;155;p37"/>
          <p:cNvCxnSpPr/>
          <p:nvPr/>
        </p:nvCxnSpPr>
        <p:spPr>
          <a:xfrm rot="10800000">
            <a:off x="990600" y="6248400"/>
            <a:ext cx="7086600" cy="0"/>
          </a:xfrm>
          <a:prstGeom prst="straightConnector1">
            <a:avLst/>
          </a:prstGeom>
          <a:noFill/>
          <a:ln cap="flat" cmpd="sng" w="9525">
            <a:solidFill>
              <a:srgbClr val="000066"/>
            </a:solidFill>
            <a:prstDash val="solid"/>
            <a:miter lim="800000"/>
            <a:headEnd len="med" w="med" type="none"/>
            <a:tailEnd len="med" w="med" type="none"/>
          </a:ln>
        </p:spPr>
      </p:cxnSp>
      <p:pic>
        <p:nvPicPr>
          <p:cNvPr descr="global" id="156" name="Google Shape;156;p37"/>
          <p:cNvPicPr preferRelativeResize="0"/>
          <p:nvPr/>
        </p:nvPicPr>
        <p:blipFill rotWithShape="1">
          <a:blip r:embed="rId2">
            <a:alphaModFix/>
          </a:blip>
          <a:srcRect b="13512" l="13482" r="12358" t="5404"/>
          <a:stretch/>
        </p:blipFill>
        <p:spPr>
          <a:xfrm>
            <a:off x="8420100" y="6045200"/>
            <a:ext cx="558800" cy="762000"/>
          </a:xfrm>
          <a:prstGeom prst="rect">
            <a:avLst/>
          </a:prstGeom>
          <a:noFill/>
          <a:ln>
            <a:noFill/>
          </a:ln>
        </p:spPr>
      </p:pic>
      <p:grpSp>
        <p:nvGrpSpPr>
          <p:cNvPr id="157" name="Google Shape;157;p37"/>
          <p:cNvGrpSpPr/>
          <p:nvPr/>
        </p:nvGrpSpPr>
        <p:grpSpPr>
          <a:xfrm>
            <a:off x="533400" y="1315143"/>
            <a:ext cx="7597902" cy="281189"/>
            <a:chOff x="504" y="3634"/>
            <a:chExt cx="4786" cy="177"/>
          </a:xfrm>
        </p:grpSpPr>
        <p:sp>
          <p:nvSpPr>
            <p:cNvPr id="158" name="Google Shape;158;p37"/>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sp>
          <p:nvSpPr>
            <p:cNvPr id="159" name="Google Shape;159;p37"/>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grpSp>
      <p:sp>
        <p:nvSpPr>
          <p:cNvPr id="160" name="Google Shape;160;p37"/>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9pPr>
          </a:lstStyle>
          <a:p/>
        </p:txBody>
      </p:sp>
      <p:sp>
        <p:nvSpPr>
          <p:cNvPr descr="Rectangle: Click to edit Master text styles &#10;Second level &#10;Third level &#10;Fourth level &#10;Fifth level" id="161" name="Google Shape;161;p37"/>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720"/>
              </a:spcBef>
              <a:spcAft>
                <a:spcPts val="0"/>
              </a:spcAft>
              <a:buClr>
                <a:srgbClr val="FF5050"/>
              </a:buClr>
              <a:buSzPts val="1800"/>
              <a:buFont typeface="Noto Sans Symbols"/>
              <a:buChar char="•"/>
              <a:defRPr b="0" i="0" sz="3600" u="none" cap="none" strike="noStrike">
                <a:solidFill>
                  <a:schemeClr val="dk1"/>
                </a:solidFill>
                <a:latin typeface="Verdana"/>
                <a:ea typeface="Verdana"/>
                <a:cs typeface="Verdana"/>
                <a:sym typeface="Verdana"/>
              </a:defRPr>
            </a:lvl1pPr>
            <a:lvl2pPr indent="-330200" lvl="1" marL="914400" marR="0" rtl="0" algn="l">
              <a:spcBef>
                <a:spcPts val="640"/>
              </a:spcBef>
              <a:spcAft>
                <a:spcPts val="0"/>
              </a:spcAft>
              <a:buClr>
                <a:srgbClr val="FF5050"/>
              </a:buClr>
              <a:buSzPts val="1600"/>
              <a:buFont typeface="Noto Sans Symbols"/>
              <a:buChar char="•"/>
              <a:defRPr b="0" i="0" sz="3200" u="none" cap="none" strike="noStrike">
                <a:solidFill>
                  <a:schemeClr val="dk1"/>
                </a:solidFill>
                <a:latin typeface="Verdana"/>
                <a:ea typeface="Verdana"/>
                <a:cs typeface="Verdana"/>
                <a:sym typeface="Verdana"/>
              </a:defRPr>
            </a:lvl2pPr>
            <a:lvl3pPr indent="-317500" lvl="2" marL="1371600" marR="0" rtl="0" algn="l">
              <a:spcBef>
                <a:spcPts val="560"/>
              </a:spcBef>
              <a:spcAft>
                <a:spcPts val="0"/>
              </a:spcAft>
              <a:buClr>
                <a:srgbClr val="FF5050"/>
              </a:buClr>
              <a:buSzPts val="1400"/>
              <a:buFont typeface="Noto Sans Symbols"/>
              <a:buChar char="⌖"/>
              <a:defRPr b="0" i="0" sz="2800" u="none" cap="none" strike="noStrike">
                <a:solidFill>
                  <a:schemeClr val="dk1"/>
                </a:solidFill>
                <a:latin typeface="Verdana"/>
                <a:ea typeface="Verdana"/>
                <a:cs typeface="Verdana"/>
                <a:sym typeface="Verdana"/>
              </a:defRPr>
            </a:lvl3pPr>
            <a:lvl4pPr indent="-304800" lvl="3" marL="1828800" marR="0" rtl="0" algn="l">
              <a:spcBef>
                <a:spcPts val="480"/>
              </a:spcBef>
              <a:spcAft>
                <a:spcPts val="0"/>
              </a:spcAft>
              <a:buClr>
                <a:srgbClr val="FF5050"/>
              </a:buClr>
              <a:buSzPts val="1200"/>
              <a:buFont typeface="Noto Sans Symbols"/>
              <a:buChar char="⌖"/>
              <a:defRPr b="0" i="0" sz="2400" u="none" cap="none" strike="noStrike">
                <a:solidFill>
                  <a:schemeClr val="dk1"/>
                </a:solidFill>
                <a:latin typeface="Verdana"/>
                <a:ea typeface="Verdana"/>
                <a:cs typeface="Verdana"/>
                <a:sym typeface="Verdana"/>
              </a:defRPr>
            </a:lvl4pPr>
            <a:lvl5pPr indent="-292100" lvl="4" marL="22860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5pPr>
            <a:lvl6pPr indent="-292100" lvl="5" marL="27432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6pPr>
            <a:lvl7pPr indent="-292100" lvl="6" marL="32004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7pPr>
            <a:lvl8pPr indent="-292100" lvl="7" marL="36576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8pPr>
            <a:lvl9pPr indent="-292100" lvl="8" marL="41148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9pPr>
          </a:lstStyle>
          <a:p/>
        </p:txBody>
      </p:sp>
      <p:sp>
        <p:nvSpPr>
          <p:cNvPr id="162" name="Google Shape;162;p37"/>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9pPr>
          </a:lstStyle>
          <a:p/>
        </p:txBody>
      </p:sp>
      <p:sp>
        <p:nvSpPr>
          <p:cNvPr id="163" name="Google Shape;163;p37"/>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sz="1400">
              <a:solidFill>
                <a:srgbClr val="000000"/>
              </a:solidFill>
              <a:latin typeface="Arial"/>
              <a:ea typeface="Arial"/>
              <a:cs typeface="Arial"/>
              <a:sym typeface="Arial"/>
            </a:endParaRPr>
          </a:p>
          <a:p>
            <a:pPr indent="0" lvl="0" marL="0" rtl="0" algn="l">
              <a:spcBef>
                <a:spcPts val="0"/>
              </a:spcBef>
              <a:spcAft>
                <a:spcPts val="0"/>
              </a:spcAft>
              <a:buClr>
                <a:srgbClr val="000000"/>
              </a:buClr>
              <a:buFont typeface="Arial"/>
              <a:buNone/>
            </a:pPr>
            <a:r>
              <a:t/>
            </a:r>
            <a:endParaRPr/>
          </a:p>
        </p:txBody>
      </p:sp>
    </p:spTree>
  </p:cSld>
  <p:clrMap accent1="accent1" accent2="accent2" accent3="accent3" accent4="accent4" accent5="accent5" accent6="accent6" bg1="lt1" bg2="dk2" tx1="dk1" tx2="lt2" folHlink="folHlink" hlink="hlink"/>
  <p:sldLayoutIdLst>
    <p:sldLayoutId id="2147483664"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0" name="Shape 170"/>
        <p:cNvGrpSpPr/>
        <p:nvPr/>
      </p:nvGrpSpPr>
      <p:grpSpPr>
        <a:xfrm>
          <a:off x="0" y="0"/>
          <a:ext cx="0" cy="0"/>
          <a:chOff x="0" y="0"/>
          <a:chExt cx="0" cy="0"/>
        </a:xfrm>
      </p:grpSpPr>
      <p:pic>
        <p:nvPicPr>
          <p:cNvPr descr="leftbarback" id="171" name="Google Shape;171;p39"/>
          <p:cNvPicPr preferRelativeResize="0"/>
          <p:nvPr/>
        </p:nvPicPr>
        <p:blipFill rotWithShape="1">
          <a:blip r:embed="rId1">
            <a:alphaModFix/>
          </a:blip>
          <a:srcRect b="0" l="0" r="0" t="0"/>
          <a:stretch/>
        </p:blipFill>
        <p:spPr>
          <a:xfrm>
            <a:off x="0" y="0"/>
            <a:ext cx="1685925" cy="6858000"/>
          </a:xfrm>
          <a:prstGeom prst="rect">
            <a:avLst/>
          </a:prstGeom>
          <a:noFill/>
          <a:ln>
            <a:noFill/>
          </a:ln>
        </p:spPr>
      </p:pic>
      <p:cxnSp>
        <p:nvCxnSpPr>
          <p:cNvPr id="172" name="Google Shape;172;p39"/>
          <p:cNvCxnSpPr/>
          <p:nvPr/>
        </p:nvCxnSpPr>
        <p:spPr>
          <a:xfrm rot="10800000">
            <a:off x="8593137" y="3427412"/>
            <a:ext cx="0" cy="3286125"/>
          </a:xfrm>
          <a:prstGeom prst="straightConnector1">
            <a:avLst/>
          </a:prstGeom>
          <a:noFill/>
          <a:ln cap="flat" cmpd="sng" w="9525">
            <a:solidFill>
              <a:schemeClr val="lt1"/>
            </a:solidFill>
            <a:prstDash val="solid"/>
            <a:miter lim="800000"/>
            <a:headEnd len="med" w="med" type="none"/>
            <a:tailEnd len="med" w="med" type="none"/>
          </a:ln>
        </p:spPr>
      </p:cxnSp>
      <p:sp>
        <p:nvSpPr>
          <p:cNvPr id="173" name="Google Shape;173;p39"/>
          <p:cNvSpPr/>
          <p:nvPr/>
        </p:nvSpPr>
        <p:spPr>
          <a:xfrm flipH="1" rot="10800000">
            <a:off x="8494712" y="6034087"/>
            <a:ext cx="192087" cy="193675"/>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cxnSp>
        <p:nvCxnSpPr>
          <p:cNvPr id="174" name="Google Shape;174;p39"/>
          <p:cNvCxnSpPr/>
          <p:nvPr/>
        </p:nvCxnSpPr>
        <p:spPr>
          <a:xfrm rot="10800000">
            <a:off x="990600" y="6248400"/>
            <a:ext cx="7086600" cy="0"/>
          </a:xfrm>
          <a:prstGeom prst="straightConnector1">
            <a:avLst/>
          </a:prstGeom>
          <a:noFill/>
          <a:ln cap="flat" cmpd="sng" w="9525">
            <a:solidFill>
              <a:srgbClr val="000066"/>
            </a:solidFill>
            <a:prstDash val="solid"/>
            <a:miter lim="800000"/>
            <a:headEnd len="med" w="med" type="none"/>
            <a:tailEnd len="med" w="med" type="none"/>
          </a:ln>
        </p:spPr>
      </p:cxnSp>
      <p:pic>
        <p:nvPicPr>
          <p:cNvPr descr="global" id="175" name="Google Shape;175;p39"/>
          <p:cNvPicPr preferRelativeResize="0"/>
          <p:nvPr/>
        </p:nvPicPr>
        <p:blipFill rotWithShape="1">
          <a:blip r:embed="rId2">
            <a:alphaModFix/>
          </a:blip>
          <a:srcRect b="13512" l="13482" r="12358" t="5404"/>
          <a:stretch/>
        </p:blipFill>
        <p:spPr>
          <a:xfrm>
            <a:off x="8420100" y="6045200"/>
            <a:ext cx="558800" cy="762000"/>
          </a:xfrm>
          <a:prstGeom prst="rect">
            <a:avLst/>
          </a:prstGeom>
          <a:noFill/>
          <a:ln>
            <a:noFill/>
          </a:ln>
        </p:spPr>
      </p:pic>
      <p:grpSp>
        <p:nvGrpSpPr>
          <p:cNvPr id="176" name="Google Shape;176;p39"/>
          <p:cNvGrpSpPr/>
          <p:nvPr/>
        </p:nvGrpSpPr>
        <p:grpSpPr>
          <a:xfrm>
            <a:off x="533400" y="1315143"/>
            <a:ext cx="7597902" cy="281189"/>
            <a:chOff x="504" y="3634"/>
            <a:chExt cx="4786" cy="177"/>
          </a:xfrm>
        </p:grpSpPr>
        <p:sp>
          <p:nvSpPr>
            <p:cNvPr id="177" name="Google Shape;177;p39"/>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sp>
          <p:nvSpPr>
            <p:cNvPr id="178" name="Google Shape;178;p39"/>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grpSp>
      <p:sp>
        <p:nvSpPr>
          <p:cNvPr id="179" name="Google Shape;179;p39"/>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9pPr>
          </a:lstStyle>
          <a:p/>
        </p:txBody>
      </p:sp>
      <p:sp>
        <p:nvSpPr>
          <p:cNvPr descr="Rectangle: Click to edit Master text styles &#10;Second level &#10;Third level &#10;Fourth level &#10;Fifth level" id="180" name="Google Shape;180;p39"/>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720"/>
              </a:spcBef>
              <a:spcAft>
                <a:spcPts val="0"/>
              </a:spcAft>
              <a:buClr>
                <a:srgbClr val="FF5050"/>
              </a:buClr>
              <a:buSzPts val="1800"/>
              <a:buFont typeface="Noto Sans Symbols"/>
              <a:buChar char="•"/>
              <a:defRPr b="0" i="0" sz="3600" u="none" cap="none" strike="noStrike">
                <a:solidFill>
                  <a:schemeClr val="dk1"/>
                </a:solidFill>
                <a:latin typeface="Verdana"/>
                <a:ea typeface="Verdana"/>
                <a:cs typeface="Verdana"/>
                <a:sym typeface="Verdana"/>
              </a:defRPr>
            </a:lvl1pPr>
            <a:lvl2pPr indent="-330200" lvl="1" marL="914400" marR="0" rtl="0" algn="l">
              <a:spcBef>
                <a:spcPts val="640"/>
              </a:spcBef>
              <a:spcAft>
                <a:spcPts val="0"/>
              </a:spcAft>
              <a:buClr>
                <a:srgbClr val="FF5050"/>
              </a:buClr>
              <a:buSzPts val="1600"/>
              <a:buFont typeface="Noto Sans Symbols"/>
              <a:buChar char="•"/>
              <a:defRPr b="0" i="0" sz="3200" u="none" cap="none" strike="noStrike">
                <a:solidFill>
                  <a:schemeClr val="dk1"/>
                </a:solidFill>
                <a:latin typeface="Verdana"/>
                <a:ea typeface="Verdana"/>
                <a:cs typeface="Verdana"/>
                <a:sym typeface="Verdana"/>
              </a:defRPr>
            </a:lvl2pPr>
            <a:lvl3pPr indent="-317500" lvl="2" marL="1371600" marR="0" rtl="0" algn="l">
              <a:spcBef>
                <a:spcPts val="560"/>
              </a:spcBef>
              <a:spcAft>
                <a:spcPts val="0"/>
              </a:spcAft>
              <a:buClr>
                <a:srgbClr val="FF5050"/>
              </a:buClr>
              <a:buSzPts val="1400"/>
              <a:buFont typeface="Noto Sans Symbols"/>
              <a:buChar char="⌖"/>
              <a:defRPr b="0" i="0" sz="2800" u="none" cap="none" strike="noStrike">
                <a:solidFill>
                  <a:schemeClr val="dk1"/>
                </a:solidFill>
                <a:latin typeface="Verdana"/>
                <a:ea typeface="Verdana"/>
                <a:cs typeface="Verdana"/>
                <a:sym typeface="Verdana"/>
              </a:defRPr>
            </a:lvl3pPr>
            <a:lvl4pPr indent="-304800" lvl="3" marL="1828800" marR="0" rtl="0" algn="l">
              <a:spcBef>
                <a:spcPts val="480"/>
              </a:spcBef>
              <a:spcAft>
                <a:spcPts val="0"/>
              </a:spcAft>
              <a:buClr>
                <a:srgbClr val="FF5050"/>
              </a:buClr>
              <a:buSzPts val="1200"/>
              <a:buFont typeface="Noto Sans Symbols"/>
              <a:buChar char="⌖"/>
              <a:defRPr b="0" i="0" sz="2400" u="none" cap="none" strike="noStrike">
                <a:solidFill>
                  <a:schemeClr val="dk1"/>
                </a:solidFill>
                <a:latin typeface="Verdana"/>
                <a:ea typeface="Verdana"/>
                <a:cs typeface="Verdana"/>
                <a:sym typeface="Verdana"/>
              </a:defRPr>
            </a:lvl4pPr>
            <a:lvl5pPr indent="-292100" lvl="4" marL="22860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5pPr>
            <a:lvl6pPr indent="-292100" lvl="5" marL="27432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6pPr>
            <a:lvl7pPr indent="-292100" lvl="6" marL="32004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7pPr>
            <a:lvl8pPr indent="-292100" lvl="7" marL="36576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8pPr>
            <a:lvl9pPr indent="-292100" lvl="8" marL="41148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9pPr>
          </a:lstStyle>
          <a:p/>
        </p:txBody>
      </p:sp>
      <p:sp>
        <p:nvSpPr>
          <p:cNvPr id="181" name="Google Shape;181;p39"/>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9pPr>
          </a:lstStyle>
          <a:p/>
        </p:txBody>
      </p:sp>
      <p:sp>
        <p:nvSpPr>
          <p:cNvPr id="182" name="Google Shape;182;p39"/>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sz="1400">
              <a:solidFill>
                <a:srgbClr val="000000"/>
              </a:solidFill>
              <a:latin typeface="Arial"/>
              <a:ea typeface="Arial"/>
              <a:cs typeface="Arial"/>
              <a:sym typeface="Arial"/>
            </a:endParaRPr>
          </a:p>
          <a:p>
            <a:pPr indent="0" lvl="0" marL="0" rtl="0" algn="l">
              <a:spcBef>
                <a:spcPts val="0"/>
              </a:spcBef>
              <a:spcAft>
                <a:spcPts val="0"/>
              </a:spcAft>
              <a:buClr>
                <a:srgbClr val="000000"/>
              </a:buClr>
              <a:buFont typeface="Arial"/>
              <a:buNone/>
            </a:pPr>
            <a:r>
              <a:t/>
            </a:r>
            <a:endParaRPr/>
          </a:p>
        </p:txBody>
      </p:sp>
    </p:spTree>
  </p:cSld>
  <p:clrMap accent1="accent1" accent2="accent2" accent3="accent3" accent4="accent4" accent5="accent5" accent6="accent6" bg1="lt1" bg2="dk2" tx1="dk1" tx2="lt2" folHlink="folHlink" hlink="hlink"/>
  <p:sldLayoutIdLst>
    <p:sldLayoutId id="2147483666"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9" name="Shape 189"/>
        <p:cNvGrpSpPr/>
        <p:nvPr/>
      </p:nvGrpSpPr>
      <p:grpSpPr>
        <a:xfrm>
          <a:off x="0" y="0"/>
          <a:ext cx="0" cy="0"/>
          <a:chOff x="0" y="0"/>
          <a:chExt cx="0" cy="0"/>
        </a:xfrm>
      </p:grpSpPr>
      <p:pic>
        <p:nvPicPr>
          <p:cNvPr descr="leftbarback" id="190" name="Google Shape;190;p41"/>
          <p:cNvPicPr preferRelativeResize="0"/>
          <p:nvPr/>
        </p:nvPicPr>
        <p:blipFill rotWithShape="1">
          <a:blip r:embed="rId1">
            <a:alphaModFix/>
          </a:blip>
          <a:srcRect b="0" l="0" r="0" t="0"/>
          <a:stretch/>
        </p:blipFill>
        <p:spPr>
          <a:xfrm>
            <a:off x="0" y="0"/>
            <a:ext cx="1685925" cy="6858000"/>
          </a:xfrm>
          <a:prstGeom prst="rect">
            <a:avLst/>
          </a:prstGeom>
          <a:noFill/>
          <a:ln>
            <a:noFill/>
          </a:ln>
        </p:spPr>
      </p:pic>
      <p:cxnSp>
        <p:nvCxnSpPr>
          <p:cNvPr id="191" name="Google Shape;191;p41"/>
          <p:cNvCxnSpPr/>
          <p:nvPr/>
        </p:nvCxnSpPr>
        <p:spPr>
          <a:xfrm rot="10800000">
            <a:off x="8593137" y="3427412"/>
            <a:ext cx="0" cy="3286125"/>
          </a:xfrm>
          <a:prstGeom prst="straightConnector1">
            <a:avLst/>
          </a:prstGeom>
          <a:noFill/>
          <a:ln cap="flat" cmpd="sng" w="9525">
            <a:solidFill>
              <a:schemeClr val="lt1"/>
            </a:solidFill>
            <a:prstDash val="solid"/>
            <a:miter lim="800000"/>
            <a:headEnd len="med" w="med" type="none"/>
            <a:tailEnd len="med" w="med" type="none"/>
          </a:ln>
        </p:spPr>
      </p:cxnSp>
      <p:sp>
        <p:nvSpPr>
          <p:cNvPr id="192" name="Google Shape;192;p41"/>
          <p:cNvSpPr/>
          <p:nvPr/>
        </p:nvSpPr>
        <p:spPr>
          <a:xfrm flipH="1" rot="10800000">
            <a:off x="8494712" y="6034087"/>
            <a:ext cx="192087" cy="193675"/>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cxnSp>
        <p:nvCxnSpPr>
          <p:cNvPr id="193" name="Google Shape;193;p41"/>
          <p:cNvCxnSpPr/>
          <p:nvPr/>
        </p:nvCxnSpPr>
        <p:spPr>
          <a:xfrm rot="10800000">
            <a:off x="990600" y="6248400"/>
            <a:ext cx="7086600" cy="0"/>
          </a:xfrm>
          <a:prstGeom prst="straightConnector1">
            <a:avLst/>
          </a:prstGeom>
          <a:noFill/>
          <a:ln cap="flat" cmpd="sng" w="9525">
            <a:solidFill>
              <a:srgbClr val="000066"/>
            </a:solidFill>
            <a:prstDash val="solid"/>
            <a:miter lim="800000"/>
            <a:headEnd len="med" w="med" type="none"/>
            <a:tailEnd len="med" w="med" type="none"/>
          </a:ln>
        </p:spPr>
      </p:cxnSp>
      <p:pic>
        <p:nvPicPr>
          <p:cNvPr descr="global" id="194" name="Google Shape;194;p41"/>
          <p:cNvPicPr preferRelativeResize="0"/>
          <p:nvPr/>
        </p:nvPicPr>
        <p:blipFill rotWithShape="1">
          <a:blip r:embed="rId2">
            <a:alphaModFix/>
          </a:blip>
          <a:srcRect b="13512" l="13482" r="12358" t="5404"/>
          <a:stretch/>
        </p:blipFill>
        <p:spPr>
          <a:xfrm>
            <a:off x="8420100" y="6045200"/>
            <a:ext cx="558800" cy="762000"/>
          </a:xfrm>
          <a:prstGeom prst="rect">
            <a:avLst/>
          </a:prstGeom>
          <a:noFill/>
          <a:ln>
            <a:noFill/>
          </a:ln>
        </p:spPr>
      </p:pic>
      <p:grpSp>
        <p:nvGrpSpPr>
          <p:cNvPr id="195" name="Google Shape;195;p41"/>
          <p:cNvGrpSpPr/>
          <p:nvPr/>
        </p:nvGrpSpPr>
        <p:grpSpPr>
          <a:xfrm>
            <a:off x="533400" y="1315143"/>
            <a:ext cx="7597902" cy="281189"/>
            <a:chOff x="504" y="3634"/>
            <a:chExt cx="4786" cy="177"/>
          </a:xfrm>
        </p:grpSpPr>
        <p:sp>
          <p:nvSpPr>
            <p:cNvPr id="196" name="Google Shape;196;p41"/>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sp>
          <p:nvSpPr>
            <p:cNvPr id="197" name="Google Shape;197;p41"/>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grpSp>
      <p:sp>
        <p:nvSpPr>
          <p:cNvPr id="198" name="Google Shape;198;p41"/>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9pPr>
          </a:lstStyle>
          <a:p/>
        </p:txBody>
      </p:sp>
      <p:sp>
        <p:nvSpPr>
          <p:cNvPr descr="Rectangle: Click to edit Master text styles &#10;Second level &#10;Third level &#10;Fourth level &#10;Fifth level" id="199" name="Google Shape;199;p41"/>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720"/>
              </a:spcBef>
              <a:spcAft>
                <a:spcPts val="0"/>
              </a:spcAft>
              <a:buClr>
                <a:srgbClr val="FF5050"/>
              </a:buClr>
              <a:buSzPts val="1800"/>
              <a:buFont typeface="Noto Sans Symbols"/>
              <a:buChar char="•"/>
              <a:defRPr b="0" i="0" sz="3600" u="none" cap="none" strike="noStrike">
                <a:solidFill>
                  <a:schemeClr val="dk1"/>
                </a:solidFill>
                <a:latin typeface="Verdana"/>
                <a:ea typeface="Verdana"/>
                <a:cs typeface="Verdana"/>
                <a:sym typeface="Verdana"/>
              </a:defRPr>
            </a:lvl1pPr>
            <a:lvl2pPr indent="-330200" lvl="1" marL="914400" marR="0" rtl="0" algn="l">
              <a:spcBef>
                <a:spcPts val="640"/>
              </a:spcBef>
              <a:spcAft>
                <a:spcPts val="0"/>
              </a:spcAft>
              <a:buClr>
                <a:srgbClr val="FF5050"/>
              </a:buClr>
              <a:buSzPts val="1600"/>
              <a:buFont typeface="Noto Sans Symbols"/>
              <a:buChar char="•"/>
              <a:defRPr b="0" i="0" sz="3200" u="none" cap="none" strike="noStrike">
                <a:solidFill>
                  <a:schemeClr val="dk1"/>
                </a:solidFill>
                <a:latin typeface="Verdana"/>
                <a:ea typeface="Verdana"/>
                <a:cs typeface="Verdana"/>
                <a:sym typeface="Verdana"/>
              </a:defRPr>
            </a:lvl2pPr>
            <a:lvl3pPr indent="-317500" lvl="2" marL="1371600" marR="0" rtl="0" algn="l">
              <a:spcBef>
                <a:spcPts val="560"/>
              </a:spcBef>
              <a:spcAft>
                <a:spcPts val="0"/>
              </a:spcAft>
              <a:buClr>
                <a:srgbClr val="FF5050"/>
              </a:buClr>
              <a:buSzPts val="1400"/>
              <a:buFont typeface="Noto Sans Symbols"/>
              <a:buChar char="⌖"/>
              <a:defRPr b="0" i="0" sz="2800" u="none" cap="none" strike="noStrike">
                <a:solidFill>
                  <a:schemeClr val="dk1"/>
                </a:solidFill>
                <a:latin typeface="Verdana"/>
                <a:ea typeface="Verdana"/>
                <a:cs typeface="Verdana"/>
                <a:sym typeface="Verdana"/>
              </a:defRPr>
            </a:lvl3pPr>
            <a:lvl4pPr indent="-304800" lvl="3" marL="1828800" marR="0" rtl="0" algn="l">
              <a:spcBef>
                <a:spcPts val="480"/>
              </a:spcBef>
              <a:spcAft>
                <a:spcPts val="0"/>
              </a:spcAft>
              <a:buClr>
                <a:srgbClr val="FF5050"/>
              </a:buClr>
              <a:buSzPts val="1200"/>
              <a:buFont typeface="Noto Sans Symbols"/>
              <a:buChar char="⌖"/>
              <a:defRPr b="0" i="0" sz="2400" u="none" cap="none" strike="noStrike">
                <a:solidFill>
                  <a:schemeClr val="dk1"/>
                </a:solidFill>
                <a:latin typeface="Verdana"/>
                <a:ea typeface="Verdana"/>
                <a:cs typeface="Verdana"/>
                <a:sym typeface="Verdana"/>
              </a:defRPr>
            </a:lvl4pPr>
            <a:lvl5pPr indent="-292100" lvl="4" marL="22860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5pPr>
            <a:lvl6pPr indent="-292100" lvl="5" marL="27432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6pPr>
            <a:lvl7pPr indent="-292100" lvl="6" marL="32004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7pPr>
            <a:lvl8pPr indent="-292100" lvl="7" marL="36576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8pPr>
            <a:lvl9pPr indent="-292100" lvl="8" marL="41148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9pPr>
          </a:lstStyle>
          <a:p/>
        </p:txBody>
      </p:sp>
      <p:sp>
        <p:nvSpPr>
          <p:cNvPr id="200" name="Google Shape;200;p41"/>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9pPr>
          </a:lstStyle>
          <a:p/>
        </p:txBody>
      </p:sp>
      <p:sp>
        <p:nvSpPr>
          <p:cNvPr id="201" name="Google Shape;201;p41"/>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sz="1400">
              <a:solidFill>
                <a:srgbClr val="000000"/>
              </a:solidFill>
              <a:latin typeface="Arial"/>
              <a:ea typeface="Arial"/>
              <a:cs typeface="Arial"/>
              <a:sym typeface="Arial"/>
            </a:endParaRPr>
          </a:p>
          <a:p>
            <a:pPr indent="0" lvl="0" marL="0" rtl="0" algn="l">
              <a:spcBef>
                <a:spcPts val="0"/>
              </a:spcBef>
              <a:spcAft>
                <a:spcPts val="0"/>
              </a:spcAft>
              <a:buClr>
                <a:srgbClr val="000000"/>
              </a:buClr>
              <a:buFont typeface="Arial"/>
              <a:buNone/>
            </a:pPr>
            <a:r>
              <a:t/>
            </a:r>
            <a:endParaRPr/>
          </a:p>
        </p:txBody>
      </p:sp>
    </p:spTree>
  </p:cSld>
  <p:clrMap accent1="accent1" accent2="accent2" accent3="accent3" accent4="accent4" accent5="accent5" accent6="accent6" bg1="lt1" bg2="dk2" tx1="dk1" tx2="lt2" folHlink="folHlink" hlink="hlink"/>
  <p:sldLayoutIdLst>
    <p:sldLayoutId id="214748366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7" name="Shape 207"/>
        <p:cNvGrpSpPr/>
        <p:nvPr/>
      </p:nvGrpSpPr>
      <p:grpSpPr>
        <a:xfrm>
          <a:off x="0" y="0"/>
          <a:ext cx="0" cy="0"/>
          <a:chOff x="0" y="0"/>
          <a:chExt cx="0" cy="0"/>
        </a:xfrm>
      </p:grpSpPr>
      <p:pic>
        <p:nvPicPr>
          <p:cNvPr descr="leftbarback" id="208" name="Google Shape;208;p43"/>
          <p:cNvPicPr preferRelativeResize="0"/>
          <p:nvPr/>
        </p:nvPicPr>
        <p:blipFill rotWithShape="1">
          <a:blip r:embed="rId1">
            <a:alphaModFix/>
          </a:blip>
          <a:srcRect b="0" l="0" r="0" t="0"/>
          <a:stretch/>
        </p:blipFill>
        <p:spPr>
          <a:xfrm>
            <a:off x="0" y="0"/>
            <a:ext cx="1685925" cy="6858000"/>
          </a:xfrm>
          <a:prstGeom prst="rect">
            <a:avLst/>
          </a:prstGeom>
          <a:noFill/>
          <a:ln>
            <a:noFill/>
          </a:ln>
        </p:spPr>
      </p:pic>
      <p:cxnSp>
        <p:nvCxnSpPr>
          <p:cNvPr id="209" name="Google Shape;209;p43"/>
          <p:cNvCxnSpPr/>
          <p:nvPr/>
        </p:nvCxnSpPr>
        <p:spPr>
          <a:xfrm rot="10800000">
            <a:off x="8593137" y="3427412"/>
            <a:ext cx="0" cy="3286125"/>
          </a:xfrm>
          <a:prstGeom prst="straightConnector1">
            <a:avLst/>
          </a:prstGeom>
          <a:noFill/>
          <a:ln cap="flat" cmpd="sng" w="9525">
            <a:solidFill>
              <a:schemeClr val="lt1"/>
            </a:solidFill>
            <a:prstDash val="solid"/>
            <a:miter lim="800000"/>
            <a:headEnd len="med" w="med" type="none"/>
            <a:tailEnd len="med" w="med" type="none"/>
          </a:ln>
        </p:spPr>
      </p:cxnSp>
      <p:sp>
        <p:nvSpPr>
          <p:cNvPr id="210" name="Google Shape;210;p43"/>
          <p:cNvSpPr/>
          <p:nvPr/>
        </p:nvSpPr>
        <p:spPr>
          <a:xfrm flipH="1" rot="10800000">
            <a:off x="8494712" y="6034087"/>
            <a:ext cx="192087" cy="193675"/>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cxnSp>
        <p:nvCxnSpPr>
          <p:cNvPr id="211" name="Google Shape;211;p43"/>
          <p:cNvCxnSpPr/>
          <p:nvPr/>
        </p:nvCxnSpPr>
        <p:spPr>
          <a:xfrm rot="10800000">
            <a:off x="990600" y="6248400"/>
            <a:ext cx="7086600" cy="0"/>
          </a:xfrm>
          <a:prstGeom prst="straightConnector1">
            <a:avLst/>
          </a:prstGeom>
          <a:noFill/>
          <a:ln cap="flat" cmpd="sng" w="9525">
            <a:solidFill>
              <a:srgbClr val="000066"/>
            </a:solidFill>
            <a:prstDash val="solid"/>
            <a:miter lim="800000"/>
            <a:headEnd len="med" w="med" type="none"/>
            <a:tailEnd len="med" w="med" type="none"/>
          </a:ln>
        </p:spPr>
      </p:cxnSp>
      <p:pic>
        <p:nvPicPr>
          <p:cNvPr descr="global" id="212" name="Google Shape;212;p43"/>
          <p:cNvPicPr preferRelativeResize="0"/>
          <p:nvPr/>
        </p:nvPicPr>
        <p:blipFill rotWithShape="1">
          <a:blip r:embed="rId2">
            <a:alphaModFix/>
          </a:blip>
          <a:srcRect b="13512" l="13482" r="12358" t="5404"/>
          <a:stretch/>
        </p:blipFill>
        <p:spPr>
          <a:xfrm>
            <a:off x="8420100" y="6045200"/>
            <a:ext cx="558800" cy="762000"/>
          </a:xfrm>
          <a:prstGeom prst="rect">
            <a:avLst/>
          </a:prstGeom>
          <a:noFill/>
          <a:ln>
            <a:noFill/>
          </a:ln>
        </p:spPr>
      </p:pic>
      <p:grpSp>
        <p:nvGrpSpPr>
          <p:cNvPr id="213" name="Google Shape;213;p43"/>
          <p:cNvGrpSpPr/>
          <p:nvPr/>
        </p:nvGrpSpPr>
        <p:grpSpPr>
          <a:xfrm>
            <a:off x="533400" y="1315143"/>
            <a:ext cx="7597902" cy="281189"/>
            <a:chOff x="504" y="3634"/>
            <a:chExt cx="4786" cy="177"/>
          </a:xfrm>
        </p:grpSpPr>
        <p:sp>
          <p:nvSpPr>
            <p:cNvPr id="214" name="Google Shape;214;p43"/>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sp>
          <p:nvSpPr>
            <p:cNvPr id="215" name="Google Shape;215;p43"/>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grpSp>
      <p:sp>
        <p:nvSpPr>
          <p:cNvPr id="216" name="Google Shape;216;p43"/>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9pPr>
          </a:lstStyle>
          <a:p/>
        </p:txBody>
      </p:sp>
      <p:sp>
        <p:nvSpPr>
          <p:cNvPr descr="Rectangle: Click to edit Master text styles &#10;Second level &#10;Third level &#10;Fourth level &#10;Fifth level" id="217" name="Google Shape;217;p43"/>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720"/>
              </a:spcBef>
              <a:spcAft>
                <a:spcPts val="0"/>
              </a:spcAft>
              <a:buClr>
                <a:srgbClr val="FF5050"/>
              </a:buClr>
              <a:buSzPts val="1800"/>
              <a:buFont typeface="Noto Sans Symbols"/>
              <a:buChar char="•"/>
              <a:defRPr b="0" i="0" sz="3600" u="none" cap="none" strike="noStrike">
                <a:solidFill>
                  <a:schemeClr val="dk1"/>
                </a:solidFill>
                <a:latin typeface="Verdana"/>
                <a:ea typeface="Verdana"/>
                <a:cs typeface="Verdana"/>
                <a:sym typeface="Verdana"/>
              </a:defRPr>
            </a:lvl1pPr>
            <a:lvl2pPr indent="-330200" lvl="1" marL="914400" marR="0" rtl="0" algn="l">
              <a:spcBef>
                <a:spcPts val="640"/>
              </a:spcBef>
              <a:spcAft>
                <a:spcPts val="0"/>
              </a:spcAft>
              <a:buClr>
                <a:srgbClr val="FF5050"/>
              </a:buClr>
              <a:buSzPts val="1600"/>
              <a:buFont typeface="Noto Sans Symbols"/>
              <a:buChar char="•"/>
              <a:defRPr b="0" i="0" sz="3200" u="none" cap="none" strike="noStrike">
                <a:solidFill>
                  <a:schemeClr val="dk1"/>
                </a:solidFill>
                <a:latin typeface="Verdana"/>
                <a:ea typeface="Verdana"/>
                <a:cs typeface="Verdana"/>
                <a:sym typeface="Verdana"/>
              </a:defRPr>
            </a:lvl2pPr>
            <a:lvl3pPr indent="-317500" lvl="2" marL="1371600" marR="0" rtl="0" algn="l">
              <a:spcBef>
                <a:spcPts val="560"/>
              </a:spcBef>
              <a:spcAft>
                <a:spcPts val="0"/>
              </a:spcAft>
              <a:buClr>
                <a:srgbClr val="FF5050"/>
              </a:buClr>
              <a:buSzPts val="1400"/>
              <a:buFont typeface="Noto Sans Symbols"/>
              <a:buChar char="⌖"/>
              <a:defRPr b="0" i="0" sz="2800" u="none" cap="none" strike="noStrike">
                <a:solidFill>
                  <a:schemeClr val="dk1"/>
                </a:solidFill>
                <a:latin typeface="Verdana"/>
                <a:ea typeface="Verdana"/>
                <a:cs typeface="Verdana"/>
                <a:sym typeface="Verdana"/>
              </a:defRPr>
            </a:lvl3pPr>
            <a:lvl4pPr indent="-304800" lvl="3" marL="1828800" marR="0" rtl="0" algn="l">
              <a:spcBef>
                <a:spcPts val="480"/>
              </a:spcBef>
              <a:spcAft>
                <a:spcPts val="0"/>
              </a:spcAft>
              <a:buClr>
                <a:srgbClr val="FF5050"/>
              </a:buClr>
              <a:buSzPts val="1200"/>
              <a:buFont typeface="Noto Sans Symbols"/>
              <a:buChar char="⌖"/>
              <a:defRPr b="0" i="0" sz="2400" u="none" cap="none" strike="noStrike">
                <a:solidFill>
                  <a:schemeClr val="dk1"/>
                </a:solidFill>
                <a:latin typeface="Verdana"/>
                <a:ea typeface="Verdana"/>
                <a:cs typeface="Verdana"/>
                <a:sym typeface="Verdana"/>
              </a:defRPr>
            </a:lvl4pPr>
            <a:lvl5pPr indent="-292100" lvl="4" marL="22860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5pPr>
            <a:lvl6pPr indent="-292100" lvl="5" marL="27432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6pPr>
            <a:lvl7pPr indent="-292100" lvl="6" marL="32004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7pPr>
            <a:lvl8pPr indent="-292100" lvl="7" marL="36576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8pPr>
            <a:lvl9pPr indent="-292100" lvl="8" marL="41148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9pPr>
          </a:lstStyle>
          <a:p/>
        </p:txBody>
      </p:sp>
      <p:sp>
        <p:nvSpPr>
          <p:cNvPr id="218" name="Google Shape;218;p43"/>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9pPr>
          </a:lstStyle>
          <a:p/>
        </p:txBody>
      </p:sp>
      <p:sp>
        <p:nvSpPr>
          <p:cNvPr id="219" name="Google Shape;219;p43"/>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sz="1400">
              <a:solidFill>
                <a:srgbClr val="000000"/>
              </a:solidFill>
              <a:latin typeface="Arial"/>
              <a:ea typeface="Arial"/>
              <a:cs typeface="Arial"/>
              <a:sym typeface="Arial"/>
            </a:endParaRPr>
          </a:p>
          <a:p>
            <a:pPr indent="0" lvl="0" marL="0" rtl="0" algn="l">
              <a:spcBef>
                <a:spcPts val="0"/>
              </a:spcBef>
              <a:spcAft>
                <a:spcPts val="0"/>
              </a:spcAft>
              <a:buClr>
                <a:srgbClr val="000000"/>
              </a:buClr>
              <a:buFont typeface="Arial"/>
              <a:buNone/>
            </a:pPr>
            <a:r>
              <a:t/>
            </a:r>
            <a:endParaRPr/>
          </a:p>
        </p:txBody>
      </p:sp>
    </p:spTree>
  </p:cSld>
  <p:clrMap accent1="accent1" accent2="accent2" accent3="accent3" accent4="accent4" accent5="accent5" accent6="accent6" bg1="lt1" bg2="dk2" tx1="dk1" tx2="lt2" folHlink="folHlink" hlink="hlink"/>
  <p:sldLayoutIdLst>
    <p:sldLayoutId id="2147483670"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5" name="Shape 225"/>
        <p:cNvGrpSpPr/>
        <p:nvPr/>
      </p:nvGrpSpPr>
      <p:grpSpPr>
        <a:xfrm>
          <a:off x="0" y="0"/>
          <a:ext cx="0" cy="0"/>
          <a:chOff x="0" y="0"/>
          <a:chExt cx="0" cy="0"/>
        </a:xfrm>
      </p:grpSpPr>
      <p:pic>
        <p:nvPicPr>
          <p:cNvPr descr="leftbarback" id="226" name="Google Shape;226;p45"/>
          <p:cNvPicPr preferRelativeResize="0"/>
          <p:nvPr/>
        </p:nvPicPr>
        <p:blipFill rotWithShape="1">
          <a:blip r:embed="rId1">
            <a:alphaModFix/>
          </a:blip>
          <a:srcRect b="0" l="0" r="0" t="0"/>
          <a:stretch/>
        </p:blipFill>
        <p:spPr>
          <a:xfrm>
            <a:off x="0" y="0"/>
            <a:ext cx="1685925" cy="6858000"/>
          </a:xfrm>
          <a:prstGeom prst="rect">
            <a:avLst/>
          </a:prstGeom>
          <a:noFill/>
          <a:ln>
            <a:noFill/>
          </a:ln>
        </p:spPr>
      </p:pic>
      <p:cxnSp>
        <p:nvCxnSpPr>
          <p:cNvPr id="227" name="Google Shape;227;p45"/>
          <p:cNvCxnSpPr/>
          <p:nvPr/>
        </p:nvCxnSpPr>
        <p:spPr>
          <a:xfrm rot="10800000">
            <a:off x="8593137" y="3427412"/>
            <a:ext cx="0" cy="3286125"/>
          </a:xfrm>
          <a:prstGeom prst="straightConnector1">
            <a:avLst/>
          </a:prstGeom>
          <a:noFill/>
          <a:ln cap="flat" cmpd="sng" w="9525">
            <a:solidFill>
              <a:schemeClr val="lt1"/>
            </a:solidFill>
            <a:prstDash val="solid"/>
            <a:miter lim="800000"/>
            <a:headEnd len="med" w="med" type="none"/>
            <a:tailEnd len="med" w="med" type="none"/>
          </a:ln>
        </p:spPr>
      </p:cxnSp>
      <p:sp>
        <p:nvSpPr>
          <p:cNvPr id="228" name="Google Shape;228;p45"/>
          <p:cNvSpPr/>
          <p:nvPr/>
        </p:nvSpPr>
        <p:spPr>
          <a:xfrm flipH="1" rot="10800000">
            <a:off x="8494712" y="6034087"/>
            <a:ext cx="192087" cy="193675"/>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cxnSp>
        <p:nvCxnSpPr>
          <p:cNvPr id="229" name="Google Shape;229;p45"/>
          <p:cNvCxnSpPr/>
          <p:nvPr/>
        </p:nvCxnSpPr>
        <p:spPr>
          <a:xfrm rot="10800000">
            <a:off x="990600" y="6248400"/>
            <a:ext cx="7086600" cy="0"/>
          </a:xfrm>
          <a:prstGeom prst="straightConnector1">
            <a:avLst/>
          </a:prstGeom>
          <a:noFill/>
          <a:ln cap="flat" cmpd="sng" w="9525">
            <a:solidFill>
              <a:srgbClr val="000066"/>
            </a:solidFill>
            <a:prstDash val="solid"/>
            <a:miter lim="800000"/>
            <a:headEnd len="med" w="med" type="none"/>
            <a:tailEnd len="med" w="med" type="none"/>
          </a:ln>
        </p:spPr>
      </p:cxnSp>
      <p:pic>
        <p:nvPicPr>
          <p:cNvPr descr="global" id="230" name="Google Shape;230;p45"/>
          <p:cNvPicPr preferRelativeResize="0"/>
          <p:nvPr/>
        </p:nvPicPr>
        <p:blipFill rotWithShape="1">
          <a:blip r:embed="rId2">
            <a:alphaModFix/>
          </a:blip>
          <a:srcRect b="13512" l="13482" r="12358" t="5404"/>
          <a:stretch/>
        </p:blipFill>
        <p:spPr>
          <a:xfrm>
            <a:off x="8420100" y="6045200"/>
            <a:ext cx="558800" cy="762000"/>
          </a:xfrm>
          <a:prstGeom prst="rect">
            <a:avLst/>
          </a:prstGeom>
          <a:noFill/>
          <a:ln>
            <a:noFill/>
          </a:ln>
        </p:spPr>
      </p:pic>
      <p:grpSp>
        <p:nvGrpSpPr>
          <p:cNvPr id="231" name="Google Shape;231;p45"/>
          <p:cNvGrpSpPr/>
          <p:nvPr/>
        </p:nvGrpSpPr>
        <p:grpSpPr>
          <a:xfrm>
            <a:off x="533400" y="1315143"/>
            <a:ext cx="7597902" cy="281189"/>
            <a:chOff x="504" y="3634"/>
            <a:chExt cx="4786" cy="177"/>
          </a:xfrm>
        </p:grpSpPr>
        <p:sp>
          <p:nvSpPr>
            <p:cNvPr id="232" name="Google Shape;232;p45"/>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sp>
          <p:nvSpPr>
            <p:cNvPr id="233" name="Google Shape;233;p45"/>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600" u="none">
                <a:solidFill>
                  <a:schemeClr val="dk1"/>
                </a:solidFill>
                <a:latin typeface="Tahoma"/>
                <a:ea typeface="Tahoma"/>
                <a:cs typeface="Tahoma"/>
                <a:sym typeface="Tahoma"/>
              </a:endParaRPr>
            </a:p>
          </p:txBody>
        </p:sp>
      </p:grpSp>
      <p:sp>
        <p:nvSpPr>
          <p:cNvPr id="234" name="Google Shape;234;p45"/>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1" i="0" sz="4000" u="none" cap="none" strike="noStrike">
                <a:solidFill>
                  <a:schemeClr val="dk1"/>
                </a:solidFill>
                <a:latin typeface="Verdana"/>
                <a:ea typeface="Verdana"/>
                <a:cs typeface="Verdana"/>
                <a:sym typeface="Verdana"/>
              </a:defRPr>
            </a:lvl9pPr>
          </a:lstStyle>
          <a:p/>
        </p:txBody>
      </p:sp>
      <p:sp>
        <p:nvSpPr>
          <p:cNvPr descr="Rectangle: Click to edit Master text styles &#10;Second level &#10;Third level &#10;Fourth level &#10;Fifth level" id="235" name="Google Shape;235;p45"/>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720"/>
              </a:spcBef>
              <a:spcAft>
                <a:spcPts val="0"/>
              </a:spcAft>
              <a:buClr>
                <a:srgbClr val="FF5050"/>
              </a:buClr>
              <a:buSzPts val="1800"/>
              <a:buFont typeface="Noto Sans Symbols"/>
              <a:buChar char="•"/>
              <a:defRPr b="0" i="0" sz="3600" u="none" cap="none" strike="noStrike">
                <a:solidFill>
                  <a:schemeClr val="dk1"/>
                </a:solidFill>
                <a:latin typeface="Verdana"/>
                <a:ea typeface="Verdana"/>
                <a:cs typeface="Verdana"/>
                <a:sym typeface="Verdana"/>
              </a:defRPr>
            </a:lvl1pPr>
            <a:lvl2pPr indent="-330200" lvl="1" marL="914400" marR="0" rtl="0" algn="l">
              <a:spcBef>
                <a:spcPts val="640"/>
              </a:spcBef>
              <a:spcAft>
                <a:spcPts val="0"/>
              </a:spcAft>
              <a:buClr>
                <a:srgbClr val="FF5050"/>
              </a:buClr>
              <a:buSzPts val="1600"/>
              <a:buFont typeface="Noto Sans Symbols"/>
              <a:buChar char="•"/>
              <a:defRPr b="0" i="0" sz="3200" u="none" cap="none" strike="noStrike">
                <a:solidFill>
                  <a:schemeClr val="dk1"/>
                </a:solidFill>
                <a:latin typeface="Verdana"/>
                <a:ea typeface="Verdana"/>
                <a:cs typeface="Verdana"/>
                <a:sym typeface="Verdana"/>
              </a:defRPr>
            </a:lvl2pPr>
            <a:lvl3pPr indent="-317500" lvl="2" marL="1371600" marR="0" rtl="0" algn="l">
              <a:spcBef>
                <a:spcPts val="560"/>
              </a:spcBef>
              <a:spcAft>
                <a:spcPts val="0"/>
              </a:spcAft>
              <a:buClr>
                <a:srgbClr val="FF5050"/>
              </a:buClr>
              <a:buSzPts val="1400"/>
              <a:buFont typeface="Noto Sans Symbols"/>
              <a:buChar char="⌖"/>
              <a:defRPr b="0" i="0" sz="2800" u="none" cap="none" strike="noStrike">
                <a:solidFill>
                  <a:schemeClr val="dk1"/>
                </a:solidFill>
                <a:latin typeface="Verdana"/>
                <a:ea typeface="Verdana"/>
                <a:cs typeface="Verdana"/>
                <a:sym typeface="Verdana"/>
              </a:defRPr>
            </a:lvl3pPr>
            <a:lvl4pPr indent="-304800" lvl="3" marL="1828800" marR="0" rtl="0" algn="l">
              <a:spcBef>
                <a:spcPts val="480"/>
              </a:spcBef>
              <a:spcAft>
                <a:spcPts val="0"/>
              </a:spcAft>
              <a:buClr>
                <a:srgbClr val="FF5050"/>
              </a:buClr>
              <a:buSzPts val="1200"/>
              <a:buFont typeface="Noto Sans Symbols"/>
              <a:buChar char="⌖"/>
              <a:defRPr b="0" i="0" sz="2400" u="none" cap="none" strike="noStrike">
                <a:solidFill>
                  <a:schemeClr val="dk1"/>
                </a:solidFill>
                <a:latin typeface="Verdana"/>
                <a:ea typeface="Verdana"/>
                <a:cs typeface="Verdana"/>
                <a:sym typeface="Verdana"/>
              </a:defRPr>
            </a:lvl4pPr>
            <a:lvl5pPr indent="-292100" lvl="4" marL="22860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5pPr>
            <a:lvl6pPr indent="-292100" lvl="5" marL="27432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6pPr>
            <a:lvl7pPr indent="-292100" lvl="6" marL="32004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7pPr>
            <a:lvl8pPr indent="-292100" lvl="7" marL="36576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8pPr>
            <a:lvl9pPr indent="-292100" lvl="8" marL="4114800" marR="0" rtl="0" algn="l">
              <a:spcBef>
                <a:spcPts val="400"/>
              </a:spcBef>
              <a:spcAft>
                <a:spcPts val="0"/>
              </a:spcAft>
              <a:buClr>
                <a:srgbClr val="FF5050"/>
              </a:buClr>
              <a:buSzPts val="1000"/>
              <a:buFont typeface="Noto Sans Symbols"/>
              <a:buChar char="⌖"/>
              <a:defRPr b="0" i="0" sz="2000" u="none" cap="none" strike="noStrike">
                <a:solidFill>
                  <a:schemeClr val="dk1"/>
                </a:solidFill>
                <a:latin typeface="Verdana"/>
                <a:ea typeface="Verdana"/>
                <a:cs typeface="Verdana"/>
                <a:sym typeface="Verdana"/>
              </a:defRPr>
            </a:lvl9pPr>
          </a:lstStyle>
          <a:p/>
        </p:txBody>
      </p:sp>
      <p:sp>
        <p:nvSpPr>
          <p:cNvPr id="236" name="Google Shape;236;p45"/>
          <p:cNvSpPr txBox="1"/>
          <p:nvPr>
            <p:ph idx="11" type="ftr"/>
          </p:nvPr>
        </p:nvSpPr>
        <p:spPr>
          <a:xfrm>
            <a:off x="2438400" y="6248400"/>
            <a:ext cx="5638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3600" u="none" cap="none" strike="noStrike">
                <a:solidFill>
                  <a:schemeClr val="dk1"/>
                </a:solidFill>
                <a:latin typeface="Tahoma"/>
                <a:ea typeface="Tahoma"/>
                <a:cs typeface="Tahoma"/>
                <a:sym typeface="Tahoma"/>
              </a:defRPr>
            </a:lvl9pPr>
          </a:lstStyle>
          <a:p/>
        </p:txBody>
      </p:sp>
      <p:sp>
        <p:nvSpPr>
          <p:cNvPr id="237" name="Google Shape;237;p45"/>
          <p:cNvSpPr txBox="1"/>
          <p:nvPr>
            <p:ph idx="12" type="sldNum"/>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l">
              <a:spcBef>
                <a:spcPts val="0"/>
              </a:spcBef>
              <a:spcAft>
                <a:spcPts val="0"/>
              </a:spcAft>
              <a:buNone/>
            </a:pPr>
            <a:r>
              <a:rPr lang="en-US"/>
              <a:t>Slide </a:t>
            </a:r>
            <a:fld id="{00000000-1234-1234-1234-123412341234}" type="slidenum">
              <a:rPr lang="en-US"/>
              <a:t>‹#›</a:t>
            </a:fld>
            <a:endParaRPr sz="1400">
              <a:solidFill>
                <a:srgbClr val="000000"/>
              </a:solidFill>
              <a:latin typeface="Arial"/>
              <a:ea typeface="Arial"/>
              <a:cs typeface="Arial"/>
              <a:sym typeface="Arial"/>
            </a:endParaRPr>
          </a:p>
          <a:p>
            <a:pPr indent="0" lvl="0" marL="0" rtl="0" algn="l">
              <a:spcBef>
                <a:spcPts val="0"/>
              </a:spcBef>
              <a:spcAft>
                <a:spcPts val="0"/>
              </a:spcAft>
              <a:buClr>
                <a:srgbClr val="000000"/>
              </a:buClr>
              <a:buFont typeface="Arial"/>
              <a:buNone/>
            </a:pPr>
            <a:r>
              <a:t/>
            </a:r>
            <a:endParaRPr/>
          </a:p>
        </p:txBody>
      </p:sp>
    </p:spTree>
  </p:cSld>
  <p:clrMap accent1="accent1" accent2="accent2" accent3="accent3" accent4="accent4" accent5="accent5" accent6="accent6" bg1="lt1" bg2="dk2" tx1="dk1" tx2="lt2" folHlink="folHlink" hlink="hlink"/>
  <p:sldLayoutIdLst>
    <p:sldLayoutId id="2147483672"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Verdana"/>
              <a:buNone/>
            </a:pPr>
            <a:r>
              <a:rPr b="1" i="0" lang="en-US" sz="4000" u="none">
                <a:solidFill>
                  <a:schemeClr val="dk1"/>
                </a:solidFill>
                <a:latin typeface="Verdana"/>
                <a:ea typeface="Verdana"/>
                <a:cs typeface="Verdana"/>
                <a:sym typeface="Verdana"/>
              </a:rPr>
              <a:t>&lt;&lt;Include&gt;&gt; in Use case</a:t>
            </a:r>
            <a:endParaRPr/>
          </a:p>
        </p:txBody>
      </p:sp>
      <p:sp>
        <p:nvSpPr>
          <p:cNvPr descr="Rectangle: Click to edit Master text styles &#10;Second level &#10;Third level &#10;Fourth level &#10;Fifth level" id="247" name="Google Shape;247;p1"/>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5050"/>
              </a:buClr>
              <a:buSzPts val="1400"/>
              <a:buFont typeface="Noto Sans Symbols"/>
              <a:buChar char="•"/>
            </a:pPr>
            <a:r>
              <a:rPr b="0" i="0" lang="en-US" sz="2800" u="none" cap="none" strike="noStrike">
                <a:solidFill>
                  <a:schemeClr val="dk1"/>
                </a:solidFill>
                <a:latin typeface="Verdana"/>
                <a:ea typeface="Verdana"/>
                <a:cs typeface="Verdana"/>
                <a:sym typeface="Verdana"/>
              </a:rPr>
              <a:t>The include relationship could be used:</a:t>
            </a:r>
            <a:endParaRPr/>
          </a:p>
          <a:p>
            <a:pPr indent="-285750" lvl="1" marL="742950" marR="0" rtl="0" algn="l">
              <a:lnSpc>
                <a:spcPct val="100000"/>
              </a:lnSpc>
              <a:spcBef>
                <a:spcPts val="1200"/>
              </a:spcBef>
              <a:spcAft>
                <a:spcPts val="0"/>
              </a:spcAft>
              <a:buClr>
                <a:srgbClr val="FF5050"/>
              </a:buClr>
              <a:buSzPts val="1400"/>
              <a:buFont typeface="Noto Sans Symbols"/>
              <a:buChar char="•"/>
            </a:pPr>
            <a:r>
              <a:rPr b="0" i="0" lang="en-US" sz="2800" u="none" cap="none" strike="noStrike">
                <a:solidFill>
                  <a:schemeClr val="dk1"/>
                </a:solidFill>
                <a:latin typeface="Verdana"/>
                <a:ea typeface="Verdana"/>
                <a:cs typeface="Verdana"/>
                <a:sym typeface="Verdana"/>
              </a:rPr>
              <a:t>To simplify large use case by splitting it into several use cases</a:t>
            </a:r>
            <a:endParaRPr/>
          </a:p>
          <a:p>
            <a:pPr indent="-285750" lvl="1" marL="742950" marR="0" rtl="0" algn="l">
              <a:lnSpc>
                <a:spcPct val="100000"/>
              </a:lnSpc>
              <a:spcBef>
                <a:spcPts val="1200"/>
              </a:spcBef>
              <a:spcAft>
                <a:spcPts val="0"/>
              </a:spcAft>
              <a:buClr>
                <a:srgbClr val="FF5050"/>
              </a:buClr>
              <a:buSzPts val="1400"/>
              <a:buFont typeface="Noto Sans Symbols"/>
              <a:buChar char="•"/>
            </a:pPr>
            <a:r>
              <a:rPr b="0" i="0" lang="en-US" sz="2800" u="none" cap="none" strike="noStrike">
                <a:solidFill>
                  <a:schemeClr val="dk1"/>
                </a:solidFill>
                <a:latin typeface="Verdana"/>
                <a:ea typeface="Verdana"/>
                <a:cs typeface="Verdana"/>
                <a:sym typeface="Verdana"/>
              </a:rPr>
              <a:t>To extract common parts of the behaviors of two or more use cases.</a:t>
            </a:r>
            <a:endParaRPr/>
          </a:p>
          <a:p>
            <a:pPr indent="-285750" lvl="1" marL="742950" marR="0" rtl="0" algn="l">
              <a:lnSpc>
                <a:spcPct val="100000"/>
              </a:lnSpc>
              <a:spcBef>
                <a:spcPts val="1200"/>
              </a:spcBef>
              <a:spcAft>
                <a:spcPts val="0"/>
              </a:spcAft>
              <a:buClr>
                <a:srgbClr val="FF5050"/>
              </a:buClr>
              <a:buSzPts val="1400"/>
              <a:buFont typeface="Noto Sans Symbols"/>
              <a:buChar char="•"/>
            </a:pPr>
            <a:r>
              <a:rPr b="0" i="0" lang="en-US" sz="2800" u="none" cap="none" strike="noStrike">
                <a:solidFill>
                  <a:schemeClr val="dk1"/>
                </a:solidFill>
                <a:latin typeface="Verdana"/>
                <a:ea typeface="Verdana"/>
                <a:cs typeface="Verdana"/>
                <a:sym typeface="Verdana"/>
              </a:rPr>
              <a:t>The base use case is incomplete without the included use case.</a:t>
            </a:r>
            <a:endParaRPr/>
          </a:p>
          <a:p>
            <a:pPr indent="-285750" lvl="1" marL="742950" marR="0" rtl="0" algn="l">
              <a:lnSpc>
                <a:spcPct val="100000"/>
              </a:lnSpc>
              <a:spcBef>
                <a:spcPts val="1200"/>
              </a:spcBef>
              <a:spcAft>
                <a:spcPts val="0"/>
              </a:spcAft>
              <a:buClr>
                <a:srgbClr val="FF5050"/>
              </a:buClr>
              <a:buSzPts val="1400"/>
              <a:buFont typeface="Noto Sans Symbols"/>
              <a:buChar char="•"/>
            </a:pPr>
            <a:r>
              <a:rPr b="0" i="0" lang="en-US" sz="2800" u="none" cap="none" strike="noStrike">
                <a:solidFill>
                  <a:schemeClr val="dk1"/>
                </a:solidFill>
                <a:latin typeface="Verdana"/>
                <a:ea typeface="Verdana"/>
                <a:cs typeface="Verdana"/>
                <a:sym typeface="Verdana"/>
              </a:rPr>
              <a:t>The included use case is mandatory and not optional.</a:t>
            </a:r>
            <a:endParaRPr/>
          </a:p>
        </p:txBody>
      </p:sp>
      <p:sp>
        <p:nvSpPr>
          <p:cNvPr id="248" name="Google Shape;248;p1"/>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
          <p:cNvSpPr txBox="1"/>
          <p:nvPr>
            <p:ph type="title"/>
          </p:nvPr>
        </p:nvSpPr>
        <p:spPr>
          <a:xfrm>
            <a:off x="533400" y="304800"/>
            <a:ext cx="77724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Verdana"/>
              <a:buNone/>
            </a:pPr>
            <a:r>
              <a:rPr b="1" i="0" lang="en-US" sz="4000" u="none">
                <a:solidFill>
                  <a:schemeClr val="dk1"/>
                </a:solidFill>
                <a:latin typeface="Verdana"/>
                <a:ea typeface="Verdana"/>
                <a:cs typeface="Verdana"/>
                <a:sym typeface="Verdana"/>
              </a:rPr>
              <a:t>&lt;&lt;Include&gt;&gt; in Use case</a:t>
            </a:r>
            <a:endParaRPr/>
          </a:p>
        </p:txBody>
      </p:sp>
      <p:pic>
        <p:nvPicPr>
          <p:cNvPr descr="Screen Clipping" id="254" name="Google Shape;254;p2"/>
          <p:cNvPicPr preferRelativeResize="0"/>
          <p:nvPr>
            <p:ph idx="1" type="body"/>
          </p:nvPr>
        </p:nvPicPr>
        <p:blipFill rotWithShape="1">
          <a:blip r:embed="rId3">
            <a:alphaModFix/>
          </a:blip>
          <a:srcRect b="0" l="0" r="0" t="0"/>
          <a:stretch/>
        </p:blipFill>
        <p:spPr>
          <a:xfrm>
            <a:off x="0" y="1452562"/>
            <a:ext cx="9144000" cy="4865687"/>
          </a:xfrm>
          <a:prstGeom prst="rect">
            <a:avLst/>
          </a:prstGeom>
          <a:noFill/>
          <a:ln>
            <a:noFill/>
          </a:ln>
        </p:spPr>
      </p:pic>
      <p:sp>
        <p:nvSpPr>
          <p:cNvPr id="255" name="Google Shape;255;p2"/>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
          <p:cNvSpPr txBox="1"/>
          <p:nvPr>
            <p:ph type="title"/>
          </p:nvPr>
        </p:nvSpPr>
        <p:spPr>
          <a:xfrm>
            <a:off x="533400" y="304800"/>
            <a:ext cx="77724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Verdana"/>
              <a:buNone/>
            </a:pPr>
            <a:r>
              <a:rPr b="1" i="0" lang="en-US" sz="4000" u="none">
                <a:solidFill>
                  <a:schemeClr val="dk1"/>
                </a:solidFill>
                <a:latin typeface="Verdana"/>
                <a:ea typeface="Verdana"/>
                <a:cs typeface="Verdana"/>
                <a:sym typeface="Verdana"/>
              </a:rPr>
              <a:t>&lt;&lt;Include&gt;&gt; in Use case</a:t>
            </a:r>
            <a:endParaRPr/>
          </a:p>
        </p:txBody>
      </p:sp>
      <p:sp>
        <p:nvSpPr>
          <p:cNvPr id="261" name="Google Shape;261;p3"/>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pic>
        <p:nvPicPr>
          <p:cNvPr descr="Screen Clipping" id="262" name="Google Shape;262;p3"/>
          <p:cNvPicPr preferRelativeResize="0"/>
          <p:nvPr>
            <p:ph idx="1" type="body"/>
          </p:nvPr>
        </p:nvPicPr>
        <p:blipFill rotWithShape="1">
          <a:blip r:embed="rId3">
            <a:alphaModFix/>
          </a:blip>
          <a:srcRect b="0" l="0" r="0" t="0"/>
          <a:stretch/>
        </p:blipFill>
        <p:spPr>
          <a:xfrm>
            <a:off x="53975" y="1981200"/>
            <a:ext cx="9090025" cy="3908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
          <p:cNvSpPr txBox="1"/>
          <p:nvPr>
            <p:ph type="title"/>
          </p:nvPr>
        </p:nvSpPr>
        <p:spPr>
          <a:xfrm>
            <a:off x="533400" y="304800"/>
            <a:ext cx="77724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Verdana"/>
              <a:buNone/>
            </a:pPr>
            <a:r>
              <a:rPr b="1" i="0" lang="en-US" sz="4000" u="none">
                <a:solidFill>
                  <a:schemeClr val="dk1"/>
                </a:solidFill>
                <a:latin typeface="Verdana"/>
                <a:ea typeface="Verdana"/>
                <a:cs typeface="Verdana"/>
                <a:sym typeface="Verdana"/>
              </a:rPr>
              <a:t>&lt;&lt;Include&gt;&gt; in Use case</a:t>
            </a:r>
            <a:endParaRPr/>
          </a:p>
        </p:txBody>
      </p:sp>
      <p:sp>
        <p:nvSpPr>
          <p:cNvPr id="268" name="Google Shape;268;p4"/>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pic>
        <p:nvPicPr>
          <p:cNvPr descr="Screen Clipping" id="269" name="Google Shape;269;p4"/>
          <p:cNvPicPr preferRelativeResize="0"/>
          <p:nvPr>
            <p:ph idx="1" type="body"/>
          </p:nvPr>
        </p:nvPicPr>
        <p:blipFill rotWithShape="1">
          <a:blip r:embed="rId3">
            <a:alphaModFix/>
          </a:blip>
          <a:srcRect b="0" l="0" r="0" t="0"/>
          <a:stretch/>
        </p:blipFill>
        <p:spPr>
          <a:xfrm>
            <a:off x="17462" y="1855787"/>
            <a:ext cx="4564062" cy="3860800"/>
          </a:xfrm>
          <a:prstGeom prst="rect">
            <a:avLst/>
          </a:prstGeom>
          <a:noFill/>
          <a:ln>
            <a:noFill/>
          </a:ln>
        </p:spPr>
      </p:pic>
      <p:pic>
        <p:nvPicPr>
          <p:cNvPr descr="Screen Clipping" id="270" name="Google Shape;270;p4"/>
          <p:cNvPicPr preferRelativeResize="0"/>
          <p:nvPr/>
        </p:nvPicPr>
        <p:blipFill rotWithShape="1">
          <a:blip r:embed="rId4">
            <a:alphaModFix/>
          </a:blip>
          <a:srcRect b="0" l="0" r="0" t="0"/>
          <a:stretch/>
        </p:blipFill>
        <p:spPr>
          <a:xfrm>
            <a:off x="4648200" y="2200275"/>
            <a:ext cx="4370387" cy="317023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5"/>
          <p:cNvSpPr txBox="1"/>
          <p:nvPr>
            <p:ph type="title"/>
          </p:nvPr>
        </p:nvSpPr>
        <p:spPr>
          <a:xfrm>
            <a:off x="533400" y="304800"/>
            <a:ext cx="77724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Verdana"/>
              <a:buNone/>
            </a:pPr>
            <a:r>
              <a:rPr b="1" i="0" lang="en-US" sz="4000" u="none">
                <a:solidFill>
                  <a:schemeClr val="dk1"/>
                </a:solidFill>
                <a:latin typeface="Verdana"/>
                <a:ea typeface="Verdana"/>
                <a:cs typeface="Verdana"/>
                <a:sym typeface="Verdana"/>
              </a:rPr>
              <a:t>&lt;&lt;extend&gt;&gt; in Use case</a:t>
            </a:r>
            <a:endParaRPr/>
          </a:p>
        </p:txBody>
      </p:sp>
      <p:sp>
        <p:nvSpPr>
          <p:cNvPr id="277" name="Google Shape;277;p5"/>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sp>
        <p:nvSpPr>
          <p:cNvPr descr="Rectangle: Click to edit Master text styles &#10;Second level &#10;Third level &#10;Fourth level &#10;Fifth level" id="278" name="Google Shape;278;p5"/>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5050"/>
              </a:buClr>
              <a:buSzPts val="1500"/>
              <a:buFont typeface="Noto Sans Symbols"/>
              <a:buChar char="•"/>
            </a:pPr>
            <a:r>
              <a:rPr b="0" i="0" lang="en-US" sz="3000" u="none" cap="none" strike="noStrike">
                <a:solidFill>
                  <a:schemeClr val="dk1"/>
                </a:solidFill>
                <a:latin typeface="Verdana"/>
                <a:ea typeface="Verdana"/>
                <a:cs typeface="Verdana"/>
                <a:sym typeface="Verdana"/>
              </a:rPr>
              <a:t>Extends relationship is </a:t>
            </a:r>
            <a:r>
              <a:rPr b="1" i="0" lang="en-US" sz="3000" u="none" cap="none" strike="noStrike">
                <a:solidFill>
                  <a:schemeClr val="dk1"/>
                </a:solidFill>
                <a:latin typeface="Verdana"/>
                <a:ea typeface="Verdana"/>
                <a:cs typeface="Verdana"/>
                <a:sym typeface="Verdana"/>
              </a:rPr>
              <a:t>"optional</a:t>
            </a:r>
            <a:r>
              <a:rPr b="0" i="0" lang="en-US" sz="3000" u="none" cap="none" strike="noStrike">
                <a:solidFill>
                  <a:schemeClr val="dk1"/>
                </a:solidFill>
                <a:latin typeface="Verdana"/>
                <a:ea typeface="Verdana"/>
                <a:cs typeface="Verdana"/>
                <a:sym typeface="Verdana"/>
              </a:rPr>
              <a:t>"!</a:t>
            </a:r>
            <a:endParaRPr/>
          </a:p>
          <a:p>
            <a:pPr indent="-342900" lvl="0" marL="342900" marR="0" rtl="0" algn="l">
              <a:lnSpc>
                <a:spcPct val="100000"/>
              </a:lnSpc>
              <a:spcBef>
                <a:spcPts val="600"/>
              </a:spcBef>
              <a:spcAft>
                <a:spcPts val="0"/>
              </a:spcAft>
              <a:buClr>
                <a:srgbClr val="FF5050"/>
              </a:buClr>
              <a:buSzPts val="1500"/>
              <a:buFont typeface="Noto Sans Symbols"/>
              <a:buChar char="•"/>
            </a:pPr>
            <a:r>
              <a:rPr b="0" i="0" lang="en-US" sz="3000" u="none" cap="none" strike="noStrike">
                <a:solidFill>
                  <a:schemeClr val="dk1"/>
                </a:solidFill>
                <a:latin typeface="Verdana"/>
                <a:ea typeface="Verdana"/>
                <a:cs typeface="Verdana"/>
                <a:sym typeface="Verdana"/>
              </a:rPr>
              <a:t>It adds further functionality to the base use case which may be restricted by constraints</a:t>
            </a:r>
            <a:endParaRPr/>
          </a:p>
          <a:p>
            <a:pPr indent="-342900" lvl="0" marL="342900" marR="0" rtl="0" algn="l">
              <a:lnSpc>
                <a:spcPct val="100000"/>
              </a:lnSpc>
              <a:spcBef>
                <a:spcPts val="600"/>
              </a:spcBef>
              <a:spcAft>
                <a:spcPts val="0"/>
              </a:spcAft>
              <a:buClr>
                <a:srgbClr val="FF5050"/>
              </a:buClr>
              <a:buSzPts val="1500"/>
              <a:buFont typeface="Noto Sans Symbols"/>
              <a:buChar char="•"/>
            </a:pPr>
            <a:r>
              <a:rPr b="0" i="0" lang="en-US" sz="3000" u="none" cap="none" strike="noStrike">
                <a:solidFill>
                  <a:schemeClr val="dk1"/>
                </a:solidFill>
                <a:latin typeface="Verdana"/>
                <a:ea typeface="Verdana"/>
                <a:cs typeface="Verdana"/>
                <a:sym typeface="Verdana"/>
              </a:rPr>
              <a:t>The extending use case is dependent on the extended (base) use case.</a:t>
            </a:r>
            <a:endParaRPr/>
          </a:p>
          <a:p>
            <a:pPr indent="-342900" lvl="0" marL="342900" marR="0" rtl="0" algn="l">
              <a:lnSpc>
                <a:spcPct val="100000"/>
              </a:lnSpc>
              <a:spcBef>
                <a:spcPts val="600"/>
              </a:spcBef>
              <a:spcAft>
                <a:spcPts val="0"/>
              </a:spcAft>
              <a:buClr>
                <a:srgbClr val="FF5050"/>
              </a:buClr>
              <a:buSzPts val="1500"/>
              <a:buFont typeface="Noto Sans Symbols"/>
              <a:buChar char="•"/>
            </a:pPr>
            <a:r>
              <a:rPr b="0" i="0" lang="en-US" sz="3000" u="none" cap="none" strike="noStrike">
                <a:solidFill>
                  <a:schemeClr val="dk1"/>
                </a:solidFill>
                <a:latin typeface="Verdana"/>
                <a:ea typeface="Verdana"/>
                <a:cs typeface="Verdana"/>
                <a:sym typeface="Verdana"/>
              </a:rPr>
              <a:t>The extended (base) use case must be meaningful on its own.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6"/>
          <p:cNvSpPr txBox="1"/>
          <p:nvPr>
            <p:ph type="title"/>
          </p:nvPr>
        </p:nvSpPr>
        <p:spPr>
          <a:xfrm>
            <a:off x="457200" y="0"/>
            <a:ext cx="777240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Verdana"/>
              <a:buNone/>
            </a:pPr>
            <a:r>
              <a:rPr b="1" i="0" lang="en-US" sz="4000" u="none">
                <a:solidFill>
                  <a:schemeClr val="dk1"/>
                </a:solidFill>
                <a:latin typeface="Verdana"/>
                <a:ea typeface="Verdana"/>
                <a:cs typeface="Verdana"/>
                <a:sym typeface="Verdana"/>
              </a:rPr>
              <a:t>&lt;&lt;extend&gt;&gt; in Use case</a:t>
            </a:r>
            <a:endParaRPr/>
          </a:p>
        </p:txBody>
      </p:sp>
      <p:sp>
        <p:nvSpPr>
          <p:cNvPr id="284" name="Google Shape;284;p6"/>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pic>
        <p:nvPicPr>
          <p:cNvPr id="285" name="Google Shape;285;p6"/>
          <p:cNvPicPr preferRelativeResize="0"/>
          <p:nvPr>
            <p:ph idx="1" type="body"/>
          </p:nvPr>
        </p:nvPicPr>
        <p:blipFill rotWithShape="1">
          <a:blip r:embed="rId3">
            <a:alphaModFix/>
          </a:blip>
          <a:srcRect b="0" l="0" r="0" t="0"/>
          <a:stretch/>
        </p:blipFill>
        <p:spPr>
          <a:xfrm>
            <a:off x="1447800" y="706437"/>
            <a:ext cx="6172200" cy="6353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7"/>
          <p:cNvSpPr txBox="1"/>
          <p:nvPr>
            <p:ph type="title"/>
          </p:nvPr>
        </p:nvSpPr>
        <p:spPr>
          <a:xfrm>
            <a:off x="457200" y="0"/>
            <a:ext cx="777240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Verdana"/>
              <a:buNone/>
            </a:pPr>
            <a:r>
              <a:rPr b="1" i="0" lang="en-US" sz="4000" u="none">
                <a:solidFill>
                  <a:schemeClr val="dk1"/>
                </a:solidFill>
                <a:latin typeface="Verdana"/>
                <a:ea typeface="Verdana"/>
                <a:cs typeface="Verdana"/>
                <a:sym typeface="Verdana"/>
              </a:rPr>
              <a:t>&lt;&lt;extend&gt;&gt; in Use case</a:t>
            </a:r>
            <a:endParaRPr/>
          </a:p>
        </p:txBody>
      </p:sp>
      <p:sp>
        <p:nvSpPr>
          <p:cNvPr id="291" name="Google Shape;291;p7"/>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pic>
        <p:nvPicPr>
          <p:cNvPr descr="Screen Clipping" id="292" name="Google Shape;292;p7"/>
          <p:cNvPicPr preferRelativeResize="0"/>
          <p:nvPr>
            <p:ph idx="1" type="body"/>
          </p:nvPr>
        </p:nvPicPr>
        <p:blipFill rotWithShape="1">
          <a:blip r:embed="rId3">
            <a:alphaModFix/>
          </a:blip>
          <a:srcRect b="0" l="0" r="0" t="0"/>
          <a:stretch/>
        </p:blipFill>
        <p:spPr>
          <a:xfrm>
            <a:off x="685800" y="1468437"/>
            <a:ext cx="7751762" cy="52530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8"/>
          <p:cNvSpPr txBox="1"/>
          <p:nvPr>
            <p:ph type="title"/>
          </p:nvPr>
        </p:nvSpPr>
        <p:spPr>
          <a:xfrm>
            <a:off x="457200" y="0"/>
            <a:ext cx="777240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Verdana"/>
              <a:buNone/>
            </a:pPr>
            <a:r>
              <a:rPr b="1" i="0" lang="en-US" sz="4000" u="none">
                <a:solidFill>
                  <a:schemeClr val="dk1"/>
                </a:solidFill>
                <a:latin typeface="Verdana"/>
                <a:ea typeface="Verdana"/>
                <a:cs typeface="Verdana"/>
                <a:sym typeface="Verdana"/>
              </a:rPr>
              <a:t>&lt;&lt;extend&gt;&gt; in Use case</a:t>
            </a:r>
            <a:endParaRPr/>
          </a:p>
        </p:txBody>
      </p:sp>
      <p:sp>
        <p:nvSpPr>
          <p:cNvPr id="298" name="Google Shape;298;p8"/>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pic>
        <p:nvPicPr>
          <p:cNvPr descr="Screen Clipping" id="299" name="Google Shape;299;p8"/>
          <p:cNvPicPr preferRelativeResize="0"/>
          <p:nvPr>
            <p:ph idx="1" type="body"/>
          </p:nvPr>
        </p:nvPicPr>
        <p:blipFill rotWithShape="1">
          <a:blip r:embed="rId3">
            <a:alphaModFix/>
          </a:blip>
          <a:srcRect b="0" l="0" r="0" t="0"/>
          <a:stretch/>
        </p:blipFill>
        <p:spPr>
          <a:xfrm>
            <a:off x="152400" y="879475"/>
            <a:ext cx="8839200" cy="59928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9"/>
          <p:cNvSpPr txBox="1"/>
          <p:nvPr>
            <p:ph type="title"/>
          </p:nvPr>
        </p:nvSpPr>
        <p:spPr>
          <a:xfrm>
            <a:off x="571500" y="304800"/>
            <a:ext cx="777240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2800"/>
              <a:buFont typeface="Verdana"/>
              <a:buNone/>
            </a:pPr>
            <a:r>
              <a:rPr b="1" i="0" lang="en-US" sz="2800" u="none">
                <a:solidFill>
                  <a:schemeClr val="dk1"/>
                </a:solidFill>
                <a:latin typeface="Verdana"/>
                <a:ea typeface="Verdana"/>
                <a:cs typeface="Verdana"/>
                <a:sym typeface="Verdana"/>
              </a:rPr>
              <a:t>How to Create a Use Case Diagram</a:t>
            </a:r>
            <a:endParaRPr/>
          </a:p>
        </p:txBody>
      </p:sp>
      <p:sp>
        <p:nvSpPr>
          <p:cNvPr descr="Rectangle: Click to edit Master text styles &#10;Second level &#10;Third level &#10;Fourth level &#10;Fifth level" id="305" name="Google Shape;305;p9"/>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FF5050"/>
              </a:buClr>
              <a:buSzPts val="1200"/>
              <a:buFont typeface="Verdana"/>
              <a:buAutoNum type="arabicPeriod"/>
            </a:pPr>
            <a:r>
              <a:rPr b="1" i="0" lang="en-US" sz="2400" u="none" cap="none" strike="noStrike">
                <a:solidFill>
                  <a:schemeClr val="dk1"/>
                </a:solidFill>
                <a:latin typeface="Verdana"/>
                <a:ea typeface="Verdana"/>
                <a:cs typeface="Verdana"/>
                <a:sym typeface="Verdana"/>
              </a:rPr>
              <a:t>Identifying Actors</a:t>
            </a:r>
            <a:endParaRPr/>
          </a:p>
          <a:p>
            <a:pPr indent="-457200" lvl="0" marL="457200" marR="0" rtl="0" algn="l">
              <a:lnSpc>
                <a:spcPct val="100000"/>
              </a:lnSpc>
              <a:spcBef>
                <a:spcPts val="1200"/>
              </a:spcBef>
              <a:spcAft>
                <a:spcPts val="0"/>
              </a:spcAft>
              <a:buClr>
                <a:srgbClr val="FF5050"/>
              </a:buClr>
              <a:buSzPts val="1200"/>
              <a:buFont typeface="Verdana"/>
              <a:buAutoNum type="arabicPeriod"/>
            </a:pPr>
            <a:r>
              <a:rPr b="1" i="0" lang="en-US" sz="2400" u="none" cap="none" strike="noStrike">
                <a:solidFill>
                  <a:schemeClr val="dk1"/>
                </a:solidFill>
                <a:latin typeface="Verdana"/>
                <a:ea typeface="Verdana"/>
                <a:cs typeface="Verdana"/>
                <a:sym typeface="Verdana"/>
              </a:rPr>
              <a:t>Identifying Use Cases</a:t>
            </a:r>
            <a:endParaRPr/>
          </a:p>
          <a:p>
            <a:pPr indent="-457200" lvl="0" marL="457200" marR="0" rtl="0" algn="l">
              <a:lnSpc>
                <a:spcPct val="100000"/>
              </a:lnSpc>
              <a:spcBef>
                <a:spcPts val="1200"/>
              </a:spcBef>
              <a:spcAft>
                <a:spcPts val="0"/>
              </a:spcAft>
              <a:buClr>
                <a:srgbClr val="FF5050"/>
              </a:buClr>
              <a:buSzPts val="1200"/>
              <a:buFont typeface="Verdana"/>
              <a:buAutoNum type="arabicPeriod"/>
            </a:pPr>
            <a:r>
              <a:rPr b="1" i="0" lang="en-US" sz="2400" u="none" cap="none" strike="noStrike">
                <a:solidFill>
                  <a:schemeClr val="dk1"/>
                </a:solidFill>
                <a:latin typeface="Verdana"/>
                <a:ea typeface="Verdana"/>
                <a:cs typeface="Verdana"/>
                <a:sym typeface="Verdana"/>
              </a:rPr>
              <a:t>Look for Common Functionality to use Include</a:t>
            </a:r>
            <a:endParaRPr/>
          </a:p>
          <a:p>
            <a:pPr indent="-457200" lvl="0" marL="457200" marR="0" rtl="0" algn="l">
              <a:lnSpc>
                <a:spcPct val="100000"/>
              </a:lnSpc>
              <a:spcBef>
                <a:spcPts val="1200"/>
              </a:spcBef>
              <a:spcAft>
                <a:spcPts val="0"/>
              </a:spcAft>
              <a:buClr>
                <a:srgbClr val="FF5050"/>
              </a:buClr>
              <a:buSzPts val="1200"/>
              <a:buFont typeface="Verdana"/>
              <a:buAutoNum type="arabicPeriod"/>
            </a:pPr>
            <a:r>
              <a:rPr b="1" i="0" lang="en-US" sz="2400" u="none" cap="none" strike="noStrike">
                <a:solidFill>
                  <a:schemeClr val="dk1"/>
                </a:solidFill>
                <a:latin typeface="Verdana"/>
                <a:ea typeface="Verdana"/>
                <a:cs typeface="Verdana"/>
                <a:sym typeface="Verdana"/>
              </a:rPr>
              <a:t>Is it Possible to Generalize Actors and Use Cases</a:t>
            </a:r>
            <a:endParaRPr/>
          </a:p>
          <a:p>
            <a:pPr indent="-457200" lvl="0" marL="457200" marR="0" rtl="0" algn="l">
              <a:lnSpc>
                <a:spcPct val="100000"/>
              </a:lnSpc>
              <a:spcBef>
                <a:spcPts val="1200"/>
              </a:spcBef>
              <a:spcAft>
                <a:spcPts val="0"/>
              </a:spcAft>
              <a:buClr>
                <a:srgbClr val="FF5050"/>
              </a:buClr>
              <a:buSzPts val="1200"/>
              <a:buFont typeface="Verdana"/>
              <a:buAutoNum type="arabicPeriod"/>
            </a:pPr>
            <a:r>
              <a:rPr b="1" i="0" lang="en-US" sz="2400" u="none" cap="none" strike="noStrike">
                <a:solidFill>
                  <a:schemeClr val="dk1"/>
                </a:solidFill>
                <a:latin typeface="Verdana"/>
                <a:ea typeface="Verdana"/>
                <a:cs typeface="Verdana"/>
                <a:sym typeface="Verdana"/>
              </a:rPr>
              <a:t>Optional Functions or Additional Functions</a:t>
            </a:r>
            <a:endParaRPr/>
          </a:p>
        </p:txBody>
      </p:sp>
      <p:sp>
        <p:nvSpPr>
          <p:cNvPr id="306" name="Google Shape;306;p9"/>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0"/>
          <p:cNvSpPr txBox="1"/>
          <p:nvPr>
            <p:ph type="title"/>
          </p:nvPr>
        </p:nvSpPr>
        <p:spPr>
          <a:xfrm>
            <a:off x="571500" y="304800"/>
            <a:ext cx="777240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2800"/>
              <a:buFont typeface="Verdana"/>
              <a:buNone/>
            </a:pPr>
            <a:r>
              <a:rPr b="1" i="0" lang="en-US" sz="2800" u="none">
                <a:solidFill>
                  <a:schemeClr val="dk1"/>
                </a:solidFill>
                <a:latin typeface="Verdana"/>
                <a:ea typeface="Verdana"/>
                <a:cs typeface="Verdana"/>
                <a:sym typeface="Verdana"/>
              </a:rPr>
              <a:t>How to Create a Use Case Diagram</a:t>
            </a:r>
            <a:endParaRPr/>
          </a:p>
        </p:txBody>
      </p:sp>
      <p:sp>
        <p:nvSpPr>
          <p:cNvPr descr="Rectangle: Click to edit Master text styles &#10;Second level &#10;Third level &#10;Fourth level &#10;Fifth level" id="312" name="Google Shape;312;p10"/>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5050"/>
              </a:buClr>
              <a:buSzPts val="1200"/>
              <a:buFont typeface="Noto Sans Symbols"/>
              <a:buNone/>
            </a:pPr>
            <a:r>
              <a:rPr b="1" i="0" lang="en-US" sz="2400" u="none" cap="none" strike="noStrike">
                <a:solidFill>
                  <a:schemeClr val="dk1"/>
                </a:solidFill>
                <a:latin typeface="Verdana"/>
                <a:ea typeface="Verdana"/>
                <a:cs typeface="Verdana"/>
                <a:sym typeface="Verdana"/>
              </a:rPr>
              <a:t>Identifying Actors</a:t>
            </a:r>
            <a:endParaRPr/>
          </a:p>
          <a:p>
            <a:pPr indent="0" lvl="0" marL="0" marR="0" rtl="0" algn="l">
              <a:lnSpc>
                <a:spcPct val="100000"/>
              </a:lnSpc>
              <a:spcBef>
                <a:spcPts val="1200"/>
              </a:spcBef>
              <a:spcAft>
                <a:spcPts val="0"/>
              </a:spcAft>
              <a:buClr>
                <a:srgbClr val="FF5050"/>
              </a:buClr>
              <a:buSzPts val="1200"/>
              <a:buFont typeface="Verdana"/>
              <a:buNone/>
            </a:pPr>
            <a:r>
              <a:t/>
            </a:r>
            <a:endParaRPr b="1" i="0" sz="2400" u="none" cap="none" strike="noStrike">
              <a:solidFill>
                <a:schemeClr val="dk1"/>
              </a:solidFill>
              <a:latin typeface="Verdana"/>
              <a:ea typeface="Verdana"/>
              <a:cs typeface="Verdana"/>
              <a:sym typeface="Verdana"/>
            </a:endParaRPr>
          </a:p>
          <a:p>
            <a:pPr indent="0" lvl="0" marL="0" marR="0" rtl="0" algn="l">
              <a:lnSpc>
                <a:spcPct val="100000"/>
              </a:lnSpc>
              <a:spcBef>
                <a:spcPts val="1200"/>
              </a:spcBef>
              <a:spcAft>
                <a:spcPts val="0"/>
              </a:spcAft>
              <a:buClr>
                <a:srgbClr val="FF5050"/>
              </a:buClr>
              <a:buSzPts val="1200"/>
              <a:buFont typeface="Noto Sans Symbols"/>
              <a:buNone/>
            </a:pPr>
            <a:r>
              <a:rPr b="0" i="0" lang="en-US" sz="2400" u="none" cap="none" strike="noStrike">
                <a:solidFill>
                  <a:schemeClr val="dk1"/>
                </a:solidFill>
                <a:latin typeface="Verdana"/>
                <a:ea typeface="Verdana"/>
                <a:cs typeface="Verdana"/>
                <a:sym typeface="Verdana"/>
              </a:rPr>
              <a:t>Customer</a:t>
            </a:r>
            <a:endParaRPr/>
          </a:p>
          <a:p>
            <a:pPr indent="0" lvl="0" marL="0" marR="0" rtl="0" algn="l">
              <a:lnSpc>
                <a:spcPct val="100000"/>
              </a:lnSpc>
              <a:spcBef>
                <a:spcPts val="1200"/>
              </a:spcBef>
              <a:spcAft>
                <a:spcPts val="0"/>
              </a:spcAft>
              <a:buClr>
                <a:srgbClr val="FF5050"/>
              </a:buClr>
              <a:buSzPts val="1200"/>
              <a:buFont typeface="Noto Sans Symbols"/>
              <a:buNone/>
            </a:pPr>
            <a:r>
              <a:rPr b="0" i="0" lang="en-US" sz="2400" u="none" cap="none" strike="noStrike">
                <a:solidFill>
                  <a:schemeClr val="dk1"/>
                </a:solidFill>
                <a:latin typeface="Verdana"/>
                <a:ea typeface="Verdana"/>
                <a:cs typeface="Verdana"/>
                <a:sym typeface="Verdana"/>
              </a:rPr>
              <a:t>Bank employee</a:t>
            </a:r>
            <a:endParaRPr/>
          </a:p>
          <a:p>
            <a:pPr indent="0" lvl="0" marL="0" marR="0" rtl="0" algn="l">
              <a:lnSpc>
                <a:spcPct val="100000"/>
              </a:lnSpc>
              <a:spcBef>
                <a:spcPts val="1200"/>
              </a:spcBef>
              <a:spcAft>
                <a:spcPts val="0"/>
              </a:spcAft>
              <a:buClr>
                <a:srgbClr val="FF5050"/>
              </a:buClr>
              <a:buSzPts val="1200"/>
              <a:buFont typeface="Noto Sans Symbols"/>
              <a:buNone/>
            </a:pPr>
            <a:r>
              <a:rPr b="0" i="0" lang="en-US" sz="2400" u="none" cap="none" strike="noStrike">
                <a:solidFill>
                  <a:schemeClr val="dk1"/>
                </a:solidFill>
                <a:latin typeface="Verdana"/>
                <a:ea typeface="Verdana"/>
                <a:cs typeface="Verdana"/>
                <a:sym typeface="Verdana"/>
              </a:rPr>
              <a:t>NFRC Customer</a:t>
            </a:r>
            <a:endParaRPr/>
          </a:p>
        </p:txBody>
      </p:sp>
      <p:sp>
        <p:nvSpPr>
          <p:cNvPr id="313" name="Google Shape;313;p10"/>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pic>
        <p:nvPicPr>
          <p:cNvPr id="314" name="Google Shape;314;p10"/>
          <p:cNvPicPr preferRelativeResize="0"/>
          <p:nvPr/>
        </p:nvPicPr>
        <p:blipFill rotWithShape="1">
          <a:blip r:embed="rId3">
            <a:alphaModFix/>
          </a:blip>
          <a:srcRect b="16376" l="0" r="0" t="0"/>
          <a:stretch/>
        </p:blipFill>
        <p:spPr>
          <a:xfrm>
            <a:off x="5105400" y="2209800"/>
            <a:ext cx="879475" cy="1143000"/>
          </a:xfrm>
          <a:prstGeom prst="rect">
            <a:avLst/>
          </a:prstGeom>
          <a:noFill/>
          <a:ln>
            <a:noFill/>
          </a:ln>
        </p:spPr>
      </p:pic>
      <p:pic>
        <p:nvPicPr>
          <p:cNvPr id="315" name="Google Shape;315;p10"/>
          <p:cNvPicPr preferRelativeResize="0"/>
          <p:nvPr/>
        </p:nvPicPr>
        <p:blipFill rotWithShape="1">
          <a:blip r:embed="rId3">
            <a:alphaModFix/>
          </a:blip>
          <a:srcRect b="16376" l="0" r="0" t="0"/>
          <a:stretch/>
        </p:blipFill>
        <p:spPr>
          <a:xfrm>
            <a:off x="5105400" y="4156075"/>
            <a:ext cx="879475" cy="1143000"/>
          </a:xfrm>
          <a:prstGeom prst="rect">
            <a:avLst/>
          </a:prstGeom>
          <a:noFill/>
          <a:ln>
            <a:noFill/>
          </a:ln>
        </p:spPr>
      </p:pic>
      <p:pic>
        <p:nvPicPr>
          <p:cNvPr id="316" name="Google Shape;316;p10"/>
          <p:cNvPicPr preferRelativeResize="0"/>
          <p:nvPr/>
        </p:nvPicPr>
        <p:blipFill rotWithShape="1">
          <a:blip r:embed="rId3">
            <a:alphaModFix/>
          </a:blip>
          <a:srcRect b="16376" l="0" r="0" t="0"/>
          <a:stretch/>
        </p:blipFill>
        <p:spPr>
          <a:xfrm>
            <a:off x="7904162" y="3200400"/>
            <a:ext cx="879475" cy="1143000"/>
          </a:xfrm>
          <a:prstGeom prst="rect">
            <a:avLst/>
          </a:prstGeom>
          <a:noFill/>
          <a:ln>
            <a:noFill/>
          </a:ln>
        </p:spPr>
      </p:pic>
      <p:sp>
        <p:nvSpPr>
          <p:cNvPr id="317" name="Google Shape;317;p10"/>
          <p:cNvSpPr txBox="1"/>
          <p:nvPr/>
        </p:nvSpPr>
        <p:spPr>
          <a:xfrm>
            <a:off x="4983162" y="3286125"/>
            <a:ext cx="112236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customer</a:t>
            </a:r>
            <a:endParaRPr/>
          </a:p>
        </p:txBody>
      </p:sp>
      <p:sp>
        <p:nvSpPr>
          <p:cNvPr id="318" name="Google Shape;318;p10"/>
          <p:cNvSpPr txBox="1"/>
          <p:nvPr/>
        </p:nvSpPr>
        <p:spPr>
          <a:xfrm>
            <a:off x="4670425" y="5265737"/>
            <a:ext cx="17494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NFRC customer</a:t>
            </a:r>
            <a:endParaRPr/>
          </a:p>
        </p:txBody>
      </p:sp>
      <p:sp>
        <p:nvSpPr>
          <p:cNvPr id="319" name="Google Shape;319;p10"/>
          <p:cNvSpPr txBox="1"/>
          <p:nvPr/>
        </p:nvSpPr>
        <p:spPr>
          <a:xfrm>
            <a:off x="7397750" y="4357687"/>
            <a:ext cx="174625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Bank Employee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1"/>
          <p:cNvSpPr txBox="1"/>
          <p:nvPr>
            <p:ph type="title"/>
          </p:nvPr>
        </p:nvSpPr>
        <p:spPr>
          <a:xfrm>
            <a:off x="571500" y="304800"/>
            <a:ext cx="777240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2800"/>
              <a:buFont typeface="Verdana"/>
              <a:buNone/>
            </a:pPr>
            <a:r>
              <a:rPr b="1" i="0" lang="en-US" sz="2800" u="none">
                <a:solidFill>
                  <a:schemeClr val="dk1"/>
                </a:solidFill>
                <a:latin typeface="Verdana"/>
                <a:ea typeface="Verdana"/>
                <a:cs typeface="Verdana"/>
                <a:sym typeface="Verdana"/>
              </a:rPr>
              <a:t>How to Create a Use Case Diagram</a:t>
            </a:r>
            <a:endParaRPr/>
          </a:p>
        </p:txBody>
      </p:sp>
      <p:sp>
        <p:nvSpPr>
          <p:cNvPr descr="Rectangle: Click to edit Master text styles &#10;Second level &#10;Third level &#10;Fourth level &#10;Fifth level" id="325" name="Google Shape;325;p11"/>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5050"/>
              </a:buClr>
              <a:buSzPts val="1000"/>
              <a:buFont typeface="Noto Sans Symbols"/>
              <a:buNone/>
            </a:pPr>
            <a:r>
              <a:rPr b="1" i="0" lang="en-US" sz="2000" u="none" cap="none" strike="noStrike">
                <a:solidFill>
                  <a:schemeClr val="dk1"/>
                </a:solidFill>
                <a:latin typeface="Verdana"/>
                <a:ea typeface="Verdana"/>
                <a:cs typeface="Verdana"/>
                <a:sym typeface="Verdana"/>
              </a:rPr>
              <a:t>Identifying Use Cases</a:t>
            </a:r>
            <a:endParaRPr/>
          </a:p>
          <a:p>
            <a:pPr indent="-63500" lvl="0" marL="0" marR="0" rtl="0" algn="l">
              <a:lnSpc>
                <a:spcPct val="100000"/>
              </a:lnSpc>
              <a:spcBef>
                <a:spcPts val="1200"/>
              </a:spcBef>
              <a:spcAft>
                <a:spcPts val="0"/>
              </a:spcAft>
              <a:buClr>
                <a:srgbClr val="FF5050"/>
              </a:buClr>
              <a:buSzPts val="1000"/>
              <a:buFont typeface="Arial"/>
              <a:buChar char="•"/>
            </a:pPr>
            <a:r>
              <a:rPr b="0" i="0" lang="en-US" sz="2000" u="none" cap="none" strike="noStrike">
                <a:solidFill>
                  <a:schemeClr val="dk1"/>
                </a:solidFill>
                <a:latin typeface="Verdana"/>
                <a:ea typeface="Verdana"/>
                <a:cs typeface="Verdana"/>
                <a:sym typeface="Verdana"/>
              </a:rPr>
              <a:t>A good way to do this is to identify what the actors need from the system</a:t>
            </a:r>
            <a:endParaRPr/>
          </a:p>
          <a:p>
            <a:pPr indent="-63500" lvl="0" marL="0" marR="0" rtl="0" algn="l">
              <a:lnSpc>
                <a:spcPct val="100000"/>
              </a:lnSpc>
              <a:spcBef>
                <a:spcPts val="1200"/>
              </a:spcBef>
              <a:spcAft>
                <a:spcPts val="0"/>
              </a:spcAft>
              <a:buClr>
                <a:srgbClr val="FF5050"/>
              </a:buClr>
              <a:buSzPts val="1000"/>
              <a:buFont typeface="Arial"/>
              <a:buChar char="•"/>
            </a:pPr>
            <a:r>
              <a:rPr b="0" i="0" lang="en-US" sz="2000" u="none" cap="none" strike="noStrike">
                <a:solidFill>
                  <a:schemeClr val="dk1"/>
                </a:solidFill>
                <a:latin typeface="Verdana"/>
                <a:ea typeface="Verdana"/>
                <a:cs typeface="Verdana"/>
                <a:sym typeface="Verdana"/>
              </a:rPr>
              <a:t>A customer will need to</a:t>
            </a:r>
            <a:endParaRPr/>
          </a:p>
          <a:p>
            <a:pPr indent="-457200" lvl="1" marL="857250" marR="0" rtl="0" algn="l">
              <a:lnSpc>
                <a:spcPct val="100000"/>
              </a:lnSpc>
              <a:spcBef>
                <a:spcPts val="1200"/>
              </a:spcBef>
              <a:spcAft>
                <a:spcPts val="0"/>
              </a:spcAft>
              <a:buClr>
                <a:srgbClr val="FF5050"/>
              </a:buClr>
              <a:buSzPts val="900"/>
              <a:buFont typeface="Verdana"/>
              <a:buAutoNum type="arabicPeriod"/>
            </a:pPr>
            <a:r>
              <a:rPr b="0" i="0" lang="en-US" sz="1800" u="none" cap="none" strike="noStrike">
                <a:solidFill>
                  <a:schemeClr val="dk1"/>
                </a:solidFill>
                <a:latin typeface="Verdana"/>
                <a:ea typeface="Verdana"/>
                <a:cs typeface="Verdana"/>
                <a:sym typeface="Verdana"/>
              </a:rPr>
              <a:t>open accounts</a:t>
            </a:r>
            <a:endParaRPr/>
          </a:p>
          <a:p>
            <a:pPr indent="-457200" lvl="1" marL="857250" marR="0" rtl="0" algn="l">
              <a:lnSpc>
                <a:spcPct val="100000"/>
              </a:lnSpc>
              <a:spcBef>
                <a:spcPts val="1200"/>
              </a:spcBef>
              <a:spcAft>
                <a:spcPts val="0"/>
              </a:spcAft>
              <a:buClr>
                <a:srgbClr val="FF5050"/>
              </a:buClr>
              <a:buSzPts val="900"/>
              <a:buFont typeface="Verdana"/>
              <a:buAutoNum type="arabicPeriod"/>
            </a:pPr>
            <a:r>
              <a:rPr b="0" i="0" lang="en-US" sz="1800" u="none" cap="none" strike="noStrike">
                <a:solidFill>
                  <a:schemeClr val="dk1"/>
                </a:solidFill>
                <a:latin typeface="Verdana"/>
                <a:ea typeface="Verdana"/>
                <a:cs typeface="Verdana"/>
                <a:sym typeface="Verdana"/>
              </a:rPr>
              <a:t>Deposit funds</a:t>
            </a:r>
            <a:endParaRPr/>
          </a:p>
          <a:p>
            <a:pPr indent="-457200" lvl="1" marL="857250" marR="0" rtl="0" algn="l">
              <a:lnSpc>
                <a:spcPct val="100000"/>
              </a:lnSpc>
              <a:spcBef>
                <a:spcPts val="1200"/>
              </a:spcBef>
              <a:spcAft>
                <a:spcPts val="0"/>
              </a:spcAft>
              <a:buClr>
                <a:srgbClr val="FF5050"/>
              </a:buClr>
              <a:buSzPts val="900"/>
              <a:buFont typeface="Verdana"/>
              <a:buAutoNum type="arabicPeriod"/>
            </a:pPr>
            <a:r>
              <a:rPr b="0" i="0" lang="en-US" sz="1800" u="none" cap="none" strike="noStrike">
                <a:solidFill>
                  <a:schemeClr val="dk1"/>
                </a:solidFill>
                <a:latin typeface="Verdana"/>
                <a:ea typeface="Verdana"/>
                <a:cs typeface="Verdana"/>
                <a:sym typeface="Verdana"/>
              </a:rPr>
              <a:t>withdraw funds</a:t>
            </a:r>
            <a:endParaRPr/>
          </a:p>
          <a:p>
            <a:pPr indent="-457200" lvl="1" marL="857250" marR="0" rtl="0" algn="l">
              <a:lnSpc>
                <a:spcPct val="100000"/>
              </a:lnSpc>
              <a:spcBef>
                <a:spcPts val="1200"/>
              </a:spcBef>
              <a:spcAft>
                <a:spcPts val="0"/>
              </a:spcAft>
              <a:buClr>
                <a:srgbClr val="FF5050"/>
              </a:buClr>
              <a:buSzPts val="900"/>
              <a:buFont typeface="Verdana"/>
              <a:buAutoNum type="arabicPeriod"/>
            </a:pPr>
            <a:r>
              <a:rPr b="0" i="0" lang="en-US" sz="1800" u="none" cap="none" strike="noStrike">
                <a:solidFill>
                  <a:schemeClr val="dk1"/>
                </a:solidFill>
                <a:latin typeface="Verdana"/>
                <a:ea typeface="Verdana"/>
                <a:cs typeface="Verdana"/>
                <a:sym typeface="Verdana"/>
              </a:rPr>
              <a:t>request check books</a:t>
            </a:r>
            <a:endParaRPr/>
          </a:p>
        </p:txBody>
      </p:sp>
      <p:sp>
        <p:nvSpPr>
          <p:cNvPr id="326" name="Google Shape;326;p11"/>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2"/>
          <p:cNvSpPr txBox="1"/>
          <p:nvPr>
            <p:ph type="title"/>
          </p:nvPr>
        </p:nvSpPr>
        <p:spPr>
          <a:xfrm>
            <a:off x="571500" y="304800"/>
            <a:ext cx="777240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2800"/>
              <a:buFont typeface="Verdana"/>
              <a:buNone/>
            </a:pPr>
            <a:r>
              <a:rPr b="1" i="0" lang="en-US" sz="2800" u="none">
                <a:solidFill>
                  <a:schemeClr val="dk1"/>
                </a:solidFill>
                <a:latin typeface="Verdana"/>
                <a:ea typeface="Verdana"/>
                <a:cs typeface="Verdana"/>
                <a:sym typeface="Verdana"/>
              </a:rPr>
              <a:t>How to Create a Use Case Diagram</a:t>
            </a:r>
            <a:endParaRPr/>
          </a:p>
        </p:txBody>
      </p:sp>
      <p:sp>
        <p:nvSpPr>
          <p:cNvPr id="332" name="Google Shape;332;p12"/>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pic>
        <p:nvPicPr>
          <p:cNvPr id="333" name="Google Shape;333;p12"/>
          <p:cNvPicPr preferRelativeResize="0"/>
          <p:nvPr/>
        </p:nvPicPr>
        <p:blipFill rotWithShape="1">
          <a:blip r:embed="rId3">
            <a:alphaModFix/>
          </a:blip>
          <a:srcRect b="16376" l="0" r="0" t="0"/>
          <a:stretch/>
        </p:blipFill>
        <p:spPr>
          <a:xfrm>
            <a:off x="873125" y="2563812"/>
            <a:ext cx="877887" cy="1143000"/>
          </a:xfrm>
          <a:prstGeom prst="rect">
            <a:avLst/>
          </a:prstGeom>
          <a:noFill/>
          <a:ln>
            <a:noFill/>
          </a:ln>
        </p:spPr>
      </p:pic>
      <p:sp>
        <p:nvSpPr>
          <p:cNvPr id="334" name="Google Shape;334;p12"/>
          <p:cNvSpPr txBox="1"/>
          <p:nvPr/>
        </p:nvSpPr>
        <p:spPr>
          <a:xfrm>
            <a:off x="750887" y="3640137"/>
            <a:ext cx="112236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customer</a:t>
            </a:r>
            <a:endParaRPr/>
          </a:p>
        </p:txBody>
      </p:sp>
      <p:sp>
        <p:nvSpPr>
          <p:cNvPr id="335" name="Google Shape;335;p12"/>
          <p:cNvSpPr/>
          <p:nvPr/>
        </p:nvSpPr>
        <p:spPr>
          <a:xfrm>
            <a:off x="2351087" y="1931987"/>
            <a:ext cx="2124075" cy="609600"/>
          </a:xfrm>
          <a:prstGeom prst="ellipse">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Open account</a:t>
            </a:r>
            <a:endParaRPr/>
          </a:p>
        </p:txBody>
      </p:sp>
      <p:sp>
        <p:nvSpPr>
          <p:cNvPr id="336" name="Google Shape;336;p12"/>
          <p:cNvSpPr/>
          <p:nvPr/>
        </p:nvSpPr>
        <p:spPr>
          <a:xfrm>
            <a:off x="2452687" y="2922587"/>
            <a:ext cx="2124075" cy="609600"/>
          </a:xfrm>
          <a:prstGeom prst="ellipse">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Deposit funds</a:t>
            </a:r>
            <a:endParaRPr/>
          </a:p>
        </p:txBody>
      </p:sp>
      <p:sp>
        <p:nvSpPr>
          <p:cNvPr id="337" name="Google Shape;337;p12"/>
          <p:cNvSpPr/>
          <p:nvPr/>
        </p:nvSpPr>
        <p:spPr>
          <a:xfrm>
            <a:off x="2438400" y="3886200"/>
            <a:ext cx="2427287" cy="609600"/>
          </a:xfrm>
          <a:prstGeom prst="ellipse">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Withdraw funds</a:t>
            </a:r>
            <a:endParaRPr/>
          </a:p>
        </p:txBody>
      </p:sp>
      <p:cxnSp>
        <p:nvCxnSpPr>
          <p:cNvPr id="338" name="Google Shape;338;p12"/>
          <p:cNvCxnSpPr/>
          <p:nvPr/>
        </p:nvCxnSpPr>
        <p:spPr>
          <a:xfrm flipH="1" rot="10800000">
            <a:off x="1751012" y="2236787"/>
            <a:ext cx="600075" cy="898525"/>
          </a:xfrm>
          <a:prstGeom prst="straightConnector1">
            <a:avLst/>
          </a:prstGeom>
          <a:noFill/>
          <a:ln cap="flat" cmpd="sng" w="12700">
            <a:solidFill>
              <a:schemeClr val="dk1"/>
            </a:solidFill>
            <a:prstDash val="solid"/>
            <a:miter lim="800000"/>
            <a:headEnd len="med" w="med" type="none"/>
            <a:tailEnd len="med" w="med" type="none"/>
          </a:ln>
        </p:spPr>
      </p:cxnSp>
      <p:cxnSp>
        <p:nvCxnSpPr>
          <p:cNvPr id="339" name="Google Shape;339;p12"/>
          <p:cNvCxnSpPr/>
          <p:nvPr/>
        </p:nvCxnSpPr>
        <p:spPr>
          <a:xfrm rot="10800000">
            <a:off x="1751012" y="3135312"/>
            <a:ext cx="701675" cy="92075"/>
          </a:xfrm>
          <a:prstGeom prst="straightConnector1">
            <a:avLst/>
          </a:prstGeom>
          <a:noFill/>
          <a:ln cap="flat" cmpd="sng" w="12700">
            <a:solidFill>
              <a:schemeClr val="dk1"/>
            </a:solidFill>
            <a:prstDash val="solid"/>
            <a:miter lim="800000"/>
            <a:headEnd len="med" w="med" type="none"/>
            <a:tailEnd len="med" w="med" type="none"/>
          </a:ln>
        </p:spPr>
      </p:cxnSp>
      <p:cxnSp>
        <p:nvCxnSpPr>
          <p:cNvPr id="340" name="Google Shape;340;p12"/>
          <p:cNvCxnSpPr/>
          <p:nvPr/>
        </p:nvCxnSpPr>
        <p:spPr>
          <a:xfrm rot="10800000">
            <a:off x="1751012" y="3135312"/>
            <a:ext cx="687387" cy="1038225"/>
          </a:xfrm>
          <a:prstGeom prst="straightConnector1">
            <a:avLst/>
          </a:prstGeom>
          <a:noFill/>
          <a:ln cap="flat" cmpd="sng" w="12700">
            <a:solidFill>
              <a:schemeClr val="dk1"/>
            </a:solidFill>
            <a:prstDash val="solid"/>
            <a:miter lim="800000"/>
            <a:headEnd len="med" w="med" type="none"/>
            <a:tailEnd len="med" w="med" type="none"/>
          </a:ln>
        </p:spPr>
      </p:cxnSp>
      <p:pic>
        <p:nvPicPr>
          <p:cNvPr id="341" name="Google Shape;341;p12"/>
          <p:cNvPicPr preferRelativeResize="0"/>
          <p:nvPr/>
        </p:nvPicPr>
        <p:blipFill rotWithShape="1">
          <a:blip r:embed="rId3">
            <a:alphaModFix/>
          </a:blip>
          <a:srcRect b="16376" l="0" r="0" t="0"/>
          <a:stretch/>
        </p:blipFill>
        <p:spPr>
          <a:xfrm>
            <a:off x="5368925" y="2384425"/>
            <a:ext cx="879475" cy="1143000"/>
          </a:xfrm>
          <a:prstGeom prst="rect">
            <a:avLst/>
          </a:prstGeom>
          <a:noFill/>
          <a:ln>
            <a:noFill/>
          </a:ln>
        </p:spPr>
      </p:pic>
      <p:sp>
        <p:nvSpPr>
          <p:cNvPr id="342" name="Google Shape;342;p12"/>
          <p:cNvSpPr txBox="1"/>
          <p:nvPr/>
        </p:nvSpPr>
        <p:spPr>
          <a:xfrm>
            <a:off x="5026025" y="3460750"/>
            <a:ext cx="17494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NFRC customer</a:t>
            </a:r>
            <a:endParaRPr/>
          </a:p>
        </p:txBody>
      </p:sp>
      <p:sp>
        <p:nvSpPr>
          <p:cNvPr id="343" name="Google Shape;343;p12"/>
          <p:cNvSpPr/>
          <p:nvPr/>
        </p:nvSpPr>
        <p:spPr>
          <a:xfrm>
            <a:off x="6775450" y="2651125"/>
            <a:ext cx="2416175" cy="609600"/>
          </a:xfrm>
          <a:prstGeom prst="ellipse">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Convert currency</a:t>
            </a:r>
            <a:endParaRPr/>
          </a:p>
        </p:txBody>
      </p:sp>
      <p:cxnSp>
        <p:nvCxnSpPr>
          <p:cNvPr id="344" name="Google Shape;344;p12"/>
          <p:cNvCxnSpPr/>
          <p:nvPr/>
        </p:nvCxnSpPr>
        <p:spPr>
          <a:xfrm rot="10800000">
            <a:off x="6248400" y="2955925"/>
            <a:ext cx="527050" cy="0"/>
          </a:xfrm>
          <a:prstGeom prst="straightConnector1">
            <a:avLst/>
          </a:prstGeom>
          <a:noFill/>
          <a:ln cap="flat" cmpd="sng" w="12700">
            <a:solidFill>
              <a:schemeClr val="dk1"/>
            </a:solidFill>
            <a:prstDash val="solid"/>
            <a:miter lim="800000"/>
            <a:headEnd len="med" w="med" type="none"/>
            <a:tailEnd len="med" w="med" type="none"/>
          </a:ln>
        </p:spPr>
      </p:cxnSp>
      <p:pic>
        <p:nvPicPr>
          <p:cNvPr id="345" name="Google Shape;345;p12"/>
          <p:cNvPicPr preferRelativeResize="0"/>
          <p:nvPr/>
        </p:nvPicPr>
        <p:blipFill rotWithShape="1">
          <a:blip r:embed="rId3">
            <a:alphaModFix/>
          </a:blip>
          <a:srcRect b="16376" l="0" r="0" t="0"/>
          <a:stretch/>
        </p:blipFill>
        <p:spPr>
          <a:xfrm>
            <a:off x="5289550" y="4470400"/>
            <a:ext cx="877887" cy="1143000"/>
          </a:xfrm>
          <a:prstGeom prst="rect">
            <a:avLst/>
          </a:prstGeom>
          <a:noFill/>
          <a:ln>
            <a:noFill/>
          </a:ln>
        </p:spPr>
      </p:pic>
      <p:sp>
        <p:nvSpPr>
          <p:cNvPr id="346" name="Google Shape;346;p12"/>
          <p:cNvSpPr txBox="1"/>
          <p:nvPr/>
        </p:nvSpPr>
        <p:spPr>
          <a:xfrm>
            <a:off x="4946650" y="5546725"/>
            <a:ext cx="17367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Bank employee</a:t>
            </a:r>
            <a:endParaRPr/>
          </a:p>
        </p:txBody>
      </p:sp>
      <p:sp>
        <p:nvSpPr>
          <p:cNvPr id="347" name="Google Shape;347;p12"/>
          <p:cNvSpPr/>
          <p:nvPr/>
        </p:nvSpPr>
        <p:spPr>
          <a:xfrm>
            <a:off x="6696075" y="4737100"/>
            <a:ext cx="2414587" cy="609600"/>
          </a:xfrm>
          <a:prstGeom prst="ellipse">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Open account</a:t>
            </a:r>
            <a:endParaRPr/>
          </a:p>
        </p:txBody>
      </p:sp>
      <p:cxnSp>
        <p:nvCxnSpPr>
          <p:cNvPr id="348" name="Google Shape;348;p12"/>
          <p:cNvCxnSpPr/>
          <p:nvPr/>
        </p:nvCxnSpPr>
        <p:spPr>
          <a:xfrm rot="10800000">
            <a:off x="6167437" y="5041900"/>
            <a:ext cx="528637" cy="0"/>
          </a:xfrm>
          <a:prstGeom prst="straightConnector1">
            <a:avLst/>
          </a:prstGeom>
          <a:noFill/>
          <a:ln cap="flat" cmpd="sng" w="12700">
            <a:solidFill>
              <a:schemeClr val="dk1"/>
            </a:solidFill>
            <a:prstDash val="solid"/>
            <a:miter lim="800000"/>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13"/>
          <p:cNvSpPr txBox="1"/>
          <p:nvPr>
            <p:ph type="title"/>
          </p:nvPr>
        </p:nvSpPr>
        <p:spPr>
          <a:xfrm>
            <a:off x="571500" y="304800"/>
            <a:ext cx="777240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2800"/>
              <a:buFont typeface="Verdana"/>
              <a:buNone/>
            </a:pPr>
            <a:r>
              <a:rPr b="1" i="0" lang="en-US" sz="2800" u="none">
                <a:solidFill>
                  <a:schemeClr val="dk1"/>
                </a:solidFill>
                <a:latin typeface="Verdana"/>
                <a:ea typeface="Verdana"/>
                <a:cs typeface="Verdana"/>
                <a:sym typeface="Verdana"/>
              </a:rPr>
              <a:t>How to Create a Use Case Diagram</a:t>
            </a:r>
            <a:endParaRPr/>
          </a:p>
        </p:txBody>
      </p:sp>
      <p:sp>
        <p:nvSpPr>
          <p:cNvPr descr="Rectangle: Click to edit Master text styles &#10;Second level &#10;Third level &#10;Fourth level &#10;Fifth level" id="354" name="Google Shape;354;p13"/>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5050"/>
              </a:buClr>
              <a:buSzPts val="1200"/>
              <a:buFont typeface="Arial"/>
              <a:buChar char="•"/>
            </a:pPr>
            <a:r>
              <a:rPr b="1" i="0" lang="en-US" sz="2400" u="none" cap="none" strike="noStrike">
                <a:solidFill>
                  <a:schemeClr val="dk1"/>
                </a:solidFill>
                <a:latin typeface="Verdana"/>
                <a:ea typeface="Verdana"/>
                <a:cs typeface="Verdana"/>
                <a:sym typeface="Verdana"/>
              </a:rPr>
              <a:t>Look for Common Functionality to use Include</a:t>
            </a:r>
            <a:endParaRPr/>
          </a:p>
          <a:p>
            <a:pPr indent="-285750" lvl="1" marL="742950" marR="0" rtl="0" algn="l">
              <a:lnSpc>
                <a:spcPct val="100000"/>
              </a:lnSpc>
              <a:spcBef>
                <a:spcPts val="1200"/>
              </a:spcBef>
              <a:spcAft>
                <a:spcPts val="0"/>
              </a:spcAft>
              <a:buClr>
                <a:srgbClr val="FF5050"/>
              </a:buClr>
              <a:buSzPts val="1000"/>
              <a:buFont typeface="Arial"/>
              <a:buChar char="•"/>
            </a:pPr>
            <a:r>
              <a:rPr b="0" i="0" lang="en-US" sz="2000" u="none" cap="none" strike="noStrike">
                <a:solidFill>
                  <a:schemeClr val="dk1"/>
                </a:solidFill>
                <a:latin typeface="Verdana"/>
                <a:ea typeface="Verdana"/>
                <a:cs typeface="Verdana"/>
                <a:sym typeface="Verdana"/>
              </a:rPr>
              <a:t>find two or more use cases that share common functionality </a:t>
            </a:r>
            <a:endParaRPr/>
          </a:p>
        </p:txBody>
      </p:sp>
      <p:sp>
        <p:nvSpPr>
          <p:cNvPr id="355" name="Google Shape;355;p13"/>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pic>
        <p:nvPicPr>
          <p:cNvPr id="356" name="Google Shape;356;p13"/>
          <p:cNvPicPr preferRelativeResize="0"/>
          <p:nvPr/>
        </p:nvPicPr>
        <p:blipFill rotWithShape="1">
          <a:blip r:embed="rId3">
            <a:alphaModFix/>
          </a:blip>
          <a:srcRect b="16376" l="0" r="0" t="0"/>
          <a:stretch/>
        </p:blipFill>
        <p:spPr>
          <a:xfrm>
            <a:off x="1139825" y="4551362"/>
            <a:ext cx="879475" cy="1143000"/>
          </a:xfrm>
          <a:prstGeom prst="rect">
            <a:avLst/>
          </a:prstGeom>
          <a:noFill/>
          <a:ln>
            <a:noFill/>
          </a:ln>
        </p:spPr>
      </p:pic>
      <p:sp>
        <p:nvSpPr>
          <p:cNvPr id="357" name="Google Shape;357;p13"/>
          <p:cNvSpPr/>
          <p:nvPr/>
        </p:nvSpPr>
        <p:spPr>
          <a:xfrm>
            <a:off x="2662237" y="4351337"/>
            <a:ext cx="2122487" cy="609600"/>
          </a:xfrm>
          <a:prstGeom prst="ellipse">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Withdraw funds</a:t>
            </a:r>
            <a:endParaRPr/>
          </a:p>
        </p:txBody>
      </p:sp>
      <p:sp>
        <p:nvSpPr>
          <p:cNvPr id="358" name="Google Shape;358;p13"/>
          <p:cNvSpPr/>
          <p:nvPr/>
        </p:nvSpPr>
        <p:spPr>
          <a:xfrm>
            <a:off x="2762250" y="5341937"/>
            <a:ext cx="2124075" cy="609600"/>
          </a:xfrm>
          <a:prstGeom prst="ellipse">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Deposit funds</a:t>
            </a:r>
            <a:endParaRPr/>
          </a:p>
        </p:txBody>
      </p:sp>
      <p:cxnSp>
        <p:nvCxnSpPr>
          <p:cNvPr id="359" name="Google Shape;359;p13"/>
          <p:cNvCxnSpPr/>
          <p:nvPr/>
        </p:nvCxnSpPr>
        <p:spPr>
          <a:xfrm flipH="1" rot="10800000">
            <a:off x="2019300" y="4656137"/>
            <a:ext cx="642937" cy="466725"/>
          </a:xfrm>
          <a:prstGeom prst="straightConnector1">
            <a:avLst/>
          </a:prstGeom>
          <a:noFill/>
          <a:ln cap="flat" cmpd="sng" w="12700">
            <a:solidFill>
              <a:schemeClr val="dk1"/>
            </a:solidFill>
            <a:prstDash val="solid"/>
            <a:miter lim="800000"/>
            <a:headEnd len="med" w="med" type="none"/>
            <a:tailEnd len="med" w="med" type="none"/>
          </a:ln>
        </p:spPr>
      </p:cxnSp>
      <p:cxnSp>
        <p:nvCxnSpPr>
          <p:cNvPr id="360" name="Google Shape;360;p13"/>
          <p:cNvCxnSpPr/>
          <p:nvPr/>
        </p:nvCxnSpPr>
        <p:spPr>
          <a:xfrm rot="10800000">
            <a:off x="2019300" y="5122862"/>
            <a:ext cx="742950" cy="523875"/>
          </a:xfrm>
          <a:prstGeom prst="straightConnector1">
            <a:avLst/>
          </a:prstGeom>
          <a:noFill/>
          <a:ln cap="flat" cmpd="sng" w="12700">
            <a:solidFill>
              <a:schemeClr val="dk1"/>
            </a:solidFill>
            <a:prstDash val="solid"/>
            <a:miter lim="800000"/>
            <a:headEnd len="med" w="med" type="none"/>
            <a:tailEnd len="med" w="med" type="none"/>
          </a:ln>
        </p:spPr>
      </p:cxnSp>
      <p:sp>
        <p:nvSpPr>
          <p:cNvPr id="361" name="Google Shape;361;p13"/>
          <p:cNvSpPr/>
          <p:nvPr/>
        </p:nvSpPr>
        <p:spPr>
          <a:xfrm>
            <a:off x="5791200" y="4800600"/>
            <a:ext cx="2325687" cy="609600"/>
          </a:xfrm>
          <a:prstGeom prst="ellipse">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Update balance</a:t>
            </a:r>
            <a:endParaRPr/>
          </a:p>
        </p:txBody>
      </p:sp>
      <p:cxnSp>
        <p:nvCxnSpPr>
          <p:cNvPr id="362" name="Google Shape;362;p13"/>
          <p:cNvCxnSpPr/>
          <p:nvPr/>
        </p:nvCxnSpPr>
        <p:spPr>
          <a:xfrm>
            <a:off x="4784725" y="4656137"/>
            <a:ext cx="1006475" cy="449262"/>
          </a:xfrm>
          <a:prstGeom prst="straightConnector1">
            <a:avLst/>
          </a:prstGeom>
          <a:noFill/>
          <a:ln cap="flat" cmpd="sng" w="12700">
            <a:solidFill>
              <a:schemeClr val="dk1"/>
            </a:solidFill>
            <a:prstDash val="solid"/>
            <a:miter lim="800000"/>
            <a:headEnd len="med" w="med" type="none"/>
            <a:tailEnd len="med" w="med" type="triangle"/>
          </a:ln>
        </p:spPr>
      </p:cxnSp>
      <p:cxnSp>
        <p:nvCxnSpPr>
          <p:cNvPr id="363" name="Google Shape;363;p13"/>
          <p:cNvCxnSpPr/>
          <p:nvPr/>
        </p:nvCxnSpPr>
        <p:spPr>
          <a:xfrm flipH="1" rot="10800000">
            <a:off x="4886325" y="5108575"/>
            <a:ext cx="904875" cy="538162"/>
          </a:xfrm>
          <a:prstGeom prst="straightConnector1">
            <a:avLst/>
          </a:prstGeom>
          <a:noFill/>
          <a:ln cap="flat" cmpd="sng" w="12700">
            <a:solidFill>
              <a:schemeClr val="dk1"/>
            </a:solidFill>
            <a:prstDash val="solid"/>
            <a:miter lim="800000"/>
            <a:headEnd len="med" w="med" type="none"/>
            <a:tailEnd len="med" w="med" type="triangle"/>
          </a:ln>
        </p:spPr>
      </p:cxnSp>
      <p:sp>
        <p:nvSpPr>
          <p:cNvPr id="364" name="Google Shape;364;p13"/>
          <p:cNvSpPr txBox="1"/>
          <p:nvPr/>
        </p:nvSpPr>
        <p:spPr>
          <a:xfrm>
            <a:off x="4886325" y="4511675"/>
            <a:ext cx="14176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&lt;&lt;include&gt;&gt;</a:t>
            </a:r>
            <a:endParaRPr/>
          </a:p>
        </p:txBody>
      </p:sp>
      <p:sp>
        <p:nvSpPr>
          <p:cNvPr id="365" name="Google Shape;365;p13"/>
          <p:cNvSpPr txBox="1"/>
          <p:nvPr/>
        </p:nvSpPr>
        <p:spPr>
          <a:xfrm>
            <a:off x="4811712" y="5410200"/>
            <a:ext cx="1416050"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&lt;&lt;include&gt;&gt;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14"/>
          <p:cNvSpPr txBox="1"/>
          <p:nvPr>
            <p:ph type="title"/>
          </p:nvPr>
        </p:nvSpPr>
        <p:spPr>
          <a:xfrm>
            <a:off x="571500" y="304800"/>
            <a:ext cx="777240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2800"/>
              <a:buFont typeface="Verdana"/>
              <a:buNone/>
            </a:pPr>
            <a:r>
              <a:rPr b="1" i="0" lang="en-US" sz="2800" u="none">
                <a:solidFill>
                  <a:schemeClr val="dk1"/>
                </a:solidFill>
                <a:latin typeface="Verdana"/>
                <a:ea typeface="Verdana"/>
                <a:cs typeface="Verdana"/>
                <a:sym typeface="Verdana"/>
              </a:rPr>
              <a:t>How to Create a Use Case Diagram</a:t>
            </a:r>
            <a:endParaRPr/>
          </a:p>
        </p:txBody>
      </p:sp>
      <p:sp>
        <p:nvSpPr>
          <p:cNvPr descr="Rectangle: Click to edit Master text styles &#10;Second level &#10;Third level &#10;Fourth level &#10;Fifth level" id="371" name="Google Shape;371;p14"/>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5050"/>
              </a:buClr>
              <a:buSzPts val="1200"/>
              <a:buFont typeface="Arial"/>
              <a:buChar char="•"/>
            </a:pPr>
            <a:r>
              <a:rPr b="1" i="0" lang="en-US" sz="2400" u="none" cap="none" strike="noStrike">
                <a:solidFill>
                  <a:schemeClr val="dk1"/>
                </a:solidFill>
                <a:latin typeface="Verdana"/>
                <a:ea typeface="Verdana"/>
                <a:cs typeface="Verdana"/>
                <a:sym typeface="Verdana"/>
              </a:rPr>
              <a:t>Is it Possible to Generalize Actors ?</a:t>
            </a:r>
            <a:endParaRPr/>
          </a:p>
        </p:txBody>
      </p:sp>
      <p:sp>
        <p:nvSpPr>
          <p:cNvPr id="372" name="Google Shape;372;p14"/>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pic>
        <p:nvPicPr>
          <p:cNvPr id="373" name="Google Shape;373;p14"/>
          <p:cNvPicPr preferRelativeResize="0"/>
          <p:nvPr/>
        </p:nvPicPr>
        <p:blipFill rotWithShape="1">
          <a:blip r:embed="rId3">
            <a:alphaModFix/>
          </a:blip>
          <a:srcRect b="16376" l="0" r="0" t="0"/>
          <a:stretch/>
        </p:blipFill>
        <p:spPr>
          <a:xfrm>
            <a:off x="3884612" y="3195637"/>
            <a:ext cx="577850" cy="752475"/>
          </a:xfrm>
          <a:prstGeom prst="rect">
            <a:avLst/>
          </a:prstGeom>
          <a:noFill/>
          <a:ln>
            <a:noFill/>
          </a:ln>
        </p:spPr>
      </p:pic>
      <p:sp>
        <p:nvSpPr>
          <p:cNvPr id="374" name="Google Shape;374;p14"/>
          <p:cNvSpPr txBox="1"/>
          <p:nvPr/>
        </p:nvSpPr>
        <p:spPr>
          <a:xfrm>
            <a:off x="3611562" y="3895725"/>
            <a:ext cx="112236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customer</a:t>
            </a:r>
            <a:endParaRPr/>
          </a:p>
        </p:txBody>
      </p:sp>
      <p:pic>
        <p:nvPicPr>
          <p:cNvPr id="375" name="Google Shape;375;p14"/>
          <p:cNvPicPr preferRelativeResize="0"/>
          <p:nvPr/>
        </p:nvPicPr>
        <p:blipFill rotWithShape="1">
          <a:blip r:embed="rId4">
            <a:alphaModFix/>
          </a:blip>
          <a:srcRect b="16376" l="0" r="0" t="0"/>
          <a:stretch/>
        </p:blipFill>
        <p:spPr>
          <a:xfrm>
            <a:off x="3884612" y="4965700"/>
            <a:ext cx="609600" cy="792162"/>
          </a:xfrm>
          <a:prstGeom prst="rect">
            <a:avLst/>
          </a:prstGeom>
          <a:noFill/>
          <a:ln>
            <a:noFill/>
          </a:ln>
        </p:spPr>
      </p:pic>
      <p:sp>
        <p:nvSpPr>
          <p:cNvPr id="376" name="Google Shape;376;p14"/>
          <p:cNvSpPr txBox="1"/>
          <p:nvPr/>
        </p:nvSpPr>
        <p:spPr>
          <a:xfrm>
            <a:off x="3298825" y="5776912"/>
            <a:ext cx="17494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NFRC customer</a:t>
            </a:r>
            <a:endParaRPr/>
          </a:p>
        </p:txBody>
      </p:sp>
      <p:cxnSp>
        <p:nvCxnSpPr>
          <p:cNvPr id="377" name="Google Shape;377;p14"/>
          <p:cNvCxnSpPr/>
          <p:nvPr/>
        </p:nvCxnSpPr>
        <p:spPr>
          <a:xfrm rot="10800000">
            <a:off x="4173537" y="4265612"/>
            <a:ext cx="15875" cy="700087"/>
          </a:xfrm>
          <a:prstGeom prst="straightConnector1">
            <a:avLst/>
          </a:prstGeom>
          <a:noFill/>
          <a:ln cap="flat" cmpd="sng" w="12700">
            <a:solidFill>
              <a:schemeClr val="dk1"/>
            </a:solidFill>
            <a:prstDash val="solid"/>
            <a:miter lim="800000"/>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15"/>
          <p:cNvSpPr txBox="1"/>
          <p:nvPr>
            <p:ph type="title"/>
          </p:nvPr>
        </p:nvSpPr>
        <p:spPr>
          <a:xfrm>
            <a:off x="571500" y="304800"/>
            <a:ext cx="777240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2800"/>
              <a:buFont typeface="Verdana"/>
              <a:buNone/>
            </a:pPr>
            <a:r>
              <a:rPr b="1" i="0" lang="en-US" sz="2800" u="none">
                <a:solidFill>
                  <a:schemeClr val="dk1"/>
                </a:solidFill>
                <a:latin typeface="Verdana"/>
                <a:ea typeface="Verdana"/>
                <a:cs typeface="Verdana"/>
                <a:sym typeface="Verdana"/>
              </a:rPr>
              <a:t>How to Create a Use Case Diagram</a:t>
            </a:r>
            <a:endParaRPr/>
          </a:p>
        </p:txBody>
      </p:sp>
      <p:sp>
        <p:nvSpPr>
          <p:cNvPr descr="Rectangle: Click to edit Master text styles &#10;Second level &#10;Third level &#10;Fourth level &#10;Fifth level" id="383" name="Google Shape;383;p15"/>
          <p:cNvSpPr txBox="1"/>
          <p:nvPr>
            <p:ph idx="1" type="body"/>
          </p:nvPr>
        </p:nvSpPr>
        <p:spPr>
          <a:xfrm>
            <a:off x="508000" y="1697037"/>
            <a:ext cx="80010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5050"/>
              </a:buClr>
              <a:buSzPts val="1200"/>
              <a:buFont typeface="Arial"/>
              <a:buChar char="•"/>
            </a:pPr>
            <a:r>
              <a:rPr b="1" i="0" lang="en-US" sz="2400" u="none" cap="none" strike="noStrike">
                <a:solidFill>
                  <a:schemeClr val="dk1"/>
                </a:solidFill>
                <a:latin typeface="Verdana"/>
                <a:ea typeface="Verdana"/>
                <a:cs typeface="Verdana"/>
                <a:sym typeface="Verdana"/>
              </a:rPr>
              <a:t>Optional Functions or Additional Functions</a:t>
            </a:r>
            <a:endParaRPr/>
          </a:p>
          <a:p>
            <a:pPr indent="-285750" lvl="1" marL="742950" marR="0" rtl="0" algn="l">
              <a:lnSpc>
                <a:spcPct val="100000"/>
              </a:lnSpc>
              <a:spcBef>
                <a:spcPts val="1200"/>
              </a:spcBef>
              <a:spcAft>
                <a:spcPts val="0"/>
              </a:spcAft>
              <a:buClr>
                <a:srgbClr val="FF5050"/>
              </a:buClr>
              <a:buSzPts val="1000"/>
              <a:buFont typeface="Arial"/>
              <a:buChar char="•"/>
            </a:pPr>
            <a:r>
              <a:rPr b="0" i="0" lang="en-US" sz="2000" u="none" cap="none" strike="noStrike">
                <a:solidFill>
                  <a:schemeClr val="dk1"/>
                </a:solidFill>
                <a:latin typeface="Verdana"/>
                <a:ea typeface="Verdana"/>
                <a:cs typeface="Verdana"/>
                <a:sym typeface="Verdana"/>
              </a:rPr>
              <a:t>There are some functions that are triggered optionally</a:t>
            </a:r>
            <a:endParaRPr/>
          </a:p>
        </p:txBody>
      </p:sp>
      <p:sp>
        <p:nvSpPr>
          <p:cNvPr id="384" name="Google Shape;384;p15"/>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sp>
        <p:nvSpPr>
          <p:cNvPr id="385" name="Google Shape;385;p15"/>
          <p:cNvSpPr/>
          <p:nvPr/>
        </p:nvSpPr>
        <p:spPr>
          <a:xfrm>
            <a:off x="1524000" y="4419600"/>
            <a:ext cx="2124075" cy="609600"/>
          </a:xfrm>
          <a:prstGeom prst="ellipse">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Deposit funds</a:t>
            </a:r>
            <a:endParaRPr/>
          </a:p>
        </p:txBody>
      </p:sp>
      <p:sp>
        <p:nvSpPr>
          <p:cNvPr id="386" name="Google Shape;386;p15"/>
          <p:cNvSpPr/>
          <p:nvPr/>
        </p:nvSpPr>
        <p:spPr>
          <a:xfrm>
            <a:off x="5133975" y="4419600"/>
            <a:ext cx="2325687" cy="609600"/>
          </a:xfrm>
          <a:prstGeom prst="ellipse">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Calculate bonus</a:t>
            </a:r>
            <a:endParaRPr/>
          </a:p>
        </p:txBody>
      </p:sp>
      <p:cxnSp>
        <p:nvCxnSpPr>
          <p:cNvPr id="387" name="Google Shape;387;p15"/>
          <p:cNvCxnSpPr/>
          <p:nvPr/>
        </p:nvCxnSpPr>
        <p:spPr>
          <a:xfrm>
            <a:off x="3648075" y="4724400"/>
            <a:ext cx="1485900" cy="0"/>
          </a:xfrm>
          <a:prstGeom prst="straightConnector1">
            <a:avLst/>
          </a:prstGeom>
          <a:noFill/>
          <a:ln cap="flat" cmpd="sng" w="12700">
            <a:solidFill>
              <a:schemeClr val="dk1"/>
            </a:solidFill>
            <a:prstDash val="solid"/>
            <a:miter lim="800000"/>
            <a:headEnd len="sm" w="sm" type="triangle"/>
            <a:tailEnd len="med" w="med" type="none"/>
          </a:ln>
        </p:spPr>
      </p:cxnSp>
      <p:sp>
        <p:nvSpPr>
          <p:cNvPr id="388" name="Google Shape;388;p15"/>
          <p:cNvSpPr txBox="1"/>
          <p:nvPr/>
        </p:nvSpPr>
        <p:spPr>
          <a:xfrm>
            <a:off x="3749675" y="4310062"/>
            <a:ext cx="13922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&lt;&lt;extend&gt;&gt;</a:t>
            </a:r>
            <a:endParaRPr/>
          </a:p>
        </p:txBody>
      </p:sp>
      <p:sp>
        <p:nvSpPr>
          <p:cNvPr id="389" name="Google Shape;389;p15"/>
          <p:cNvSpPr txBox="1"/>
          <p:nvPr/>
        </p:nvSpPr>
        <p:spPr>
          <a:xfrm>
            <a:off x="3333750" y="3263900"/>
            <a:ext cx="2222500" cy="5857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Amount over 50000 or</a:t>
            </a:r>
            <a:endParaRPr/>
          </a:p>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Age over 55</a:t>
            </a:r>
            <a:endParaRPr/>
          </a:p>
        </p:txBody>
      </p:sp>
      <p:cxnSp>
        <p:nvCxnSpPr>
          <p:cNvPr id="390" name="Google Shape;390;p15"/>
          <p:cNvCxnSpPr/>
          <p:nvPr/>
        </p:nvCxnSpPr>
        <p:spPr>
          <a:xfrm>
            <a:off x="4445000" y="3849687"/>
            <a:ext cx="0" cy="460375"/>
          </a:xfrm>
          <a:prstGeom prst="straightConnector1">
            <a:avLst/>
          </a:prstGeom>
          <a:noFill/>
          <a:ln cap="flat" cmpd="sng" w="12700">
            <a:solidFill>
              <a:schemeClr val="dk1"/>
            </a:solidFill>
            <a:prstDash val="solid"/>
            <a:miter lim="800000"/>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pic>
        <p:nvPicPr>
          <p:cNvPr descr="Screen Clipping" id="395" name="Google Shape;395;p16"/>
          <p:cNvPicPr preferRelativeResize="0"/>
          <p:nvPr/>
        </p:nvPicPr>
        <p:blipFill rotWithShape="1">
          <a:blip r:embed="rId3">
            <a:alphaModFix/>
          </a:blip>
          <a:srcRect b="0" l="0" r="0" t="0"/>
          <a:stretch/>
        </p:blipFill>
        <p:spPr>
          <a:xfrm>
            <a:off x="0" y="0"/>
            <a:ext cx="8315325" cy="685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descr="Rectangle: Click to edit Master text styles &#10;Second level &#10;Third level &#10;Fourth level &#10;Fifth level" id="400" name="Google Shape;400;p17"/>
          <p:cNvSpPr txBox="1"/>
          <p:nvPr>
            <p:ph idx="1" type="body"/>
          </p:nvPr>
        </p:nvSpPr>
        <p:spPr>
          <a:xfrm>
            <a:off x="685800" y="1524000"/>
            <a:ext cx="8001000" cy="4724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rgbClr val="FF5050"/>
              </a:buClr>
              <a:buSzPts val="950"/>
              <a:buFont typeface="Noto Sans Symbols"/>
              <a:buChar char="•"/>
            </a:pPr>
            <a:r>
              <a:rPr b="0" i="0" lang="en-US" sz="1900" u="none" cap="none" strike="noStrike">
                <a:solidFill>
                  <a:schemeClr val="dk1"/>
                </a:solidFill>
                <a:latin typeface="Verdana"/>
                <a:ea typeface="Verdana"/>
                <a:cs typeface="Verdana"/>
                <a:sym typeface="Verdana"/>
              </a:rPr>
              <a:t>Hospital Management System is a large system including several subsystems or modules providing variety of functions. UML use case diagram example below shows actor and use cases for a hospital's reception.</a:t>
            </a:r>
            <a:endParaRPr/>
          </a:p>
          <a:p>
            <a:pPr indent="-342900" lvl="0" marL="342900" marR="0" rtl="0" algn="just">
              <a:lnSpc>
                <a:spcPct val="100000"/>
              </a:lnSpc>
              <a:spcBef>
                <a:spcPts val="380"/>
              </a:spcBef>
              <a:spcAft>
                <a:spcPts val="0"/>
              </a:spcAft>
              <a:buClr>
                <a:srgbClr val="FF5050"/>
              </a:buClr>
              <a:buSzPts val="950"/>
              <a:buFont typeface="Noto Sans Symbols"/>
              <a:buChar char="•"/>
            </a:pPr>
            <a:r>
              <a:rPr b="0" i="0" lang="en-US" sz="1900" u="none" cap="none" strike="noStrike">
                <a:solidFill>
                  <a:schemeClr val="dk1"/>
                </a:solidFill>
                <a:latin typeface="Verdana"/>
                <a:ea typeface="Verdana"/>
                <a:cs typeface="Verdana"/>
                <a:sym typeface="Verdana"/>
              </a:rPr>
              <a:t>Purpose: Describe major services (functionality) provided by a hospital's reception.</a:t>
            </a:r>
            <a:endParaRPr/>
          </a:p>
          <a:p>
            <a:pPr indent="-342900" lvl="0" marL="342900" marR="0" rtl="0" algn="just">
              <a:lnSpc>
                <a:spcPct val="100000"/>
              </a:lnSpc>
              <a:spcBef>
                <a:spcPts val="380"/>
              </a:spcBef>
              <a:spcAft>
                <a:spcPts val="0"/>
              </a:spcAft>
              <a:buClr>
                <a:srgbClr val="FF5050"/>
              </a:buClr>
              <a:buSzPts val="950"/>
              <a:buFont typeface="Noto Sans Symbols"/>
              <a:buChar char="•"/>
            </a:pPr>
            <a:r>
              <a:rPr b="0" i="0" lang="en-US" sz="1900" u="none" cap="none" strike="noStrike">
                <a:solidFill>
                  <a:schemeClr val="dk1"/>
                </a:solidFill>
                <a:latin typeface="Verdana"/>
                <a:ea typeface="Verdana"/>
                <a:cs typeface="Verdana"/>
                <a:sym typeface="Verdana"/>
              </a:rPr>
              <a:t>Hospital Reception subsystem or module supports some of the many job duties of hospital receptionist. Receptionist schedules patient's appointments and admission to the hospital, collects information from patient upon patient's arrival and/or by phone. For the patient that will stay in the hospital ("inpatient") she or he should have a bed allotted in a ward. Receptionists might also receive patient's payments, record them in a database and provide receipts, file insurance claims and medical reports.</a:t>
            </a:r>
            <a:endParaRPr/>
          </a:p>
        </p:txBody>
      </p:sp>
      <p:sp>
        <p:nvSpPr>
          <p:cNvPr id="401" name="Google Shape;401;p17"/>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sp>
        <p:nvSpPr>
          <p:cNvPr id="402" name="Google Shape;402;p17"/>
          <p:cNvSpPr txBox="1"/>
          <p:nvPr>
            <p:ph type="title"/>
          </p:nvPr>
        </p:nvSpPr>
        <p:spPr>
          <a:xfrm>
            <a:off x="571500" y="304800"/>
            <a:ext cx="777240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2800"/>
              <a:buFont typeface="Verdana"/>
              <a:buNone/>
            </a:pPr>
            <a:r>
              <a:rPr b="1" i="0" lang="en-US" sz="2800" u="none">
                <a:solidFill>
                  <a:schemeClr val="dk1"/>
                </a:solidFill>
                <a:latin typeface="Verdana"/>
                <a:ea typeface="Verdana"/>
                <a:cs typeface="Verdana"/>
                <a:sym typeface="Verdana"/>
              </a:rPr>
              <a:t>Practice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18"/>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pic>
        <p:nvPicPr>
          <p:cNvPr descr="Screen Clipping" id="408" name="Google Shape;408;p18"/>
          <p:cNvPicPr preferRelativeResize="0"/>
          <p:nvPr/>
        </p:nvPicPr>
        <p:blipFill rotWithShape="1">
          <a:blip r:embed="rId3">
            <a:alphaModFix/>
          </a:blip>
          <a:srcRect b="0" l="0" r="0" t="0"/>
          <a:stretch/>
        </p:blipFill>
        <p:spPr>
          <a:xfrm>
            <a:off x="76200" y="123825"/>
            <a:ext cx="8951912" cy="6581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descr="Rectangle: Click to edit Master text styles &#10;Second level &#10;Third level &#10;Fourth level &#10;Fifth level" id="413" name="Google Shape;413;p19"/>
          <p:cNvSpPr txBox="1"/>
          <p:nvPr>
            <p:ph idx="1" type="body"/>
          </p:nvPr>
        </p:nvSpPr>
        <p:spPr>
          <a:xfrm>
            <a:off x="381000" y="381000"/>
            <a:ext cx="8534400" cy="6629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5050"/>
              </a:buClr>
              <a:buSzPts val="1000"/>
              <a:buFont typeface="Noto Sans Symbols"/>
              <a:buChar char="•"/>
            </a:pPr>
            <a:r>
              <a:rPr b="0" i="0" lang="en-US" sz="2000" u="none" cap="none" strike="noStrike">
                <a:solidFill>
                  <a:schemeClr val="dk1"/>
                </a:solidFill>
                <a:latin typeface="Verdana"/>
                <a:ea typeface="Verdana"/>
                <a:cs typeface="Verdana"/>
                <a:sym typeface="Verdana"/>
              </a:rPr>
              <a:t>UML Use Case diagram for Travel Agency is shown below. The various participants of the same are detailed below:</a:t>
            </a:r>
            <a:endParaRPr/>
          </a:p>
          <a:p>
            <a:pPr indent="-342900" lvl="0" marL="342900" marR="0" rtl="0" algn="l">
              <a:lnSpc>
                <a:spcPct val="100000"/>
              </a:lnSpc>
              <a:spcBef>
                <a:spcPts val="400"/>
              </a:spcBef>
              <a:spcAft>
                <a:spcPts val="0"/>
              </a:spcAft>
              <a:buClr>
                <a:srgbClr val="FF5050"/>
              </a:buClr>
              <a:buSzPts val="1000"/>
              <a:buFont typeface="Noto Sans Symbols"/>
              <a:buChar char="•"/>
            </a:pPr>
            <a:r>
              <a:rPr b="0" i="0" lang="en-US" sz="2000" u="none" cap="none" strike="noStrike">
                <a:solidFill>
                  <a:schemeClr val="dk1"/>
                </a:solidFill>
                <a:latin typeface="Verdana"/>
                <a:ea typeface="Verdana"/>
                <a:cs typeface="Verdana"/>
                <a:sym typeface="Verdana"/>
              </a:rPr>
              <a:t>Actors: - Customer, Agent</a:t>
            </a:r>
            <a:endParaRPr/>
          </a:p>
          <a:p>
            <a:pPr indent="-279400" lvl="0" marL="342900" marR="0" rtl="0" algn="l">
              <a:lnSpc>
                <a:spcPct val="100000"/>
              </a:lnSpc>
              <a:spcBef>
                <a:spcPts val="400"/>
              </a:spcBef>
              <a:spcAft>
                <a:spcPts val="0"/>
              </a:spcAft>
              <a:buClr>
                <a:srgbClr val="FF5050"/>
              </a:buClr>
              <a:buSzPts val="1000"/>
              <a:buFont typeface="Noto Sans Symbols"/>
              <a:buNone/>
            </a:pPr>
            <a:r>
              <a:t/>
            </a:r>
            <a:endParaRPr b="0" i="0" sz="2000" u="none" cap="none" strike="noStrike">
              <a:solidFill>
                <a:schemeClr val="dk1"/>
              </a:solidFill>
              <a:latin typeface="Verdana"/>
              <a:ea typeface="Verdana"/>
              <a:cs typeface="Verdana"/>
              <a:sym typeface="Verdana"/>
            </a:endParaRPr>
          </a:p>
          <a:p>
            <a:pPr indent="-342900" lvl="0" marL="342900" marR="0" rtl="0" algn="l">
              <a:lnSpc>
                <a:spcPct val="100000"/>
              </a:lnSpc>
              <a:spcBef>
                <a:spcPts val="400"/>
              </a:spcBef>
              <a:spcAft>
                <a:spcPts val="0"/>
              </a:spcAft>
              <a:buClr>
                <a:srgbClr val="FF5050"/>
              </a:buClr>
              <a:buSzPts val="1000"/>
              <a:buFont typeface="Noto Sans Symbols"/>
              <a:buChar char="•"/>
            </a:pPr>
            <a:r>
              <a:rPr b="1" i="0" lang="en-US" sz="2000" u="none" cap="none" strike="noStrike">
                <a:solidFill>
                  <a:schemeClr val="dk1"/>
                </a:solidFill>
                <a:latin typeface="Verdana"/>
                <a:ea typeface="Verdana"/>
                <a:cs typeface="Verdana"/>
                <a:sym typeface="Verdana"/>
              </a:rPr>
              <a:t>The corresponding use cases for these actors are:-</a:t>
            </a:r>
            <a:endParaRPr/>
          </a:p>
          <a:p>
            <a:pPr indent="-285750" lvl="1" marL="742950" marR="0" rtl="0" algn="l">
              <a:lnSpc>
                <a:spcPct val="100000"/>
              </a:lnSpc>
              <a:spcBef>
                <a:spcPts val="400"/>
              </a:spcBef>
              <a:spcAft>
                <a:spcPts val="0"/>
              </a:spcAft>
              <a:buClr>
                <a:srgbClr val="FF5050"/>
              </a:buClr>
              <a:buSzPts val="1000"/>
              <a:buFont typeface="Noto Sans Symbols"/>
              <a:buChar char="•"/>
            </a:pPr>
            <a:r>
              <a:rPr b="0" i="0" lang="en-US" sz="2000" u="none" cap="none" strike="noStrike">
                <a:solidFill>
                  <a:schemeClr val="dk1"/>
                </a:solidFill>
                <a:latin typeface="Verdana"/>
                <a:ea typeface="Verdana"/>
                <a:cs typeface="Verdana"/>
                <a:sym typeface="Verdana"/>
              </a:rPr>
              <a:t>Customer: Make Enquiry, Plan Trip, Select a Trip and Finalize It, Make Payment, Cancel Trip, Receive Ticket, Get Refund</a:t>
            </a:r>
            <a:endParaRPr/>
          </a:p>
          <a:p>
            <a:pPr indent="-285750" lvl="1" marL="742950" marR="0" rtl="0" algn="l">
              <a:lnSpc>
                <a:spcPct val="100000"/>
              </a:lnSpc>
              <a:spcBef>
                <a:spcPts val="400"/>
              </a:spcBef>
              <a:spcAft>
                <a:spcPts val="0"/>
              </a:spcAft>
              <a:buClr>
                <a:srgbClr val="FF5050"/>
              </a:buClr>
              <a:buSzPts val="1000"/>
              <a:buFont typeface="Noto Sans Symbols"/>
              <a:buChar char="•"/>
            </a:pPr>
            <a:r>
              <a:rPr b="0" i="0" lang="en-US" sz="2000" u="none" cap="none" strike="noStrike">
                <a:solidFill>
                  <a:schemeClr val="dk1"/>
                </a:solidFill>
                <a:latin typeface="Verdana"/>
                <a:ea typeface="Verdana"/>
                <a:cs typeface="Verdana"/>
                <a:sym typeface="Verdana"/>
              </a:rPr>
              <a:t>Agent: Provide Enquiry Details, Give Different Trip Details, Receive Payment, Cancel Tickets, Book Ticket, Give Discount If Any, Refund Money</a:t>
            </a:r>
            <a:endParaRPr/>
          </a:p>
          <a:p>
            <a:pPr indent="-342900" lvl="0" marL="342900" marR="0" rtl="0" algn="l">
              <a:lnSpc>
                <a:spcPct val="100000"/>
              </a:lnSpc>
              <a:spcBef>
                <a:spcPts val="400"/>
              </a:spcBef>
              <a:spcAft>
                <a:spcPts val="0"/>
              </a:spcAft>
              <a:buClr>
                <a:srgbClr val="FF5050"/>
              </a:buClr>
              <a:buSzPts val="1000"/>
              <a:buFont typeface="Noto Sans Symbols"/>
              <a:buChar char="•"/>
            </a:pPr>
            <a:r>
              <a:rPr b="1" i="0" lang="en-US" sz="2000" u="none" cap="none" strike="noStrike">
                <a:solidFill>
                  <a:schemeClr val="dk1"/>
                </a:solidFill>
                <a:latin typeface="Verdana"/>
                <a:ea typeface="Verdana"/>
                <a:cs typeface="Verdana"/>
                <a:sym typeface="Verdana"/>
              </a:rPr>
              <a:t>Other relationships:</a:t>
            </a:r>
            <a:endParaRPr/>
          </a:p>
          <a:p>
            <a:pPr indent="-285750" lvl="1" marL="742950" marR="0" rtl="0" algn="l">
              <a:lnSpc>
                <a:spcPct val="100000"/>
              </a:lnSpc>
              <a:spcBef>
                <a:spcPts val="360"/>
              </a:spcBef>
              <a:spcAft>
                <a:spcPts val="0"/>
              </a:spcAft>
              <a:buClr>
                <a:srgbClr val="FF5050"/>
              </a:buClr>
              <a:buSzPts val="900"/>
              <a:buFont typeface="Noto Sans Symbols"/>
              <a:buChar char="•"/>
            </a:pPr>
            <a:r>
              <a:rPr b="0" i="0" lang="en-US" sz="1800" u="none" cap="none" strike="noStrike">
                <a:solidFill>
                  <a:schemeClr val="dk1"/>
                </a:solidFill>
                <a:latin typeface="Verdana"/>
                <a:ea typeface="Verdana"/>
                <a:cs typeface="Verdana"/>
                <a:sym typeface="Verdana"/>
              </a:rPr>
              <a:t>While a customer makes a payment will receive the ticket and get a refund for the cancelation of the ticket.</a:t>
            </a:r>
            <a:endParaRPr/>
          </a:p>
          <a:p>
            <a:pPr indent="-285750" lvl="1" marL="742950" marR="0" rtl="0" algn="l">
              <a:lnSpc>
                <a:spcPct val="100000"/>
              </a:lnSpc>
              <a:spcBef>
                <a:spcPts val="360"/>
              </a:spcBef>
              <a:spcAft>
                <a:spcPts val="0"/>
              </a:spcAft>
              <a:buClr>
                <a:srgbClr val="FF5050"/>
              </a:buClr>
              <a:buSzPts val="900"/>
              <a:buFont typeface="Noto Sans Symbols"/>
              <a:buChar char="•"/>
            </a:pPr>
            <a:r>
              <a:rPr b="0" i="0" lang="en-US" sz="1800" u="none" cap="none" strike="noStrike">
                <a:solidFill>
                  <a:schemeClr val="dk1"/>
                </a:solidFill>
                <a:latin typeface="Verdana"/>
                <a:ea typeface="Verdana"/>
                <a:cs typeface="Verdana"/>
                <a:sym typeface="Verdana"/>
              </a:rPr>
              <a:t>The agent will book a ticket while receiving payment and give a discount if applied. It also refunds money while canceling tickets.</a:t>
            </a:r>
            <a:endParaRPr/>
          </a:p>
          <a:p>
            <a:pPr indent="-285750" lvl="1" marL="742950" marR="0" rtl="0" algn="l">
              <a:lnSpc>
                <a:spcPct val="100000"/>
              </a:lnSpc>
              <a:spcBef>
                <a:spcPts val="360"/>
              </a:spcBef>
              <a:spcAft>
                <a:spcPts val="0"/>
              </a:spcAft>
              <a:buClr>
                <a:srgbClr val="FF5050"/>
              </a:buClr>
              <a:buSzPts val="900"/>
              <a:buFont typeface="Noto Sans Symbols"/>
              <a:buChar char="•"/>
            </a:pPr>
            <a:r>
              <a:rPr b="0" i="0" lang="en-US" sz="1800" u="none" cap="none" strike="noStrike">
                <a:solidFill>
                  <a:schemeClr val="dk1"/>
                </a:solidFill>
                <a:latin typeface="Verdana"/>
                <a:ea typeface="Verdana"/>
                <a:cs typeface="Verdana"/>
                <a:sym typeface="Verdana"/>
              </a:rPr>
              <a:t>Customer and Agent can be divided into two types, new and existing.</a:t>
            </a:r>
            <a:endParaRPr/>
          </a:p>
          <a:p>
            <a:pPr indent="-285750" lvl="1" marL="742950" marR="0" rtl="0" algn="l">
              <a:lnSpc>
                <a:spcPct val="100000"/>
              </a:lnSpc>
              <a:spcBef>
                <a:spcPts val="360"/>
              </a:spcBef>
              <a:spcAft>
                <a:spcPts val="0"/>
              </a:spcAft>
              <a:buClr>
                <a:srgbClr val="FF5050"/>
              </a:buClr>
              <a:buSzPts val="900"/>
              <a:buFont typeface="Noto Sans Symbols"/>
              <a:buChar char="•"/>
            </a:pPr>
            <a:r>
              <a:rPr b="0" i="0" lang="en-US" sz="1800" u="none" cap="none" strike="noStrike">
                <a:solidFill>
                  <a:schemeClr val="dk1"/>
                </a:solidFill>
                <a:latin typeface="Verdana"/>
                <a:ea typeface="Verdana"/>
                <a:cs typeface="Verdana"/>
                <a:sym typeface="Verdana"/>
              </a:rPr>
              <a:t>**You have to show include, extern, and generalization relationship.</a:t>
            </a:r>
            <a:endParaRPr/>
          </a:p>
          <a:p>
            <a:pPr indent="-285750" lvl="0" marL="342900" marR="0" rtl="0" algn="l">
              <a:spcBef>
                <a:spcPts val="360"/>
              </a:spcBef>
              <a:spcAft>
                <a:spcPts val="0"/>
              </a:spcAft>
              <a:buClr>
                <a:srgbClr val="FF5050"/>
              </a:buClr>
              <a:buSzPts val="900"/>
              <a:buFont typeface="Noto Sans Symbols"/>
              <a:buNone/>
            </a:pPr>
            <a:r>
              <a:t/>
            </a:r>
            <a:endParaRPr b="0" i="0" sz="1800" u="none" cap="none" strike="noStrike">
              <a:solidFill>
                <a:schemeClr val="dk1"/>
              </a:solidFill>
              <a:latin typeface="Verdana"/>
              <a:ea typeface="Verdana"/>
              <a:cs typeface="Verdana"/>
              <a:sym typeface="Verdan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0"/>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1" sz="4000">
              <a:solidFill>
                <a:schemeClr val="dk1"/>
              </a:solidFill>
              <a:latin typeface="Verdana"/>
              <a:ea typeface="Verdana"/>
              <a:cs typeface="Verdana"/>
              <a:sym typeface="Verdana"/>
            </a:endParaRPr>
          </a:p>
        </p:txBody>
      </p:sp>
      <p:pic>
        <p:nvPicPr>
          <p:cNvPr id="419" name="Google Shape;419;p20"/>
          <p:cNvPicPr preferRelativeResize="0"/>
          <p:nvPr>
            <p:ph idx="1" type="body"/>
          </p:nvPr>
        </p:nvPicPr>
        <p:blipFill rotWithShape="1">
          <a:blip r:embed="rId3">
            <a:alphaModFix/>
          </a:blip>
          <a:srcRect b="0" l="0" r="0" t="0"/>
          <a:stretch/>
        </p:blipFill>
        <p:spPr>
          <a:xfrm>
            <a:off x="1143000" y="-22225"/>
            <a:ext cx="6172200" cy="6905625"/>
          </a:xfrm>
          <a:prstGeom prst="rect">
            <a:avLst/>
          </a:prstGeom>
          <a:noFill/>
          <a:ln>
            <a:noFill/>
          </a:ln>
        </p:spPr>
      </p:pic>
      <p:sp>
        <p:nvSpPr>
          <p:cNvPr id="420" name="Google Shape;420;p20"/>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1"/>
          <p:cNvSpPr txBox="1"/>
          <p:nvPr>
            <p:ph type="title"/>
          </p:nvPr>
        </p:nvSpPr>
        <p:spPr>
          <a:xfrm>
            <a:off x="571500" y="304800"/>
            <a:ext cx="77724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1" sz="4000">
              <a:solidFill>
                <a:schemeClr val="dk1"/>
              </a:solidFill>
              <a:latin typeface="Verdana"/>
              <a:ea typeface="Verdana"/>
              <a:cs typeface="Verdana"/>
              <a:sym typeface="Verdana"/>
            </a:endParaRPr>
          </a:p>
        </p:txBody>
      </p:sp>
      <p:sp>
        <p:nvSpPr>
          <p:cNvPr descr="Rectangle: Click to edit Master text styles &#10;Second level &#10;Third level &#10;Fourth level &#10;Fifth level" id="426" name="Google Shape;426;p21"/>
          <p:cNvSpPr txBox="1"/>
          <p:nvPr>
            <p:ph idx="1" type="body"/>
          </p:nvPr>
        </p:nvSpPr>
        <p:spPr>
          <a:xfrm>
            <a:off x="571500" y="1676400"/>
            <a:ext cx="80010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5050"/>
              </a:buClr>
              <a:buSzPts val="1200"/>
              <a:buFont typeface="Noto Sans Symbols"/>
              <a:buChar char="•"/>
            </a:pPr>
            <a:r>
              <a:rPr b="0" i="0" lang="en-US" sz="2400" u="none">
                <a:solidFill>
                  <a:schemeClr val="dk1"/>
                </a:solidFill>
                <a:latin typeface="Verdana"/>
                <a:ea typeface="Verdana"/>
                <a:cs typeface="Verdana"/>
                <a:sym typeface="Verdana"/>
              </a:rPr>
              <a:t>Bank customer has to provide pin for login, verified by bank, there could be mistake while entering the pin, customer can do transactions like (fund transfer, withdraw, change pin, balance check, deposit) etc., ATM Machine will provide a print out if customer wants to get a receipt of their transaction considering some charges, charges will also apply for each transaction. There is system administrator who monitors users’ transaction and report if any suspicious activities is noticed. Also maintains ATM machine money loading and maintenance.</a:t>
            </a:r>
            <a:endParaRPr/>
          </a:p>
        </p:txBody>
      </p:sp>
      <p:sp>
        <p:nvSpPr>
          <p:cNvPr id="427" name="Google Shape;427;p21"/>
          <p:cNvSpPr txBox="1"/>
          <p:nvPr/>
        </p:nvSpPr>
        <p:spPr>
          <a:xfrm>
            <a:off x="9906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Slide </a:t>
            </a:r>
            <a:fld id="{00000000-1234-1234-1234-123412341234}" type="slidenum">
              <a:rPr b="0" i="0" lang="en-US" sz="1000" u="none">
                <a:solidFill>
                  <a:schemeClr val="dk1"/>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chemeClr val="dk1"/>
              </a:solidFill>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7_Dennis PPT">
  <a:themeElements>
    <a:clrScheme name="Dennis PP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4_Dennis PPT">
  <a:themeElements>
    <a:clrScheme name="Dennis PP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5_Dennis PPT">
  <a:themeElements>
    <a:clrScheme name="Dennis PP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2_Dennis PPT">
  <a:themeElements>
    <a:clrScheme name="Dennis PP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0_Dennis PPT">
  <a:themeElements>
    <a:clrScheme name="Dennis PP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6_Dennis PPT">
  <a:themeElements>
    <a:clrScheme name="Dennis PP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3_Dennis PPT">
  <a:themeElements>
    <a:clrScheme name="Dennis PP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1_Dennis PPT">
  <a:themeElements>
    <a:clrScheme name="Dennis PP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Dennis PPT">
  <a:themeElements>
    <a:clrScheme name="Dennis PP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9_Dennis PPT">
  <a:themeElements>
    <a:clrScheme name="Dennis PP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8_Dennis PPT">
  <a:themeElements>
    <a:clrScheme name="Dennis PP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11_Dennis PPT">
  <a:themeElements>
    <a:clrScheme name="Dennis PP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2_Dennis PPT">
  <a:themeElements>
    <a:clrScheme name="Dennis PP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1999-03-22T21:30:00Z</dcterms:created>
  <dc:creator>Fred Niederman</dc:creator>
</cp:coreProperties>
</file>