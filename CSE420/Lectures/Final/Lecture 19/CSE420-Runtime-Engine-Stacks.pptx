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25"/>
  </p:notesMasterIdLst>
  <p:sldIdLst>
    <p:sldId id="256" r:id="rId2"/>
    <p:sldId id="258" r:id="rId3"/>
    <p:sldId id="257" r:id="rId4"/>
    <p:sldId id="273" r:id="rId5"/>
    <p:sldId id="274" r:id="rId6"/>
    <p:sldId id="275" r:id="rId7"/>
    <p:sldId id="259" r:id="rId8"/>
    <p:sldId id="260" r:id="rId9"/>
    <p:sldId id="263" r:id="rId10"/>
    <p:sldId id="262" r:id="rId11"/>
    <p:sldId id="276" r:id="rId12"/>
    <p:sldId id="264" r:id="rId13"/>
    <p:sldId id="265" r:id="rId14"/>
    <p:sldId id="277" r:id="rId15"/>
    <p:sldId id="281" r:id="rId16"/>
    <p:sldId id="279" r:id="rId17"/>
    <p:sldId id="266" r:id="rId18"/>
    <p:sldId id="268" r:id="rId19"/>
    <p:sldId id="278" r:id="rId20"/>
    <p:sldId id="270" r:id="rId21"/>
    <p:sldId id="282" r:id="rId22"/>
    <p:sldId id="283" r:id="rId23"/>
    <p:sldId id="284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101" y="1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A057BA-EA39-4D86-AED8-FF18C38B49BA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57A495-537E-4AFB-951C-BFD723F79C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8183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7" name="Group 1556"/>
          <p:cNvGrpSpPr/>
          <p:nvPr/>
        </p:nvGrpSpPr>
        <p:grpSpPr>
          <a:xfrm>
            <a:off x="0" y="420256"/>
            <a:ext cx="12188952" cy="3795497"/>
            <a:chOff x="0" y="420256"/>
            <a:chExt cx="12188952" cy="3795497"/>
          </a:xfrm>
        </p:grpSpPr>
        <p:cxnSp>
          <p:nvCxnSpPr>
            <p:cNvPr id="1558" name="Straight Connector 1557"/>
            <p:cNvCxnSpPr/>
            <p:nvPr/>
          </p:nvCxnSpPr>
          <p:spPr>
            <a:xfrm>
              <a:off x="0" y="4215753"/>
              <a:ext cx="12188952" cy="0"/>
            </a:xfrm>
            <a:prstGeom prst="line">
              <a:avLst/>
            </a:prstGeom>
            <a:ln w="1397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9" name="Straight Connector 1558"/>
            <p:cNvCxnSpPr/>
            <p:nvPr/>
          </p:nvCxnSpPr>
          <p:spPr>
            <a:xfrm>
              <a:off x="0" y="3794032"/>
              <a:ext cx="12188952" cy="0"/>
            </a:xfrm>
            <a:prstGeom prst="line">
              <a:avLst/>
            </a:prstGeom>
            <a:ln w="1397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0" name="Straight Connector 1559"/>
            <p:cNvCxnSpPr/>
            <p:nvPr/>
          </p:nvCxnSpPr>
          <p:spPr>
            <a:xfrm>
              <a:off x="0" y="3372310"/>
              <a:ext cx="12188952" cy="0"/>
            </a:xfrm>
            <a:prstGeom prst="line">
              <a:avLst/>
            </a:prstGeom>
            <a:ln w="1397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1" name="Straight Connector 1560"/>
            <p:cNvCxnSpPr/>
            <p:nvPr/>
          </p:nvCxnSpPr>
          <p:spPr>
            <a:xfrm>
              <a:off x="0" y="2950588"/>
              <a:ext cx="12188952" cy="0"/>
            </a:xfrm>
            <a:prstGeom prst="line">
              <a:avLst/>
            </a:prstGeom>
            <a:ln w="1397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2" name="Straight Connector 1561"/>
            <p:cNvCxnSpPr/>
            <p:nvPr/>
          </p:nvCxnSpPr>
          <p:spPr>
            <a:xfrm>
              <a:off x="0" y="2528866"/>
              <a:ext cx="12188952" cy="0"/>
            </a:xfrm>
            <a:prstGeom prst="line">
              <a:avLst/>
            </a:prstGeom>
            <a:ln w="1397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3" name="Straight Connector 1562"/>
            <p:cNvCxnSpPr/>
            <p:nvPr/>
          </p:nvCxnSpPr>
          <p:spPr>
            <a:xfrm>
              <a:off x="0" y="2107144"/>
              <a:ext cx="12188952" cy="0"/>
            </a:xfrm>
            <a:prstGeom prst="line">
              <a:avLst/>
            </a:prstGeom>
            <a:ln w="1397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4" name="Straight Connector 1563"/>
            <p:cNvCxnSpPr/>
            <p:nvPr/>
          </p:nvCxnSpPr>
          <p:spPr>
            <a:xfrm>
              <a:off x="0" y="1685422"/>
              <a:ext cx="12188952" cy="0"/>
            </a:xfrm>
            <a:prstGeom prst="line">
              <a:avLst/>
            </a:prstGeom>
            <a:ln w="1397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5" name="Straight Connector 1564"/>
            <p:cNvCxnSpPr/>
            <p:nvPr/>
          </p:nvCxnSpPr>
          <p:spPr>
            <a:xfrm>
              <a:off x="0" y="1263700"/>
              <a:ext cx="12188952" cy="0"/>
            </a:xfrm>
            <a:prstGeom prst="line">
              <a:avLst/>
            </a:prstGeom>
            <a:ln w="1397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6" name="Straight Connector 1565"/>
            <p:cNvCxnSpPr/>
            <p:nvPr/>
          </p:nvCxnSpPr>
          <p:spPr>
            <a:xfrm>
              <a:off x="0" y="841978"/>
              <a:ext cx="12188952" cy="0"/>
            </a:xfrm>
            <a:prstGeom prst="line">
              <a:avLst/>
            </a:prstGeom>
            <a:ln w="1397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7" name="Straight Connector 1566"/>
            <p:cNvCxnSpPr/>
            <p:nvPr/>
          </p:nvCxnSpPr>
          <p:spPr>
            <a:xfrm>
              <a:off x="0" y="420256"/>
              <a:ext cx="12188952" cy="0"/>
            </a:xfrm>
            <a:prstGeom prst="line">
              <a:avLst/>
            </a:prstGeom>
            <a:ln w="1397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68" name="Rectangle 379"/>
          <p:cNvSpPr/>
          <p:nvPr/>
        </p:nvSpPr>
        <p:spPr>
          <a:xfrm rot="18900000" flipV="1">
            <a:off x="9445819" y="-965459"/>
            <a:ext cx="13717" cy="6493220"/>
          </a:xfrm>
          <a:custGeom>
            <a:avLst/>
            <a:gdLst/>
            <a:ahLst/>
            <a:cxnLst/>
            <a:rect l="l" t="t" r="r" b="b"/>
            <a:pathLst>
              <a:path w="13717" h="6493220">
                <a:moveTo>
                  <a:pt x="1" y="6493220"/>
                </a:moveTo>
                <a:lnTo>
                  <a:pt x="13717" y="6479504"/>
                </a:lnTo>
                <a:lnTo>
                  <a:pt x="13716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69" name="Rectangle 56"/>
          <p:cNvSpPr/>
          <p:nvPr/>
        </p:nvSpPr>
        <p:spPr>
          <a:xfrm>
            <a:off x="0" y="0"/>
            <a:ext cx="11816540" cy="4572004"/>
          </a:xfrm>
          <a:custGeom>
            <a:avLst/>
            <a:gdLst/>
            <a:ahLst/>
            <a:cxnLst/>
            <a:rect l="l" t="t" r="r" b="b"/>
            <a:pathLst>
              <a:path w="11816540" h="4572004">
                <a:moveTo>
                  <a:pt x="11802824" y="4"/>
                </a:moveTo>
                <a:lnTo>
                  <a:pt x="11816540" y="4"/>
                </a:lnTo>
                <a:lnTo>
                  <a:pt x="11816540" y="4572004"/>
                </a:lnTo>
                <a:lnTo>
                  <a:pt x="11802824" y="4572004"/>
                </a:lnTo>
                <a:close/>
                <a:moveTo>
                  <a:pt x="5901406" y="4"/>
                </a:moveTo>
                <a:lnTo>
                  <a:pt x="5915122" y="4"/>
                </a:lnTo>
                <a:lnTo>
                  <a:pt x="5915122" y="4572004"/>
                </a:lnTo>
                <a:lnTo>
                  <a:pt x="5901406" y="4572004"/>
                </a:lnTo>
                <a:close/>
                <a:moveTo>
                  <a:pt x="10959754" y="3"/>
                </a:moveTo>
                <a:lnTo>
                  <a:pt x="10973470" y="3"/>
                </a:lnTo>
                <a:lnTo>
                  <a:pt x="10973470" y="4572003"/>
                </a:lnTo>
                <a:lnTo>
                  <a:pt x="10959754" y="4572003"/>
                </a:lnTo>
                <a:close/>
                <a:moveTo>
                  <a:pt x="5058348" y="3"/>
                </a:moveTo>
                <a:lnTo>
                  <a:pt x="5072064" y="3"/>
                </a:lnTo>
                <a:lnTo>
                  <a:pt x="5072064" y="4572003"/>
                </a:lnTo>
                <a:lnTo>
                  <a:pt x="5058348" y="4572003"/>
                </a:lnTo>
                <a:close/>
                <a:moveTo>
                  <a:pt x="11381283" y="2"/>
                </a:moveTo>
                <a:lnTo>
                  <a:pt x="11394999" y="2"/>
                </a:lnTo>
                <a:lnTo>
                  <a:pt x="11394999" y="4572002"/>
                </a:lnTo>
                <a:lnTo>
                  <a:pt x="11381283" y="4572002"/>
                </a:lnTo>
                <a:close/>
                <a:moveTo>
                  <a:pt x="10538225" y="2"/>
                </a:moveTo>
                <a:lnTo>
                  <a:pt x="10551941" y="2"/>
                </a:lnTo>
                <a:lnTo>
                  <a:pt x="10551941" y="4572002"/>
                </a:lnTo>
                <a:lnTo>
                  <a:pt x="10538225" y="4572002"/>
                </a:lnTo>
                <a:close/>
                <a:moveTo>
                  <a:pt x="10116696" y="2"/>
                </a:moveTo>
                <a:lnTo>
                  <a:pt x="10130412" y="2"/>
                </a:lnTo>
                <a:lnTo>
                  <a:pt x="10130412" y="4572002"/>
                </a:lnTo>
                <a:lnTo>
                  <a:pt x="10116696" y="4572002"/>
                </a:lnTo>
                <a:close/>
                <a:moveTo>
                  <a:pt x="6322935" y="2"/>
                </a:moveTo>
                <a:lnTo>
                  <a:pt x="6336651" y="2"/>
                </a:lnTo>
                <a:lnTo>
                  <a:pt x="6336651" y="4572002"/>
                </a:lnTo>
                <a:lnTo>
                  <a:pt x="6322935" y="4572002"/>
                </a:lnTo>
                <a:close/>
                <a:moveTo>
                  <a:pt x="5479877" y="2"/>
                </a:moveTo>
                <a:lnTo>
                  <a:pt x="5493593" y="2"/>
                </a:lnTo>
                <a:lnTo>
                  <a:pt x="5493593" y="4572002"/>
                </a:lnTo>
                <a:lnTo>
                  <a:pt x="5479877" y="4572002"/>
                </a:lnTo>
                <a:close/>
                <a:moveTo>
                  <a:pt x="4636819" y="2"/>
                </a:moveTo>
                <a:lnTo>
                  <a:pt x="4650535" y="2"/>
                </a:lnTo>
                <a:lnTo>
                  <a:pt x="4650535" y="4572002"/>
                </a:lnTo>
                <a:lnTo>
                  <a:pt x="4636819" y="4572002"/>
                </a:lnTo>
                <a:close/>
                <a:moveTo>
                  <a:pt x="4215290" y="2"/>
                </a:moveTo>
                <a:lnTo>
                  <a:pt x="4229006" y="2"/>
                </a:lnTo>
                <a:lnTo>
                  <a:pt x="4229006" y="4572002"/>
                </a:lnTo>
                <a:lnTo>
                  <a:pt x="4215290" y="4572002"/>
                </a:lnTo>
                <a:close/>
                <a:moveTo>
                  <a:pt x="421529" y="2"/>
                </a:moveTo>
                <a:lnTo>
                  <a:pt x="435245" y="2"/>
                </a:lnTo>
                <a:lnTo>
                  <a:pt x="435245" y="4572002"/>
                </a:lnTo>
                <a:lnTo>
                  <a:pt x="421529" y="4572002"/>
                </a:lnTo>
                <a:close/>
                <a:moveTo>
                  <a:pt x="0" y="2"/>
                </a:moveTo>
                <a:lnTo>
                  <a:pt x="13716" y="2"/>
                </a:lnTo>
                <a:lnTo>
                  <a:pt x="13716" y="4572002"/>
                </a:lnTo>
                <a:lnTo>
                  <a:pt x="0" y="4572002"/>
                </a:lnTo>
                <a:close/>
                <a:moveTo>
                  <a:pt x="9273638" y="1"/>
                </a:moveTo>
                <a:lnTo>
                  <a:pt x="9287354" y="1"/>
                </a:lnTo>
                <a:lnTo>
                  <a:pt x="9287354" y="4572001"/>
                </a:lnTo>
                <a:lnTo>
                  <a:pt x="9273638" y="4572001"/>
                </a:lnTo>
                <a:close/>
                <a:moveTo>
                  <a:pt x="3372232" y="1"/>
                </a:moveTo>
                <a:lnTo>
                  <a:pt x="3385948" y="1"/>
                </a:lnTo>
                <a:lnTo>
                  <a:pt x="3385948" y="4572001"/>
                </a:lnTo>
                <a:lnTo>
                  <a:pt x="3372232" y="4572001"/>
                </a:lnTo>
                <a:close/>
                <a:moveTo>
                  <a:pt x="9695167" y="0"/>
                </a:moveTo>
                <a:lnTo>
                  <a:pt x="9708883" y="0"/>
                </a:lnTo>
                <a:lnTo>
                  <a:pt x="9708883" y="4572000"/>
                </a:lnTo>
                <a:lnTo>
                  <a:pt x="9695167" y="4572000"/>
                </a:lnTo>
                <a:close/>
                <a:moveTo>
                  <a:pt x="8852109" y="0"/>
                </a:moveTo>
                <a:lnTo>
                  <a:pt x="8865825" y="0"/>
                </a:lnTo>
                <a:lnTo>
                  <a:pt x="8865825" y="4572000"/>
                </a:lnTo>
                <a:lnTo>
                  <a:pt x="8852109" y="4572000"/>
                </a:lnTo>
                <a:close/>
                <a:moveTo>
                  <a:pt x="8430580" y="0"/>
                </a:moveTo>
                <a:lnTo>
                  <a:pt x="8444296" y="0"/>
                </a:lnTo>
                <a:lnTo>
                  <a:pt x="8444296" y="4572000"/>
                </a:lnTo>
                <a:lnTo>
                  <a:pt x="8430580" y="4572000"/>
                </a:lnTo>
                <a:close/>
                <a:moveTo>
                  <a:pt x="8009051" y="0"/>
                </a:moveTo>
                <a:lnTo>
                  <a:pt x="8022767" y="0"/>
                </a:lnTo>
                <a:lnTo>
                  <a:pt x="8022767" y="4572000"/>
                </a:lnTo>
                <a:lnTo>
                  <a:pt x="8009051" y="4572000"/>
                </a:lnTo>
                <a:close/>
                <a:moveTo>
                  <a:pt x="7587522" y="0"/>
                </a:moveTo>
                <a:lnTo>
                  <a:pt x="7601238" y="0"/>
                </a:lnTo>
                <a:lnTo>
                  <a:pt x="7601238" y="4572000"/>
                </a:lnTo>
                <a:lnTo>
                  <a:pt x="7587522" y="4572000"/>
                </a:lnTo>
                <a:close/>
                <a:moveTo>
                  <a:pt x="7165993" y="0"/>
                </a:moveTo>
                <a:lnTo>
                  <a:pt x="7179709" y="0"/>
                </a:lnTo>
                <a:lnTo>
                  <a:pt x="7179709" y="4572000"/>
                </a:lnTo>
                <a:lnTo>
                  <a:pt x="7165993" y="4572000"/>
                </a:lnTo>
                <a:close/>
                <a:moveTo>
                  <a:pt x="6744464" y="0"/>
                </a:moveTo>
                <a:lnTo>
                  <a:pt x="6758180" y="0"/>
                </a:lnTo>
                <a:lnTo>
                  <a:pt x="6758180" y="4572000"/>
                </a:lnTo>
                <a:lnTo>
                  <a:pt x="6744464" y="4572000"/>
                </a:lnTo>
                <a:close/>
                <a:moveTo>
                  <a:pt x="3793761" y="0"/>
                </a:moveTo>
                <a:lnTo>
                  <a:pt x="3807477" y="0"/>
                </a:lnTo>
                <a:lnTo>
                  <a:pt x="3807477" y="4572000"/>
                </a:lnTo>
                <a:lnTo>
                  <a:pt x="3793761" y="4572000"/>
                </a:lnTo>
                <a:close/>
                <a:moveTo>
                  <a:pt x="2950703" y="0"/>
                </a:moveTo>
                <a:lnTo>
                  <a:pt x="2964419" y="0"/>
                </a:lnTo>
                <a:lnTo>
                  <a:pt x="2964419" y="4572000"/>
                </a:lnTo>
                <a:lnTo>
                  <a:pt x="2950703" y="4572000"/>
                </a:lnTo>
                <a:close/>
                <a:moveTo>
                  <a:pt x="2529174" y="0"/>
                </a:moveTo>
                <a:lnTo>
                  <a:pt x="2542890" y="0"/>
                </a:lnTo>
                <a:lnTo>
                  <a:pt x="2542890" y="4572000"/>
                </a:lnTo>
                <a:lnTo>
                  <a:pt x="2529174" y="4572000"/>
                </a:lnTo>
                <a:close/>
                <a:moveTo>
                  <a:pt x="2107645" y="0"/>
                </a:moveTo>
                <a:lnTo>
                  <a:pt x="2121361" y="0"/>
                </a:lnTo>
                <a:lnTo>
                  <a:pt x="2121361" y="4572000"/>
                </a:lnTo>
                <a:lnTo>
                  <a:pt x="2107645" y="4572000"/>
                </a:lnTo>
                <a:close/>
                <a:moveTo>
                  <a:pt x="1686116" y="0"/>
                </a:moveTo>
                <a:lnTo>
                  <a:pt x="1699832" y="0"/>
                </a:lnTo>
                <a:lnTo>
                  <a:pt x="1699832" y="4572000"/>
                </a:lnTo>
                <a:lnTo>
                  <a:pt x="1686116" y="4572000"/>
                </a:lnTo>
                <a:close/>
                <a:moveTo>
                  <a:pt x="1264587" y="0"/>
                </a:moveTo>
                <a:lnTo>
                  <a:pt x="1278303" y="0"/>
                </a:lnTo>
                <a:lnTo>
                  <a:pt x="1278303" y="4572000"/>
                </a:lnTo>
                <a:lnTo>
                  <a:pt x="1264587" y="4572000"/>
                </a:lnTo>
                <a:close/>
                <a:moveTo>
                  <a:pt x="843058" y="0"/>
                </a:moveTo>
                <a:lnTo>
                  <a:pt x="856774" y="0"/>
                </a:lnTo>
                <a:lnTo>
                  <a:pt x="856774" y="4572000"/>
                </a:lnTo>
                <a:lnTo>
                  <a:pt x="843058" y="457200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70" name="Rectangle 87"/>
          <p:cNvSpPr/>
          <p:nvPr/>
        </p:nvSpPr>
        <p:spPr>
          <a:xfrm rot="2700000">
            <a:off x="2311242" y="-967047"/>
            <a:ext cx="13716" cy="6570294"/>
          </a:xfrm>
          <a:custGeom>
            <a:avLst/>
            <a:gdLst/>
            <a:ahLst/>
            <a:cxnLst/>
            <a:rect l="l" t="t" r="r" b="b"/>
            <a:pathLst>
              <a:path w="13716" h="6570294">
                <a:moveTo>
                  <a:pt x="0" y="6556578"/>
                </a:moveTo>
                <a:lnTo>
                  <a:pt x="13716" y="6570294"/>
                </a:lnTo>
                <a:lnTo>
                  <a:pt x="13716" y="6570294"/>
                </a:lnTo>
                <a:lnTo>
                  <a:pt x="0" y="6556578"/>
                </a:lnTo>
                <a:close/>
                <a:moveTo>
                  <a:pt x="0" y="13716"/>
                </a:moveTo>
                <a:lnTo>
                  <a:pt x="13716" y="0"/>
                </a:lnTo>
                <a:lnTo>
                  <a:pt x="13716" y="6465786"/>
                </a:lnTo>
                <a:lnTo>
                  <a:pt x="0" y="6479502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71" name="Rectangle 88"/>
          <p:cNvSpPr/>
          <p:nvPr/>
        </p:nvSpPr>
        <p:spPr>
          <a:xfrm rot="2700000">
            <a:off x="3186527" y="-953751"/>
            <a:ext cx="13716" cy="6479503"/>
          </a:xfrm>
          <a:custGeom>
            <a:avLst/>
            <a:gdLst/>
            <a:ahLst/>
            <a:cxnLst/>
            <a:rect l="l" t="t" r="r" b="b"/>
            <a:pathLst>
              <a:path w="13716" h="6479503">
                <a:moveTo>
                  <a:pt x="0" y="13716"/>
                </a:moveTo>
                <a:lnTo>
                  <a:pt x="13716" y="0"/>
                </a:lnTo>
                <a:lnTo>
                  <a:pt x="13716" y="6465786"/>
                </a:lnTo>
                <a:lnTo>
                  <a:pt x="0" y="6479503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72" name="Rectangle 89"/>
          <p:cNvSpPr/>
          <p:nvPr/>
        </p:nvSpPr>
        <p:spPr>
          <a:xfrm rot="2700000">
            <a:off x="4029713" y="-953750"/>
            <a:ext cx="13716" cy="6479503"/>
          </a:xfrm>
          <a:custGeom>
            <a:avLst/>
            <a:gdLst/>
            <a:ahLst/>
            <a:cxnLst/>
            <a:rect l="l" t="t" r="r" b="b"/>
            <a:pathLst>
              <a:path w="13716" h="6479503">
                <a:moveTo>
                  <a:pt x="0" y="13716"/>
                </a:moveTo>
                <a:lnTo>
                  <a:pt x="13716" y="0"/>
                </a:lnTo>
                <a:lnTo>
                  <a:pt x="13716" y="6465787"/>
                </a:lnTo>
                <a:lnTo>
                  <a:pt x="0" y="6479503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73" name="Rectangle 90"/>
          <p:cNvSpPr/>
          <p:nvPr/>
        </p:nvSpPr>
        <p:spPr>
          <a:xfrm rot="2700000">
            <a:off x="4872899" y="-953750"/>
            <a:ext cx="13716" cy="6479503"/>
          </a:xfrm>
          <a:custGeom>
            <a:avLst/>
            <a:gdLst/>
            <a:ahLst/>
            <a:cxnLst/>
            <a:rect l="l" t="t" r="r" b="b"/>
            <a:pathLst>
              <a:path w="13716" h="6479503">
                <a:moveTo>
                  <a:pt x="0" y="13716"/>
                </a:moveTo>
                <a:lnTo>
                  <a:pt x="13716" y="0"/>
                </a:lnTo>
                <a:lnTo>
                  <a:pt x="13716" y="6465786"/>
                </a:lnTo>
                <a:lnTo>
                  <a:pt x="0" y="6479503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74" name="Rectangle 91"/>
          <p:cNvSpPr/>
          <p:nvPr/>
        </p:nvSpPr>
        <p:spPr>
          <a:xfrm rot="2700000">
            <a:off x="5716086" y="-953749"/>
            <a:ext cx="13716" cy="6479501"/>
          </a:xfrm>
          <a:custGeom>
            <a:avLst/>
            <a:gdLst/>
            <a:ahLst/>
            <a:cxnLst/>
            <a:rect l="l" t="t" r="r" b="b"/>
            <a:pathLst>
              <a:path w="13716" h="6479501">
                <a:moveTo>
                  <a:pt x="0" y="13716"/>
                </a:moveTo>
                <a:lnTo>
                  <a:pt x="13716" y="0"/>
                </a:lnTo>
                <a:lnTo>
                  <a:pt x="13716" y="6465785"/>
                </a:lnTo>
                <a:lnTo>
                  <a:pt x="0" y="6479501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75" name="Rectangle 92"/>
          <p:cNvSpPr/>
          <p:nvPr/>
        </p:nvSpPr>
        <p:spPr>
          <a:xfrm rot="2700000">
            <a:off x="6559272" y="-953750"/>
            <a:ext cx="13716" cy="6479502"/>
          </a:xfrm>
          <a:custGeom>
            <a:avLst/>
            <a:gdLst/>
            <a:ahLst/>
            <a:cxnLst/>
            <a:rect l="l" t="t" r="r" b="b"/>
            <a:pathLst>
              <a:path w="13716" h="6479502">
                <a:moveTo>
                  <a:pt x="0" y="13716"/>
                </a:moveTo>
                <a:lnTo>
                  <a:pt x="13716" y="0"/>
                </a:lnTo>
                <a:lnTo>
                  <a:pt x="13715" y="6465787"/>
                </a:lnTo>
                <a:lnTo>
                  <a:pt x="0" y="6479502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76" name="Rectangle 93"/>
          <p:cNvSpPr/>
          <p:nvPr/>
        </p:nvSpPr>
        <p:spPr>
          <a:xfrm rot="2700000">
            <a:off x="7402457" y="-944051"/>
            <a:ext cx="13717" cy="6479502"/>
          </a:xfrm>
          <a:custGeom>
            <a:avLst/>
            <a:gdLst/>
            <a:ahLst/>
            <a:cxnLst/>
            <a:rect l="l" t="t" r="r" b="b"/>
            <a:pathLst>
              <a:path w="13717" h="6479502">
                <a:moveTo>
                  <a:pt x="0" y="13716"/>
                </a:moveTo>
                <a:lnTo>
                  <a:pt x="13717" y="0"/>
                </a:lnTo>
                <a:lnTo>
                  <a:pt x="13716" y="6465787"/>
                </a:lnTo>
                <a:lnTo>
                  <a:pt x="1" y="6479502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77" name="Rectangle 94"/>
          <p:cNvSpPr/>
          <p:nvPr/>
        </p:nvSpPr>
        <p:spPr>
          <a:xfrm rot="2700000">
            <a:off x="8245644" y="-953750"/>
            <a:ext cx="13716" cy="6479502"/>
          </a:xfrm>
          <a:custGeom>
            <a:avLst/>
            <a:gdLst/>
            <a:ahLst/>
            <a:cxnLst/>
            <a:rect l="l" t="t" r="r" b="b"/>
            <a:pathLst>
              <a:path w="13716" h="6479502">
                <a:moveTo>
                  <a:pt x="0" y="13716"/>
                </a:moveTo>
                <a:lnTo>
                  <a:pt x="13716" y="0"/>
                </a:lnTo>
                <a:lnTo>
                  <a:pt x="13715" y="6465787"/>
                </a:lnTo>
                <a:lnTo>
                  <a:pt x="0" y="6479502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78" name="Rectangle 95"/>
          <p:cNvSpPr/>
          <p:nvPr/>
        </p:nvSpPr>
        <p:spPr>
          <a:xfrm rot="2700000">
            <a:off x="9088831" y="-953750"/>
            <a:ext cx="13717" cy="6479503"/>
          </a:xfrm>
          <a:custGeom>
            <a:avLst/>
            <a:gdLst/>
            <a:ahLst/>
            <a:cxnLst/>
            <a:rect l="l" t="t" r="r" b="b"/>
            <a:pathLst>
              <a:path w="13717" h="6479503">
                <a:moveTo>
                  <a:pt x="13717" y="0"/>
                </a:moveTo>
                <a:lnTo>
                  <a:pt x="13716" y="6465787"/>
                </a:lnTo>
                <a:lnTo>
                  <a:pt x="0" y="6479503"/>
                </a:lnTo>
                <a:lnTo>
                  <a:pt x="1" y="13717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79" name="Rectangle 96"/>
          <p:cNvSpPr/>
          <p:nvPr/>
        </p:nvSpPr>
        <p:spPr>
          <a:xfrm rot="2700000">
            <a:off x="9912896" y="-907596"/>
            <a:ext cx="13716" cy="6425429"/>
          </a:xfrm>
          <a:custGeom>
            <a:avLst/>
            <a:gdLst/>
            <a:ahLst/>
            <a:cxnLst/>
            <a:rect l="l" t="t" r="r" b="b"/>
            <a:pathLst>
              <a:path w="13716" h="6425429">
                <a:moveTo>
                  <a:pt x="0" y="0"/>
                </a:moveTo>
                <a:lnTo>
                  <a:pt x="13716" y="13717"/>
                </a:lnTo>
                <a:lnTo>
                  <a:pt x="13716" y="6411713"/>
                </a:lnTo>
                <a:lnTo>
                  <a:pt x="0" y="6425429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80" name="Rectangle 97"/>
          <p:cNvSpPr/>
          <p:nvPr/>
        </p:nvSpPr>
        <p:spPr>
          <a:xfrm rot="2700000">
            <a:off x="10334491" y="110221"/>
            <a:ext cx="13717" cy="5232981"/>
          </a:xfrm>
          <a:custGeom>
            <a:avLst/>
            <a:gdLst/>
            <a:ahLst/>
            <a:cxnLst/>
            <a:rect l="l" t="t" r="r" b="b"/>
            <a:pathLst>
              <a:path w="13717" h="5232981">
                <a:moveTo>
                  <a:pt x="0" y="0"/>
                </a:moveTo>
                <a:lnTo>
                  <a:pt x="13717" y="13716"/>
                </a:lnTo>
                <a:lnTo>
                  <a:pt x="13717" y="5219264"/>
                </a:lnTo>
                <a:lnTo>
                  <a:pt x="1" y="5232981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81" name="Rectangle 98"/>
          <p:cNvSpPr/>
          <p:nvPr/>
        </p:nvSpPr>
        <p:spPr>
          <a:xfrm rot="2700000">
            <a:off x="10756084" y="1128037"/>
            <a:ext cx="13716" cy="4040537"/>
          </a:xfrm>
          <a:custGeom>
            <a:avLst/>
            <a:gdLst/>
            <a:ahLst/>
            <a:cxnLst/>
            <a:rect l="l" t="t" r="r" b="b"/>
            <a:pathLst>
              <a:path w="13716" h="4040537">
                <a:moveTo>
                  <a:pt x="0" y="0"/>
                </a:moveTo>
                <a:lnTo>
                  <a:pt x="13716" y="13716"/>
                </a:lnTo>
                <a:lnTo>
                  <a:pt x="13715" y="4026822"/>
                </a:lnTo>
                <a:lnTo>
                  <a:pt x="1" y="4040537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82" name="Rectangle 99"/>
          <p:cNvSpPr/>
          <p:nvPr/>
        </p:nvSpPr>
        <p:spPr>
          <a:xfrm rot="2700000">
            <a:off x="11177678" y="2145853"/>
            <a:ext cx="13716" cy="2848091"/>
          </a:xfrm>
          <a:custGeom>
            <a:avLst/>
            <a:gdLst/>
            <a:ahLst/>
            <a:cxnLst/>
            <a:rect l="l" t="t" r="r" b="b"/>
            <a:pathLst>
              <a:path w="13716" h="2848091">
                <a:moveTo>
                  <a:pt x="0" y="0"/>
                </a:moveTo>
                <a:lnTo>
                  <a:pt x="13716" y="13716"/>
                </a:lnTo>
                <a:lnTo>
                  <a:pt x="13715" y="2834375"/>
                </a:lnTo>
                <a:lnTo>
                  <a:pt x="0" y="2848091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83" name="Rectangle 100"/>
          <p:cNvSpPr/>
          <p:nvPr/>
        </p:nvSpPr>
        <p:spPr>
          <a:xfrm rot="2700000">
            <a:off x="11599272" y="3163669"/>
            <a:ext cx="13715" cy="1655644"/>
          </a:xfrm>
          <a:custGeom>
            <a:avLst/>
            <a:gdLst/>
            <a:ahLst/>
            <a:cxnLst/>
            <a:rect l="l" t="t" r="r" b="b"/>
            <a:pathLst>
              <a:path w="13715" h="1655644">
                <a:moveTo>
                  <a:pt x="0" y="0"/>
                </a:moveTo>
                <a:lnTo>
                  <a:pt x="13715" y="13716"/>
                </a:lnTo>
                <a:lnTo>
                  <a:pt x="13715" y="1641929"/>
                </a:lnTo>
                <a:lnTo>
                  <a:pt x="0" y="1655644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84" name="Rectangle 101"/>
          <p:cNvSpPr/>
          <p:nvPr/>
        </p:nvSpPr>
        <p:spPr>
          <a:xfrm rot="2700000">
            <a:off x="12020868" y="4181493"/>
            <a:ext cx="13715" cy="463189"/>
          </a:xfrm>
          <a:custGeom>
            <a:avLst/>
            <a:gdLst/>
            <a:ahLst/>
            <a:cxnLst/>
            <a:rect l="l" t="t" r="r" b="b"/>
            <a:pathLst>
              <a:path w="13715" h="463189">
                <a:moveTo>
                  <a:pt x="1" y="0"/>
                </a:moveTo>
                <a:lnTo>
                  <a:pt x="13715" y="13716"/>
                </a:lnTo>
                <a:lnTo>
                  <a:pt x="13715" y="449474"/>
                </a:lnTo>
                <a:lnTo>
                  <a:pt x="0" y="463189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85" name="Rectangle 102"/>
          <p:cNvSpPr/>
          <p:nvPr/>
        </p:nvSpPr>
        <p:spPr>
          <a:xfrm rot="2700000">
            <a:off x="203277" y="-93899"/>
            <a:ext cx="13716" cy="608068"/>
          </a:xfrm>
          <a:custGeom>
            <a:avLst/>
            <a:gdLst/>
            <a:ahLst/>
            <a:cxnLst/>
            <a:rect l="l" t="t" r="r" b="b"/>
            <a:pathLst>
              <a:path w="13716" h="608068">
                <a:moveTo>
                  <a:pt x="0" y="13716"/>
                </a:moveTo>
                <a:lnTo>
                  <a:pt x="13716" y="0"/>
                </a:lnTo>
                <a:lnTo>
                  <a:pt x="13716" y="608068"/>
                </a:lnTo>
                <a:lnTo>
                  <a:pt x="0" y="594352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86" name="Rectangle 103"/>
          <p:cNvSpPr/>
          <p:nvPr/>
        </p:nvSpPr>
        <p:spPr>
          <a:xfrm rot="2700000">
            <a:off x="624870" y="-268529"/>
            <a:ext cx="13716" cy="1800514"/>
          </a:xfrm>
          <a:custGeom>
            <a:avLst/>
            <a:gdLst/>
            <a:ahLst/>
            <a:cxnLst/>
            <a:rect l="l" t="t" r="r" b="b"/>
            <a:pathLst>
              <a:path w="13716" h="1800514">
                <a:moveTo>
                  <a:pt x="0" y="13716"/>
                </a:moveTo>
                <a:lnTo>
                  <a:pt x="13716" y="0"/>
                </a:lnTo>
                <a:lnTo>
                  <a:pt x="13716" y="1800514"/>
                </a:lnTo>
                <a:lnTo>
                  <a:pt x="0" y="1786798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87" name="Rectangle 104"/>
          <p:cNvSpPr/>
          <p:nvPr/>
        </p:nvSpPr>
        <p:spPr>
          <a:xfrm rot="2700000">
            <a:off x="1046463" y="-443158"/>
            <a:ext cx="13716" cy="2992958"/>
          </a:xfrm>
          <a:custGeom>
            <a:avLst/>
            <a:gdLst/>
            <a:ahLst/>
            <a:cxnLst/>
            <a:rect l="l" t="t" r="r" b="b"/>
            <a:pathLst>
              <a:path w="13716" h="2992958">
                <a:moveTo>
                  <a:pt x="0" y="13716"/>
                </a:moveTo>
                <a:lnTo>
                  <a:pt x="13716" y="0"/>
                </a:lnTo>
                <a:lnTo>
                  <a:pt x="13716" y="2992958"/>
                </a:lnTo>
                <a:lnTo>
                  <a:pt x="0" y="2979242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88" name="Rectangle 105"/>
          <p:cNvSpPr/>
          <p:nvPr/>
        </p:nvSpPr>
        <p:spPr>
          <a:xfrm rot="2700000">
            <a:off x="1468056" y="-617788"/>
            <a:ext cx="13716" cy="4185404"/>
          </a:xfrm>
          <a:custGeom>
            <a:avLst/>
            <a:gdLst/>
            <a:ahLst/>
            <a:cxnLst/>
            <a:rect l="l" t="t" r="r" b="b"/>
            <a:pathLst>
              <a:path w="13716" h="4185404">
                <a:moveTo>
                  <a:pt x="0" y="13716"/>
                </a:moveTo>
                <a:lnTo>
                  <a:pt x="13716" y="0"/>
                </a:lnTo>
                <a:lnTo>
                  <a:pt x="13716" y="4185404"/>
                </a:lnTo>
                <a:lnTo>
                  <a:pt x="0" y="4171688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89" name="Rectangle 106"/>
          <p:cNvSpPr/>
          <p:nvPr/>
        </p:nvSpPr>
        <p:spPr>
          <a:xfrm rot="2700000">
            <a:off x="1889649" y="-792416"/>
            <a:ext cx="13716" cy="5377849"/>
          </a:xfrm>
          <a:custGeom>
            <a:avLst/>
            <a:gdLst/>
            <a:ahLst/>
            <a:cxnLst/>
            <a:rect l="l" t="t" r="r" b="b"/>
            <a:pathLst>
              <a:path w="13716" h="5377849">
                <a:moveTo>
                  <a:pt x="0" y="13716"/>
                </a:moveTo>
                <a:lnTo>
                  <a:pt x="13716" y="0"/>
                </a:lnTo>
                <a:lnTo>
                  <a:pt x="13716" y="5377849"/>
                </a:lnTo>
                <a:lnTo>
                  <a:pt x="0" y="5364133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90" name="Rectangle 148"/>
          <p:cNvSpPr/>
          <p:nvPr/>
        </p:nvSpPr>
        <p:spPr>
          <a:xfrm rot="18900000" flipV="1">
            <a:off x="2070569" y="-450209"/>
            <a:ext cx="13716" cy="5889566"/>
          </a:xfrm>
          <a:custGeom>
            <a:avLst/>
            <a:gdLst/>
            <a:ahLst/>
            <a:cxnLst/>
            <a:rect l="l" t="t" r="r" b="b"/>
            <a:pathLst>
              <a:path w="13716" h="5889566">
                <a:moveTo>
                  <a:pt x="13716" y="5889566"/>
                </a:moveTo>
                <a:lnTo>
                  <a:pt x="13716" y="0"/>
                </a:lnTo>
                <a:lnTo>
                  <a:pt x="0" y="13716"/>
                </a:lnTo>
                <a:lnTo>
                  <a:pt x="0" y="587585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91" name="Rectangle 323"/>
          <p:cNvSpPr/>
          <p:nvPr/>
        </p:nvSpPr>
        <p:spPr>
          <a:xfrm rot="18900000" flipV="1">
            <a:off x="1648976" y="567610"/>
            <a:ext cx="13716" cy="4697119"/>
          </a:xfrm>
          <a:custGeom>
            <a:avLst/>
            <a:gdLst/>
            <a:ahLst/>
            <a:cxnLst/>
            <a:rect l="l" t="t" r="r" b="b"/>
            <a:pathLst>
              <a:path w="13716" h="4697119">
                <a:moveTo>
                  <a:pt x="13716" y="4697119"/>
                </a:moveTo>
                <a:lnTo>
                  <a:pt x="13716" y="0"/>
                </a:lnTo>
                <a:lnTo>
                  <a:pt x="0" y="13716"/>
                </a:lnTo>
                <a:lnTo>
                  <a:pt x="0" y="4683403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92" name="Rectangle 324"/>
          <p:cNvSpPr/>
          <p:nvPr/>
        </p:nvSpPr>
        <p:spPr>
          <a:xfrm rot="18900000" flipV="1">
            <a:off x="1227383" y="1585424"/>
            <a:ext cx="13716" cy="3504674"/>
          </a:xfrm>
          <a:custGeom>
            <a:avLst/>
            <a:gdLst/>
            <a:ahLst/>
            <a:cxnLst/>
            <a:rect l="l" t="t" r="r" b="b"/>
            <a:pathLst>
              <a:path w="13716" h="3504674">
                <a:moveTo>
                  <a:pt x="13716" y="3504674"/>
                </a:moveTo>
                <a:lnTo>
                  <a:pt x="13716" y="0"/>
                </a:lnTo>
                <a:lnTo>
                  <a:pt x="0" y="13716"/>
                </a:lnTo>
                <a:lnTo>
                  <a:pt x="0" y="3490958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93" name="Rectangle 325"/>
          <p:cNvSpPr/>
          <p:nvPr/>
        </p:nvSpPr>
        <p:spPr>
          <a:xfrm rot="18900000" flipV="1">
            <a:off x="805790" y="2603242"/>
            <a:ext cx="13716" cy="2312226"/>
          </a:xfrm>
          <a:custGeom>
            <a:avLst/>
            <a:gdLst/>
            <a:ahLst/>
            <a:cxnLst/>
            <a:rect l="l" t="t" r="r" b="b"/>
            <a:pathLst>
              <a:path w="13716" h="2312226">
                <a:moveTo>
                  <a:pt x="13716" y="2312226"/>
                </a:moveTo>
                <a:lnTo>
                  <a:pt x="13716" y="0"/>
                </a:lnTo>
                <a:lnTo>
                  <a:pt x="0" y="13716"/>
                </a:lnTo>
                <a:lnTo>
                  <a:pt x="0" y="229851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94" name="Rectangle 326"/>
          <p:cNvSpPr/>
          <p:nvPr/>
        </p:nvSpPr>
        <p:spPr>
          <a:xfrm rot="18900000" flipV="1">
            <a:off x="384198" y="3621057"/>
            <a:ext cx="13716" cy="1119782"/>
          </a:xfrm>
          <a:custGeom>
            <a:avLst/>
            <a:gdLst/>
            <a:ahLst/>
            <a:cxnLst/>
            <a:rect l="l" t="t" r="r" b="b"/>
            <a:pathLst>
              <a:path w="13716" h="1119782">
                <a:moveTo>
                  <a:pt x="13716" y="1119782"/>
                </a:moveTo>
                <a:lnTo>
                  <a:pt x="13716" y="0"/>
                </a:lnTo>
                <a:lnTo>
                  <a:pt x="0" y="13716"/>
                </a:lnTo>
                <a:lnTo>
                  <a:pt x="0" y="1106066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95" name="Rectangle 371"/>
          <p:cNvSpPr/>
          <p:nvPr/>
        </p:nvSpPr>
        <p:spPr>
          <a:xfrm rot="18900000" flipV="1">
            <a:off x="2705180" y="-953749"/>
            <a:ext cx="13716" cy="6479500"/>
          </a:xfrm>
          <a:custGeom>
            <a:avLst/>
            <a:gdLst/>
            <a:ahLst/>
            <a:cxnLst/>
            <a:rect l="l" t="t" r="r" b="b"/>
            <a:pathLst>
              <a:path w="13716" h="6479500">
                <a:moveTo>
                  <a:pt x="0" y="6479500"/>
                </a:moveTo>
                <a:lnTo>
                  <a:pt x="13716" y="6465784"/>
                </a:lnTo>
                <a:lnTo>
                  <a:pt x="13716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96" name="Rectangle 373"/>
          <p:cNvSpPr/>
          <p:nvPr/>
        </p:nvSpPr>
        <p:spPr>
          <a:xfrm rot="18900000" flipV="1">
            <a:off x="4391552" y="-953749"/>
            <a:ext cx="13716" cy="6479500"/>
          </a:xfrm>
          <a:custGeom>
            <a:avLst/>
            <a:gdLst/>
            <a:ahLst/>
            <a:cxnLst/>
            <a:rect l="l" t="t" r="r" b="b"/>
            <a:pathLst>
              <a:path w="13716" h="6479500">
                <a:moveTo>
                  <a:pt x="0" y="6479500"/>
                </a:moveTo>
                <a:lnTo>
                  <a:pt x="13716" y="6465784"/>
                </a:lnTo>
                <a:lnTo>
                  <a:pt x="13716" y="0"/>
                </a:lnTo>
                <a:lnTo>
                  <a:pt x="0" y="13715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97" name="Rectangle 375"/>
          <p:cNvSpPr/>
          <p:nvPr/>
        </p:nvSpPr>
        <p:spPr>
          <a:xfrm rot="18900000" flipV="1">
            <a:off x="6077925" y="-953749"/>
            <a:ext cx="13716" cy="6479501"/>
          </a:xfrm>
          <a:custGeom>
            <a:avLst/>
            <a:gdLst/>
            <a:ahLst/>
            <a:cxnLst/>
            <a:rect l="l" t="t" r="r" b="b"/>
            <a:pathLst>
              <a:path w="13716" h="6479501">
                <a:moveTo>
                  <a:pt x="0" y="6479501"/>
                </a:moveTo>
                <a:lnTo>
                  <a:pt x="13716" y="6465785"/>
                </a:lnTo>
                <a:lnTo>
                  <a:pt x="13716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98" name="Rectangle 376"/>
          <p:cNvSpPr/>
          <p:nvPr/>
        </p:nvSpPr>
        <p:spPr>
          <a:xfrm rot="18900000" flipV="1">
            <a:off x="6916261" y="-965458"/>
            <a:ext cx="13716" cy="6493219"/>
          </a:xfrm>
          <a:custGeom>
            <a:avLst/>
            <a:gdLst/>
            <a:ahLst/>
            <a:cxnLst/>
            <a:rect l="l" t="t" r="r" b="b"/>
            <a:pathLst>
              <a:path w="13716" h="6493219">
                <a:moveTo>
                  <a:pt x="13716" y="6479504"/>
                </a:moveTo>
                <a:lnTo>
                  <a:pt x="13716" y="0"/>
                </a:lnTo>
                <a:lnTo>
                  <a:pt x="0" y="13717"/>
                </a:lnTo>
                <a:lnTo>
                  <a:pt x="0" y="6493219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99" name="Rectangle 377"/>
          <p:cNvSpPr/>
          <p:nvPr/>
        </p:nvSpPr>
        <p:spPr>
          <a:xfrm rot="18900000" flipV="1">
            <a:off x="7759447" y="-965458"/>
            <a:ext cx="13717" cy="6493219"/>
          </a:xfrm>
          <a:custGeom>
            <a:avLst/>
            <a:gdLst/>
            <a:ahLst/>
            <a:cxnLst/>
            <a:rect l="l" t="t" r="r" b="b"/>
            <a:pathLst>
              <a:path w="13717" h="6493219">
                <a:moveTo>
                  <a:pt x="0" y="6493219"/>
                </a:moveTo>
                <a:lnTo>
                  <a:pt x="13716" y="6479502"/>
                </a:lnTo>
                <a:lnTo>
                  <a:pt x="13717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00" name="Rectangle 378"/>
          <p:cNvSpPr/>
          <p:nvPr/>
        </p:nvSpPr>
        <p:spPr>
          <a:xfrm rot="18900000" flipV="1">
            <a:off x="8602633" y="-965458"/>
            <a:ext cx="13716" cy="6493219"/>
          </a:xfrm>
          <a:custGeom>
            <a:avLst/>
            <a:gdLst/>
            <a:ahLst/>
            <a:cxnLst/>
            <a:rect l="l" t="t" r="r" b="b"/>
            <a:pathLst>
              <a:path w="13716" h="6493219">
                <a:moveTo>
                  <a:pt x="13716" y="6479504"/>
                </a:moveTo>
                <a:lnTo>
                  <a:pt x="13716" y="0"/>
                </a:lnTo>
                <a:lnTo>
                  <a:pt x="0" y="13716"/>
                </a:lnTo>
                <a:lnTo>
                  <a:pt x="0" y="6493219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01" name="Rectangle 138"/>
          <p:cNvSpPr/>
          <p:nvPr/>
        </p:nvSpPr>
        <p:spPr>
          <a:xfrm rot="18900000" flipV="1">
            <a:off x="10088968" y="-882602"/>
            <a:ext cx="13716" cy="5927431"/>
          </a:xfrm>
          <a:custGeom>
            <a:avLst/>
            <a:gdLst/>
            <a:ahLst/>
            <a:cxnLst/>
            <a:rect l="l" t="t" r="r" b="b"/>
            <a:pathLst>
              <a:path w="13716" h="5927431">
                <a:moveTo>
                  <a:pt x="0" y="5927431"/>
                </a:moveTo>
                <a:lnTo>
                  <a:pt x="13715" y="5913716"/>
                </a:lnTo>
                <a:lnTo>
                  <a:pt x="13716" y="1371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02" name="Rectangle 139"/>
          <p:cNvSpPr/>
          <p:nvPr/>
        </p:nvSpPr>
        <p:spPr>
          <a:xfrm rot="18900000" flipV="1">
            <a:off x="10510562" y="-707971"/>
            <a:ext cx="13716" cy="4734985"/>
          </a:xfrm>
          <a:custGeom>
            <a:avLst/>
            <a:gdLst/>
            <a:ahLst/>
            <a:cxnLst/>
            <a:rect l="l" t="t" r="r" b="b"/>
            <a:pathLst>
              <a:path w="13716" h="4734985">
                <a:moveTo>
                  <a:pt x="0" y="4734985"/>
                </a:moveTo>
                <a:lnTo>
                  <a:pt x="13715" y="4721270"/>
                </a:lnTo>
                <a:lnTo>
                  <a:pt x="13716" y="1371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03" name="Rectangle 140"/>
          <p:cNvSpPr/>
          <p:nvPr/>
        </p:nvSpPr>
        <p:spPr>
          <a:xfrm rot="18900000" flipV="1">
            <a:off x="10932155" y="-533342"/>
            <a:ext cx="13716" cy="3542540"/>
          </a:xfrm>
          <a:custGeom>
            <a:avLst/>
            <a:gdLst/>
            <a:ahLst/>
            <a:cxnLst/>
            <a:rect l="l" t="t" r="r" b="b"/>
            <a:pathLst>
              <a:path w="13716" h="3542540">
                <a:moveTo>
                  <a:pt x="0" y="3542540"/>
                </a:moveTo>
                <a:lnTo>
                  <a:pt x="13715" y="3528825"/>
                </a:lnTo>
                <a:lnTo>
                  <a:pt x="13716" y="1371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04" name="Rectangle 141"/>
          <p:cNvSpPr/>
          <p:nvPr/>
        </p:nvSpPr>
        <p:spPr>
          <a:xfrm rot="18900000" flipV="1">
            <a:off x="11353748" y="-358712"/>
            <a:ext cx="13716" cy="2350095"/>
          </a:xfrm>
          <a:custGeom>
            <a:avLst/>
            <a:gdLst/>
            <a:ahLst/>
            <a:cxnLst/>
            <a:rect l="l" t="t" r="r" b="b"/>
            <a:pathLst>
              <a:path w="13716" h="2350095">
                <a:moveTo>
                  <a:pt x="0" y="2350095"/>
                </a:moveTo>
                <a:lnTo>
                  <a:pt x="13715" y="2336380"/>
                </a:lnTo>
                <a:lnTo>
                  <a:pt x="13716" y="1371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05" name="Rectangle 142"/>
          <p:cNvSpPr/>
          <p:nvPr/>
        </p:nvSpPr>
        <p:spPr>
          <a:xfrm rot="18900000" flipV="1">
            <a:off x="11775341" y="-184083"/>
            <a:ext cx="13716" cy="1157650"/>
          </a:xfrm>
          <a:custGeom>
            <a:avLst/>
            <a:gdLst/>
            <a:ahLst/>
            <a:cxnLst/>
            <a:rect l="l" t="t" r="r" b="b"/>
            <a:pathLst>
              <a:path w="13716" h="1157650">
                <a:moveTo>
                  <a:pt x="0" y="1157650"/>
                </a:moveTo>
                <a:lnTo>
                  <a:pt x="13716" y="1143934"/>
                </a:lnTo>
                <a:lnTo>
                  <a:pt x="13716" y="1371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06" name="Rectangle 372"/>
          <p:cNvSpPr/>
          <p:nvPr/>
        </p:nvSpPr>
        <p:spPr>
          <a:xfrm rot="18900000" flipV="1">
            <a:off x="3543517" y="-965458"/>
            <a:ext cx="13716" cy="6493219"/>
          </a:xfrm>
          <a:custGeom>
            <a:avLst/>
            <a:gdLst/>
            <a:ahLst/>
            <a:cxnLst/>
            <a:rect l="l" t="t" r="r" b="b"/>
            <a:pathLst>
              <a:path w="13716" h="6493219">
                <a:moveTo>
                  <a:pt x="0" y="6493219"/>
                </a:moveTo>
                <a:lnTo>
                  <a:pt x="13716" y="6479503"/>
                </a:lnTo>
                <a:lnTo>
                  <a:pt x="13716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07" name="Rectangle 374"/>
          <p:cNvSpPr/>
          <p:nvPr/>
        </p:nvSpPr>
        <p:spPr>
          <a:xfrm rot="18900000" flipV="1">
            <a:off x="5229889" y="-965458"/>
            <a:ext cx="13716" cy="6493220"/>
          </a:xfrm>
          <a:custGeom>
            <a:avLst/>
            <a:gdLst/>
            <a:ahLst/>
            <a:cxnLst/>
            <a:rect l="l" t="t" r="r" b="b"/>
            <a:pathLst>
              <a:path w="13716" h="6493220">
                <a:moveTo>
                  <a:pt x="0" y="6493220"/>
                </a:moveTo>
                <a:lnTo>
                  <a:pt x="13716" y="6479504"/>
                </a:lnTo>
                <a:lnTo>
                  <a:pt x="13716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08" name="Teardrop 3"/>
          <p:cNvSpPr/>
          <p:nvPr/>
        </p:nvSpPr>
        <p:spPr>
          <a:xfrm rot="5400000" flipH="1" flipV="1">
            <a:off x="644277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09" name="Oval 1608"/>
          <p:cNvSpPr/>
          <p:nvPr/>
        </p:nvSpPr>
        <p:spPr>
          <a:xfrm>
            <a:off x="712049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10" name="Teardrop 3"/>
          <p:cNvSpPr/>
          <p:nvPr/>
        </p:nvSpPr>
        <p:spPr>
          <a:xfrm rot="5400000" flipH="1" flipV="1">
            <a:off x="-148774" y="258315"/>
            <a:ext cx="612648" cy="315100"/>
          </a:xfrm>
          <a:custGeom>
            <a:avLst/>
            <a:gdLst/>
            <a:ahLst/>
            <a:cxnLst/>
            <a:rect l="l" t="t" r="r" b="b"/>
            <a:pathLst>
              <a:path w="612648" h="315100">
                <a:moveTo>
                  <a:pt x="239386" y="75670"/>
                </a:moveTo>
                <a:cubicBezTo>
                  <a:pt x="230866" y="67149"/>
                  <a:pt x="224313" y="57406"/>
                  <a:pt x="219944" y="46909"/>
                </a:cubicBezTo>
                <a:cubicBezTo>
                  <a:pt x="207099" y="60107"/>
                  <a:pt x="182914" y="65356"/>
                  <a:pt x="163810" y="64989"/>
                </a:cubicBezTo>
                <a:cubicBezTo>
                  <a:pt x="113791" y="64989"/>
                  <a:pt x="73243" y="105538"/>
                  <a:pt x="73243" y="155556"/>
                </a:cubicBezTo>
                <a:cubicBezTo>
                  <a:pt x="73243" y="179467"/>
                  <a:pt x="82509" y="201213"/>
                  <a:pt x="97830" y="217225"/>
                </a:cubicBezTo>
                <a:close/>
                <a:moveTo>
                  <a:pt x="268191" y="95157"/>
                </a:moveTo>
                <a:cubicBezTo>
                  <a:pt x="257695" y="90787"/>
                  <a:pt x="247952" y="84234"/>
                  <a:pt x="239431" y="75715"/>
                </a:cubicBezTo>
                <a:lnTo>
                  <a:pt x="97875" y="217270"/>
                </a:lnTo>
                <a:cubicBezTo>
                  <a:pt x="113887" y="232591"/>
                  <a:pt x="135634" y="241857"/>
                  <a:pt x="159544" y="241857"/>
                </a:cubicBezTo>
                <a:cubicBezTo>
                  <a:pt x="184553" y="241857"/>
                  <a:pt x="207195" y="231720"/>
                  <a:pt x="223585" y="215331"/>
                </a:cubicBezTo>
                <a:cubicBezTo>
                  <a:pt x="239974" y="198941"/>
                  <a:pt x="250111" y="176299"/>
                  <a:pt x="250111" y="151290"/>
                </a:cubicBezTo>
                <a:cubicBezTo>
                  <a:pt x="249745" y="132187"/>
                  <a:pt x="254994" y="108002"/>
                  <a:pt x="268191" y="95157"/>
                </a:cubicBezTo>
                <a:close/>
                <a:moveTo>
                  <a:pt x="391275" y="232488"/>
                </a:moveTo>
                <a:cubicBezTo>
                  <a:pt x="366688" y="214199"/>
                  <a:pt x="350981" y="184860"/>
                  <a:pt x="350981" y="151853"/>
                </a:cubicBezTo>
                <a:cubicBezTo>
                  <a:pt x="351479" y="125869"/>
                  <a:pt x="347689" y="109892"/>
                  <a:pt x="331337" y="99934"/>
                </a:cubicBezTo>
                <a:cubicBezTo>
                  <a:pt x="315088" y="104415"/>
                  <a:pt x="297874" y="104335"/>
                  <a:pt x="281637" y="99721"/>
                </a:cubicBezTo>
                <a:cubicBezTo>
                  <a:pt x="265010" y="109675"/>
                  <a:pt x="261165" y="125694"/>
                  <a:pt x="261667" y="151853"/>
                </a:cubicBezTo>
                <a:cubicBezTo>
                  <a:pt x="261667" y="179968"/>
                  <a:pt x="250271" y="205421"/>
                  <a:pt x="231846" y="223846"/>
                </a:cubicBezTo>
                <a:lnTo>
                  <a:pt x="221347" y="232509"/>
                </a:lnTo>
                <a:cubicBezTo>
                  <a:pt x="224389" y="249009"/>
                  <a:pt x="232545" y="264623"/>
                  <a:pt x="245300" y="277378"/>
                </a:cubicBezTo>
                <a:cubicBezTo>
                  <a:pt x="262207" y="294285"/>
                  <a:pt x="284136" y="303111"/>
                  <a:pt x="306292" y="303599"/>
                </a:cubicBezTo>
                <a:lnTo>
                  <a:pt x="306292" y="218433"/>
                </a:lnTo>
                <a:lnTo>
                  <a:pt x="306356" y="218433"/>
                </a:lnTo>
                <a:lnTo>
                  <a:pt x="306356" y="303599"/>
                </a:lnTo>
                <a:cubicBezTo>
                  <a:pt x="328512" y="303110"/>
                  <a:pt x="350441" y="294285"/>
                  <a:pt x="367348" y="277378"/>
                </a:cubicBezTo>
                <a:cubicBezTo>
                  <a:pt x="380109" y="264617"/>
                  <a:pt x="388266" y="248996"/>
                  <a:pt x="391275" y="232488"/>
                </a:cubicBezTo>
                <a:close/>
                <a:moveTo>
                  <a:pt x="514773" y="217271"/>
                </a:moveTo>
                <a:lnTo>
                  <a:pt x="373218" y="75716"/>
                </a:lnTo>
                <a:cubicBezTo>
                  <a:pt x="364700" y="84231"/>
                  <a:pt x="354962" y="90781"/>
                  <a:pt x="344508" y="95209"/>
                </a:cubicBezTo>
                <a:cubicBezTo>
                  <a:pt x="357668" y="108066"/>
                  <a:pt x="362903" y="132212"/>
                  <a:pt x="362537" y="151290"/>
                </a:cubicBezTo>
                <a:cubicBezTo>
                  <a:pt x="362537" y="201309"/>
                  <a:pt x="403085" y="241857"/>
                  <a:pt x="453104" y="241857"/>
                </a:cubicBezTo>
                <a:cubicBezTo>
                  <a:pt x="477015" y="241857"/>
                  <a:pt x="498761" y="232592"/>
                  <a:pt x="514773" y="217271"/>
                </a:cubicBezTo>
                <a:close/>
                <a:moveTo>
                  <a:pt x="539405" y="155556"/>
                </a:moveTo>
                <a:cubicBezTo>
                  <a:pt x="539405" y="105538"/>
                  <a:pt x="498856" y="64989"/>
                  <a:pt x="448838" y="64989"/>
                </a:cubicBezTo>
                <a:cubicBezTo>
                  <a:pt x="429760" y="65355"/>
                  <a:pt x="405614" y="60121"/>
                  <a:pt x="392756" y="46961"/>
                </a:cubicBezTo>
                <a:cubicBezTo>
                  <a:pt x="388329" y="57415"/>
                  <a:pt x="381778" y="67153"/>
                  <a:pt x="373263" y="75671"/>
                </a:cubicBezTo>
                <a:lnTo>
                  <a:pt x="514818" y="217225"/>
                </a:lnTo>
                <a:cubicBezTo>
                  <a:pt x="530139" y="201213"/>
                  <a:pt x="539405" y="179467"/>
                  <a:pt x="539405" y="155556"/>
                </a:cubicBezTo>
                <a:close/>
                <a:moveTo>
                  <a:pt x="612648" y="8776"/>
                </a:moveTo>
                <a:cubicBezTo>
                  <a:pt x="612257" y="34030"/>
                  <a:pt x="602326" y="59101"/>
                  <a:pt x="583058" y="78369"/>
                </a:cubicBezTo>
                <a:cubicBezTo>
                  <a:pt x="569890" y="91537"/>
                  <a:pt x="554014" y="100343"/>
                  <a:pt x="537134" y="104416"/>
                </a:cubicBezTo>
                <a:cubicBezTo>
                  <a:pt x="546224" y="119205"/>
                  <a:pt x="551214" y="136643"/>
                  <a:pt x="551214" y="155247"/>
                </a:cubicBezTo>
                <a:cubicBezTo>
                  <a:pt x="551214" y="182497"/>
                  <a:pt x="540509" y="207247"/>
                  <a:pt x="522928" y="225380"/>
                </a:cubicBezTo>
                <a:lnTo>
                  <a:pt x="522928" y="225380"/>
                </a:lnTo>
                <a:cubicBezTo>
                  <a:pt x="504794" y="242961"/>
                  <a:pt x="480044" y="253667"/>
                  <a:pt x="452794" y="253667"/>
                </a:cubicBezTo>
                <a:cubicBezTo>
                  <a:pt x="434191" y="253667"/>
                  <a:pt x="416753" y="248677"/>
                  <a:pt x="401964" y="239586"/>
                </a:cubicBezTo>
                <a:cubicBezTo>
                  <a:pt x="397891" y="256466"/>
                  <a:pt x="389084" y="272342"/>
                  <a:pt x="375917" y="285509"/>
                </a:cubicBezTo>
                <a:cubicBezTo>
                  <a:pt x="356649" y="304778"/>
                  <a:pt x="331578" y="314709"/>
                  <a:pt x="306324" y="315100"/>
                </a:cubicBezTo>
                <a:lnTo>
                  <a:pt x="306324" y="315100"/>
                </a:lnTo>
                <a:cubicBezTo>
                  <a:pt x="281070" y="314709"/>
                  <a:pt x="255999" y="304778"/>
                  <a:pt x="236731" y="285509"/>
                </a:cubicBezTo>
                <a:cubicBezTo>
                  <a:pt x="223570" y="272349"/>
                  <a:pt x="214766" y="256482"/>
                  <a:pt x="210610" y="239626"/>
                </a:cubicBezTo>
                <a:cubicBezTo>
                  <a:pt x="195839" y="248693"/>
                  <a:pt x="178427" y="253666"/>
                  <a:pt x="159854" y="253666"/>
                </a:cubicBezTo>
                <a:cubicBezTo>
                  <a:pt x="132604" y="253666"/>
                  <a:pt x="107854" y="242961"/>
                  <a:pt x="89720" y="225380"/>
                </a:cubicBezTo>
                <a:lnTo>
                  <a:pt x="89720" y="225380"/>
                </a:lnTo>
                <a:cubicBezTo>
                  <a:pt x="72139" y="207247"/>
                  <a:pt x="61434" y="182497"/>
                  <a:pt x="61434" y="155247"/>
                </a:cubicBezTo>
                <a:cubicBezTo>
                  <a:pt x="61434" y="136673"/>
                  <a:pt x="66407" y="119262"/>
                  <a:pt x="75474" y="104490"/>
                </a:cubicBezTo>
                <a:cubicBezTo>
                  <a:pt x="58618" y="100334"/>
                  <a:pt x="42751" y="91530"/>
                  <a:pt x="29591" y="78369"/>
                </a:cubicBezTo>
                <a:cubicBezTo>
                  <a:pt x="10322" y="59101"/>
                  <a:pt x="391" y="34030"/>
                  <a:pt x="0" y="8776"/>
                </a:cubicBezTo>
                <a:lnTo>
                  <a:pt x="0" y="8776"/>
                </a:lnTo>
                <a:lnTo>
                  <a:pt x="1828" y="0"/>
                </a:lnTo>
                <a:lnTo>
                  <a:pt x="13374" y="0"/>
                </a:lnTo>
                <a:cubicBezTo>
                  <a:pt x="11782" y="2802"/>
                  <a:pt x="11567" y="5771"/>
                  <a:pt x="11501" y="8744"/>
                </a:cubicBezTo>
                <a:lnTo>
                  <a:pt x="96667" y="8744"/>
                </a:lnTo>
                <a:lnTo>
                  <a:pt x="96667" y="8808"/>
                </a:lnTo>
                <a:lnTo>
                  <a:pt x="11501" y="8808"/>
                </a:lnTo>
                <a:cubicBezTo>
                  <a:pt x="11989" y="30964"/>
                  <a:pt x="20815" y="52893"/>
                  <a:pt x="37722" y="69800"/>
                </a:cubicBezTo>
                <a:cubicBezTo>
                  <a:pt x="50477" y="82555"/>
                  <a:pt x="66091" y="90711"/>
                  <a:pt x="82591" y="93753"/>
                </a:cubicBezTo>
                <a:cubicBezTo>
                  <a:pt x="100880" y="69151"/>
                  <a:pt x="130228" y="53433"/>
                  <a:pt x="163247" y="53433"/>
                </a:cubicBezTo>
                <a:cubicBezTo>
                  <a:pt x="186137" y="53872"/>
                  <a:pt x="201262" y="50984"/>
                  <a:pt x="211354" y="39116"/>
                </a:cubicBezTo>
                <a:cubicBezTo>
                  <a:pt x="212796" y="37420"/>
                  <a:pt x="214135" y="35542"/>
                  <a:pt x="215380" y="33463"/>
                </a:cubicBezTo>
                <a:lnTo>
                  <a:pt x="215236" y="0"/>
                </a:lnTo>
                <a:lnTo>
                  <a:pt x="223506" y="0"/>
                </a:lnTo>
                <a:cubicBezTo>
                  <a:pt x="219687" y="24354"/>
                  <a:pt x="227777" y="49750"/>
                  <a:pt x="246535" y="68520"/>
                </a:cubicBezTo>
                <a:lnTo>
                  <a:pt x="254763" y="60293"/>
                </a:lnTo>
                <a:cubicBezTo>
                  <a:pt x="254771" y="60299"/>
                  <a:pt x="254778" y="60307"/>
                  <a:pt x="254786" y="60315"/>
                </a:cubicBezTo>
                <a:lnTo>
                  <a:pt x="254808" y="60338"/>
                </a:lnTo>
                <a:lnTo>
                  <a:pt x="246580" y="68565"/>
                </a:lnTo>
                <a:cubicBezTo>
                  <a:pt x="279582" y="101547"/>
                  <a:pt x="333066" y="101547"/>
                  <a:pt x="366068" y="68565"/>
                </a:cubicBezTo>
                <a:lnTo>
                  <a:pt x="357840" y="60338"/>
                </a:lnTo>
                <a:cubicBezTo>
                  <a:pt x="357847" y="60330"/>
                  <a:pt x="357855" y="60322"/>
                  <a:pt x="357862" y="60315"/>
                </a:cubicBezTo>
                <a:lnTo>
                  <a:pt x="357885" y="60293"/>
                </a:lnTo>
                <a:lnTo>
                  <a:pt x="366113" y="68520"/>
                </a:lnTo>
                <a:cubicBezTo>
                  <a:pt x="384871" y="49750"/>
                  <a:pt x="392961" y="24354"/>
                  <a:pt x="389142" y="0"/>
                </a:cubicBezTo>
                <a:lnTo>
                  <a:pt x="397337" y="0"/>
                </a:lnTo>
                <a:cubicBezTo>
                  <a:pt x="401478" y="11094"/>
                  <a:pt x="400548" y="22668"/>
                  <a:pt x="397481" y="33790"/>
                </a:cubicBezTo>
                <a:cubicBezTo>
                  <a:pt x="407439" y="50142"/>
                  <a:pt x="423417" y="53932"/>
                  <a:pt x="449401" y="53433"/>
                </a:cubicBezTo>
                <a:cubicBezTo>
                  <a:pt x="482407" y="53434"/>
                  <a:pt x="511746" y="69140"/>
                  <a:pt x="530035" y="93727"/>
                </a:cubicBezTo>
                <a:cubicBezTo>
                  <a:pt x="546543" y="90718"/>
                  <a:pt x="562165" y="82561"/>
                  <a:pt x="574926" y="69800"/>
                </a:cubicBezTo>
                <a:cubicBezTo>
                  <a:pt x="591833" y="52893"/>
                  <a:pt x="600658" y="30964"/>
                  <a:pt x="601147" y="8808"/>
                </a:cubicBezTo>
                <a:lnTo>
                  <a:pt x="515981" y="8808"/>
                </a:lnTo>
                <a:lnTo>
                  <a:pt x="515981" y="8744"/>
                </a:lnTo>
                <a:lnTo>
                  <a:pt x="601147" y="8744"/>
                </a:lnTo>
                <a:lnTo>
                  <a:pt x="599274" y="0"/>
                </a:lnTo>
                <a:lnTo>
                  <a:pt x="610820" y="0"/>
                </a:lnTo>
                <a:cubicBezTo>
                  <a:pt x="612423" y="2826"/>
                  <a:pt x="612602" y="5800"/>
                  <a:pt x="612648" y="8776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11" name="Oval 1610"/>
          <p:cNvSpPr/>
          <p:nvPr/>
        </p:nvSpPr>
        <p:spPr>
          <a:xfrm>
            <a:off x="37745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12" name="Teardrop 3"/>
          <p:cNvSpPr/>
          <p:nvPr/>
        </p:nvSpPr>
        <p:spPr>
          <a:xfrm rot="5400000" flipH="1" flipV="1">
            <a:off x="138753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13" name="Teardrop 3"/>
          <p:cNvSpPr/>
          <p:nvPr/>
        </p:nvSpPr>
        <p:spPr>
          <a:xfrm rot="5400000" flipH="1" flipV="1">
            <a:off x="223007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14" name="Teardrop 3"/>
          <p:cNvSpPr/>
          <p:nvPr/>
        </p:nvSpPr>
        <p:spPr>
          <a:xfrm rot="5400000" flipH="1" flipV="1">
            <a:off x="307261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15" name="Teardrop 3"/>
          <p:cNvSpPr/>
          <p:nvPr/>
        </p:nvSpPr>
        <p:spPr>
          <a:xfrm rot="5400000" flipH="1" flipV="1">
            <a:off x="391515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16" name="Teardrop 3"/>
          <p:cNvSpPr/>
          <p:nvPr/>
        </p:nvSpPr>
        <p:spPr>
          <a:xfrm rot="5400000" flipH="1" flipV="1">
            <a:off x="475769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17" name="Teardrop 3"/>
          <p:cNvSpPr/>
          <p:nvPr/>
        </p:nvSpPr>
        <p:spPr>
          <a:xfrm rot="5400000" flipH="1" flipV="1">
            <a:off x="560023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18" name="Oval 1617"/>
          <p:cNvSpPr/>
          <p:nvPr/>
        </p:nvSpPr>
        <p:spPr>
          <a:xfrm>
            <a:off x="122033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19" name="Oval 1618"/>
          <p:cNvSpPr/>
          <p:nvPr/>
        </p:nvSpPr>
        <p:spPr>
          <a:xfrm>
            <a:off x="206321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20" name="Oval 1619"/>
          <p:cNvSpPr/>
          <p:nvPr/>
        </p:nvSpPr>
        <p:spPr>
          <a:xfrm>
            <a:off x="290609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21" name="Oval 1620"/>
          <p:cNvSpPr/>
          <p:nvPr/>
        </p:nvSpPr>
        <p:spPr>
          <a:xfrm>
            <a:off x="374897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22" name="Oval 1621"/>
          <p:cNvSpPr/>
          <p:nvPr/>
        </p:nvSpPr>
        <p:spPr>
          <a:xfrm>
            <a:off x="459185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23" name="Oval 1622"/>
          <p:cNvSpPr/>
          <p:nvPr/>
        </p:nvSpPr>
        <p:spPr>
          <a:xfrm>
            <a:off x="543473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24" name="Oval 1623"/>
          <p:cNvSpPr/>
          <p:nvPr/>
        </p:nvSpPr>
        <p:spPr>
          <a:xfrm>
            <a:off x="627761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25" name="Teardrop 3"/>
          <p:cNvSpPr/>
          <p:nvPr/>
        </p:nvSpPr>
        <p:spPr>
          <a:xfrm rot="5400000" flipH="1" flipV="1">
            <a:off x="812785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26" name="Oval 1625"/>
          <p:cNvSpPr/>
          <p:nvPr/>
        </p:nvSpPr>
        <p:spPr>
          <a:xfrm>
            <a:off x="880625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27" name="Teardrop 3"/>
          <p:cNvSpPr/>
          <p:nvPr/>
        </p:nvSpPr>
        <p:spPr>
          <a:xfrm rot="5400000" flipH="1" flipV="1">
            <a:off x="728531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28" name="Oval 1627"/>
          <p:cNvSpPr/>
          <p:nvPr/>
        </p:nvSpPr>
        <p:spPr>
          <a:xfrm>
            <a:off x="796337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29" name="Teardrop 3"/>
          <p:cNvSpPr/>
          <p:nvPr/>
        </p:nvSpPr>
        <p:spPr>
          <a:xfrm rot="5400000" flipH="1" flipV="1">
            <a:off x="981293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30" name="Oval 1629"/>
          <p:cNvSpPr/>
          <p:nvPr/>
        </p:nvSpPr>
        <p:spPr>
          <a:xfrm>
            <a:off x="1049201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31" name="Teardrop 3"/>
          <p:cNvSpPr/>
          <p:nvPr/>
        </p:nvSpPr>
        <p:spPr>
          <a:xfrm rot="5400000" flipH="1" flipV="1">
            <a:off x="897039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32" name="Oval 1631"/>
          <p:cNvSpPr/>
          <p:nvPr/>
        </p:nvSpPr>
        <p:spPr>
          <a:xfrm>
            <a:off x="964913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33" name="Teardrop 3"/>
          <p:cNvSpPr/>
          <p:nvPr/>
        </p:nvSpPr>
        <p:spPr>
          <a:xfrm rot="5400000" flipH="1" flipV="1">
            <a:off x="11498011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34" name="Teardrop 3"/>
          <p:cNvSpPr/>
          <p:nvPr/>
        </p:nvSpPr>
        <p:spPr>
          <a:xfrm rot="5400000" flipH="1" flipV="1">
            <a:off x="1065547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35" name="Oval 1634"/>
          <p:cNvSpPr/>
          <p:nvPr/>
        </p:nvSpPr>
        <p:spPr>
          <a:xfrm>
            <a:off x="1133489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36" name="Teardrop 3"/>
          <p:cNvSpPr/>
          <p:nvPr/>
        </p:nvSpPr>
        <p:spPr>
          <a:xfrm rot="5400000" flipH="1" flipV="1">
            <a:off x="54499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37" name="Oval 1636"/>
          <p:cNvSpPr/>
          <p:nvPr/>
        </p:nvSpPr>
        <p:spPr>
          <a:xfrm>
            <a:off x="666451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38" name="Oval 167"/>
          <p:cNvSpPr/>
          <p:nvPr/>
        </p:nvSpPr>
        <p:spPr>
          <a:xfrm>
            <a:off x="0" y="331699"/>
            <a:ext cx="93942" cy="4240302"/>
          </a:xfrm>
          <a:custGeom>
            <a:avLst/>
            <a:gdLst/>
            <a:ahLst/>
            <a:cxnLst/>
            <a:rect l="l" t="t" r="r" b="b"/>
            <a:pathLst>
              <a:path w="93942" h="4240302">
                <a:moveTo>
                  <a:pt x="9066" y="4229620"/>
                </a:moveTo>
                <a:cubicBezTo>
                  <a:pt x="23324" y="4229620"/>
                  <a:pt x="36761" y="4233136"/>
                  <a:pt x="48054" y="4240302"/>
                </a:cubicBezTo>
                <a:lnTo>
                  <a:pt x="0" y="4240302"/>
                </a:lnTo>
                <a:lnTo>
                  <a:pt x="0" y="4231451"/>
                </a:lnTo>
                <a:cubicBezTo>
                  <a:pt x="2881" y="4229788"/>
                  <a:pt x="5954" y="4229620"/>
                  <a:pt x="9066" y="4229620"/>
                </a:cubicBezTo>
                <a:close/>
                <a:moveTo>
                  <a:pt x="9066" y="3380947"/>
                </a:moveTo>
                <a:cubicBezTo>
                  <a:pt x="55942" y="3380947"/>
                  <a:pt x="93942" y="3418947"/>
                  <a:pt x="93942" y="3465822"/>
                </a:cubicBezTo>
                <a:cubicBezTo>
                  <a:pt x="93942" y="3512697"/>
                  <a:pt x="55942" y="3550697"/>
                  <a:pt x="9066" y="3550697"/>
                </a:cubicBezTo>
                <a:lnTo>
                  <a:pt x="0" y="3548867"/>
                </a:lnTo>
                <a:lnTo>
                  <a:pt x="0" y="3382777"/>
                </a:lnTo>
                <a:cubicBezTo>
                  <a:pt x="2881" y="3381115"/>
                  <a:pt x="5954" y="3380947"/>
                  <a:pt x="9066" y="3380947"/>
                </a:cubicBezTo>
                <a:close/>
                <a:moveTo>
                  <a:pt x="9066" y="2536768"/>
                </a:moveTo>
                <a:cubicBezTo>
                  <a:pt x="55942" y="2536768"/>
                  <a:pt x="93942" y="2574768"/>
                  <a:pt x="93942" y="2621643"/>
                </a:cubicBezTo>
                <a:cubicBezTo>
                  <a:pt x="93942" y="2668518"/>
                  <a:pt x="55942" y="2706518"/>
                  <a:pt x="9066" y="2706518"/>
                </a:cubicBezTo>
                <a:lnTo>
                  <a:pt x="0" y="2704688"/>
                </a:lnTo>
                <a:lnTo>
                  <a:pt x="0" y="2538598"/>
                </a:lnTo>
                <a:cubicBezTo>
                  <a:pt x="2881" y="2536936"/>
                  <a:pt x="5954" y="2536768"/>
                  <a:pt x="9066" y="2536768"/>
                </a:cubicBezTo>
                <a:close/>
                <a:moveTo>
                  <a:pt x="9066" y="1688095"/>
                </a:moveTo>
                <a:cubicBezTo>
                  <a:pt x="55942" y="1688095"/>
                  <a:pt x="93942" y="1726095"/>
                  <a:pt x="93942" y="1772970"/>
                </a:cubicBezTo>
                <a:cubicBezTo>
                  <a:pt x="93942" y="1819845"/>
                  <a:pt x="55942" y="1857845"/>
                  <a:pt x="9066" y="1857845"/>
                </a:cubicBezTo>
                <a:lnTo>
                  <a:pt x="0" y="1856015"/>
                </a:lnTo>
                <a:lnTo>
                  <a:pt x="0" y="1689925"/>
                </a:lnTo>
                <a:cubicBezTo>
                  <a:pt x="2881" y="1688263"/>
                  <a:pt x="5954" y="1688095"/>
                  <a:pt x="9066" y="1688095"/>
                </a:cubicBezTo>
                <a:close/>
                <a:moveTo>
                  <a:pt x="9066" y="845498"/>
                </a:moveTo>
                <a:cubicBezTo>
                  <a:pt x="55942" y="845498"/>
                  <a:pt x="93942" y="883498"/>
                  <a:pt x="93942" y="930373"/>
                </a:cubicBezTo>
                <a:cubicBezTo>
                  <a:pt x="93942" y="977248"/>
                  <a:pt x="55942" y="1015248"/>
                  <a:pt x="9066" y="1015248"/>
                </a:cubicBezTo>
                <a:lnTo>
                  <a:pt x="0" y="1013418"/>
                </a:lnTo>
                <a:lnTo>
                  <a:pt x="0" y="847328"/>
                </a:lnTo>
                <a:cubicBezTo>
                  <a:pt x="2881" y="845666"/>
                  <a:pt x="5954" y="845498"/>
                  <a:pt x="9066" y="845498"/>
                </a:cubicBezTo>
                <a:close/>
                <a:moveTo>
                  <a:pt x="9066" y="0"/>
                </a:moveTo>
                <a:cubicBezTo>
                  <a:pt x="55942" y="0"/>
                  <a:pt x="93942" y="38000"/>
                  <a:pt x="93942" y="84875"/>
                </a:cubicBezTo>
                <a:cubicBezTo>
                  <a:pt x="93942" y="131750"/>
                  <a:pt x="55942" y="169750"/>
                  <a:pt x="9066" y="169750"/>
                </a:cubicBezTo>
                <a:lnTo>
                  <a:pt x="0" y="167920"/>
                </a:lnTo>
                <a:lnTo>
                  <a:pt x="0" y="1830"/>
                </a:lnTo>
                <a:cubicBezTo>
                  <a:pt x="2881" y="167"/>
                  <a:pt x="5954" y="0"/>
                  <a:pt x="906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39" name="Oval 1638"/>
          <p:cNvSpPr/>
          <p:nvPr/>
        </p:nvSpPr>
        <p:spPr>
          <a:xfrm>
            <a:off x="76673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40" name="Oval 1639"/>
          <p:cNvSpPr/>
          <p:nvPr/>
        </p:nvSpPr>
        <p:spPr>
          <a:xfrm>
            <a:off x="160927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41" name="Oval 1640"/>
          <p:cNvSpPr/>
          <p:nvPr/>
        </p:nvSpPr>
        <p:spPr>
          <a:xfrm>
            <a:off x="245181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42" name="Oval 1641"/>
          <p:cNvSpPr/>
          <p:nvPr/>
        </p:nvSpPr>
        <p:spPr>
          <a:xfrm>
            <a:off x="329435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43" name="Oval 1642"/>
          <p:cNvSpPr/>
          <p:nvPr/>
        </p:nvSpPr>
        <p:spPr>
          <a:xfrm>
            <a:off x="413689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44" name="Oval 1643"/>
          <p:cNvSpPr/>
          <p:nvPr/>
        </p:nvSpPr>
        <p:spPr>
          <a:xfrm>
            <a:off x="497943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45" name="Oval 1644"/>
          <p:cNvSpPr/>
          <p:nvPr/>
        </p:nvSpPr>
        <p:spPr>
          <a:xfrm>
            <a:off x="582197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46" name="Oval 1645"/>
          <p:cNvSpPr/>
          <p:nvPr/>
        </p:nvSpPr>
        <p:spPr>
          <a:xfrm>
            <a:off x="834959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47" name="Oval 1646"/>
          <p:cNvSpPr/>
          <p:nvPr/>
        </p:nvSpPr>
        <p:spPr>
          <a:xfrm>
            <a:off x="750705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48" name="Oval 1647"/>
          <p:cNvSpPr/>
          <p:nvPr/>
        </p:nvSpPr>
        <p:spPr>
          <a:xfrm>
            <a:off x="1003467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49" name="Oval 1648"/>
          <p:cNvSpPr/>
          <p:nvPr/>
        </p:nvSpPr>
        <p:spPr>
          <a:xfrm>
            <a:off x="919213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50" name="Oval 1649"/>
          <p:cNvSpPr/>
          <p:nvPr/>
        </p:nvSpPr>
        <p:spPr>
          <a:xfrm>
            <a:off x="11719750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51" name="Oval 1650"/>
          <p:cNvSpPr/>
          <p:nvPr/>
        </p:nvSpPr>
        <p:spPr>
          <a:xfrm>
            <a:off x="1087721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52" name="Teardrop 3"/>
          <p:cNvSpPr/>
          <p:nvPr/>
        </p:nvSpPr>
        <p:spPr>
          <a:xfrm rot="5400000" flipH="1" flipV="1">
            <a:off x="602118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53" name="Teardrop 3"/>
          <p:cNvSpPr/>
          <p:nvPr/>
        </p:nvSpPr>
        <p:spPr>
          <a:xfrm rot="5400000" flipH="1" flipV="1">
            <a:off x="96594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54" name="Teardrop 3"/>
          <p:cNvSpPr/>
          <p:nvPr/>
        </p:nvSpPr>
        <p:spPr>
          <a:xfrm rot="5400000" flipH="1" flipV="1">
            <a:off x="180848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55" name="Teardrop 3"/>
          <p:cNvSpPr/>
          <p:nvPr/>
        </p:nvSpPr>
        <p:spPr>
          <a:xfrm rot="5400000" flipH="1" flipV="1">
            <a:off x="265102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56" name="Teardrop 3"/>
          <p:cNvSpPr/>
          <p:nvPr/>
        </p:nvSpPr>
        <p:spPr>
          <a:xfrm rot="5400000" flipH="1" flipV="1">
            <a:off x="349356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57" name="Teardrop 3"/>
          <p:cNvSpPr/>
          <p:nvPr/>
        </p:nvSpPr>
        <p:spPr>
          <a:xfrm rot="5400000" flipH="1" flipV="1">
            <a:off x="433610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58" name="Teardrop 3"/>
          <p:cNvSpPr/>
          <p:nvPr/>
        </p:nvSpPr>
        <p:spPr>
          <a:xfrm rot="5400000" flipH="1" flipV="1">
            <a:off x="517864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59" name="Teardrop 3"/>
          <p:cNvSpPr/>
          <p:nvPr/>
        </p:nvSpPr>
        <p:spPr>
          <a:xfrm rot="5400000" flipH="1" flipV="1">
            <a:off x="770626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60" name="Teardrop 3"/>
          <p:cNvSpPr/>
          <p:nvPr/>
        </p:nvSpPr>
        <p:spPr>
          <a:xfrm rot="5400000" flipH="1" flipV="1">
            <a:off x="686372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61" name="Teardrop 3"/>
          <p:cNvSpPr/>
          <p:nvPr/>
        </p:nvSpPr>
        <p:spPr>
          <a:xfrm rot="5400000" flipH="1" flipV="1">
            <a:off x="939134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62" name="Teardrop 3"/>
          <p:cNvSpPr/>
          <p:nvPr/>
        </p:nvSpPr>
        <p:spPr>
          <a:xfrm rot="5400000" flipH="1" flipV="1">
            <a:off x="854880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63" name="Teardrop 3"/>
          <p:cNvSpPr/>
          <p:nvPr/>
        </p:nvSpPr>
        <p:spPr>
          <a:xfrm rot="5400000" flipH="1" flipV="1">
            <a:off x="11076421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64" name="Teardrop 3"/>
          <p:cNvSpPr/>
          <p:nvPr/>
        </p:nvSpPr>
        <p:spPr>
          <a:xfrm rot="5400000" flipH="1" flipV="1">
            <a:off x="1023388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65" name="Teardrop 3"/>
          <p:cNvSpPr/>
          <p:nvPr/>
        </p:nvSpPr>
        <p:spPr>
          <a:xfrm rot="5400000" flipH="1" flipV="1">
            <a:off x="12340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66" name="Teardrop 3"/>
          <p:cNvSpPr/>
          <p:nvPr/>
        </p:nvSpPr>
        <p:spPr>
          <a:xfrm rot="5400000" flipH="1" flipV="1">
            <a:off x="11760003" y="685578"/>
            <a:ext cx="595780" cy="268215"/>
          </a:xfrm>
          <a:custGeom>
            <a:avLst/>
            <a:gdLst/>
            <a:ahLst/>
            <a:cxnLst/>
            <a:rect l="l" t="t" r="r" b="b"/>
            <a:pathLst>
              <a:path w="595780" h="268215">
                <a:moveTo>
                  <a:pt x="230951" y="239431"/>
                </a:moveTo>
                <a:lnTo>
                  <a:pt x="89396" y="97876"/>
                </a:lnTo>
                <a:cubicBezTo>
                  <a:pt x="74075" y="113887"/>
                  <a:pt x="64809" y="135634"/>
                  <a:pt x="64809" y="159544"/>
                </a:cubicBezTo>
                <a:cubicBezTo>
                  <a:pt x="64809" y="209563"/>
                  <a:pt x="105357" y="250112"/>
                  <a:pt x="155376" y="250112"/>
                </a:cubicBezTo>
                <a:cubicBezTo>
                  <a:pt x="174454" y="249746"/>
                  <a:pt x="198601" y="254980"/>
                  <a:pt x="211458" y="268141"/>
                </a:cubicBezTo>
                <a:cubicBezTo>
                  <a:pt x="215885" y="257686"/>
                  <a:pt x="222436" y="247948"/>
                  <a:pt x="230951" y="239431"/>
                </a:cubicBezTo>
                <a:close/>
                <a:moveTo>
                  <a:pt x="259706" y="219892"/>
                </a:moveTo>
                <a:cubicBezTo>
                  <a:pt x="246546" y="207035"/>
                  <a:pt x="241311" y="182889"/>
                  <a:pt x="241677" y="163811"/>
                </a:cubicBezTo>
                <a:cubicBezTo>
                  <a:pt x="241677" y="113792"/>
                  <a:pt x="201129" y="73244"/>
                  <a:pt x="151110" y="73244"/>
                </a:cubicBezTo>
                <a:cubicBezTo>
                  <a:pt x="127200" y="73244"/>
                  <a:pt x="105453" y="82510"/>
                  <a:pt x="89441" y="97831"/>
                </a:cubicBezTo>
                <a:lnTo>
                  <a:pt x="230996" y="239386"/>
                </a:lnTo>
                <a:cubicBezTo>
                  <a:pt x="239514" y="230871"/>
                  <a:pt x="249252" y="224320"/>
                  <a:pt x="259706" y="219892"/>
                </a:cubicBezTo>
                <a:close/>
                <a:moveTo>
                  <a:pt x="382868" y="82592"/>
                </a:moveTo>
                <a:cubicBezTo>
                  <a:pt x="379825" y="66091"/>
                  <a:pt x="371670" y="50477"/>
                  <a:pt x="358914" y="37722"/>
                </a:cubicBezTo>
                <a:cubicBezTo>
                  <a:pt x="342007" y="20815"/>
                  <a:pt x="320078" y="11989"/>
                  <a:pt x="297922" y="11501"/>
                </a:cubicBezTo>
                <a:lnTo>
                  <a:pt x="297922" y="96667"/>
                </a:lnTo>
                <a:lnTo>
                  <a:pt x="297858" y="96667"/>
                </a:lnTo>
                <a:lnTo>
                  <a:pt x="297858" y="11501"/>
                </a:lnTo>
                <a:cubicBezTo>
                  <a:pt x="275703" y="11990"/>
                  <a:pt x="253773" y="20815"/>
                  <a:pt x="236866" y="37722"/>
                </a:cubicBezTo>
                <a:cubicBezTo>
                  <a:pt x="224105" y="50483"/>
                  <a:pt x="215948" y="66105"/>
                  <a:pt x="212939" y="82613"/>
                </a:cubicBezTo>
                <a:cubicBezTo>
                  <a:pt x="237526" y="100902"/>
                  <a:pt x="253233" y="130241"/>
                  <a:pt x="253233" y="163248"/>
                </a:cubicBezTo>
                <a:cubicBezTo>
                  <a:pt x="252735" y="189232"/>
                  <a:pt x="256525" y="205210"/>
                  <a:pt x="272877" y="215167"/>
                </a:cubicBezTo>
                <a:cubicBezTo>
                  <a:pt x="289126" y="210687"/>
                  <a:pt x="306340" y="210767"/>
                  <a:pt x="322577" y="215380"/>
                </a:cubicBezTo>
                <a:cubicBezTo>
                  <a:pt x="324655" y="214136"/>
                  <a:pt x="326534" y="212797"/>
                  <a:pt x="328229" y="211355"/>
                </a:cubicBezTo>
                <a:cubicBezTo>
                  <a:pt x="340097" y="201263"/>
                  <a:pt x="342986" y="186138"/>
                  <a:pt x="342547" y="163248"/>
                </a:cubicBezTo>
                <a:cubicBezTo>
                  <a:pt x="342547" y="130228"/>
                  <a:pt x="358265" y="100880"/>
                  <a:pt x="382868" y="82592"/>
                </a:cubicBezTo>
                <a:close/>
                <a:moveTo>
                  <a:pt x="506339" y="97830"/>
                </a:moveTo>
                <a:cubicBezTo>
                  <a:pt x="490327" y="82509"/>
                  <a:pt x="468581" y="73244"/>
                  <a:pt x="444670" y="73244"/>
                </a:cubicBezTo>
                <a:cubicBezTo>
                  <a:pt x="394651" y="73244"/>
                  <a:pt x="354103" y="113792"/>
                  <a:pt x="354103" y="163811"/>
                </a:cubicBezTo>
                <a:cubicBezTo>
                  <a:pt x="354469" y="182914"/>
                  <a:pt x="349220" y="207099"/>
                  <a:pt x="336023" y="219944"/>
                </a:cubicBezTo>
                <a:cubicBezTo>
                  <a:pt x="346519" y="224314"/>
                  <a:pt x="356263" y="230867"/>
                  <a:pt x="364783" y="239386"/>
                </a:cubicBezTo>
                <a:close/>
                <a:moveTo>
                  <a:pt x="530971" y="159544"/>
                </a:moveTo>
                <a:cubicBezTo>
                  <a:pt x="530971" y="135634"/>
                  <a:pt x="521705" y="113887"/>
                  <a:pt x="506384" y="97876"/>
                </a:cubicBezTo>
                <a:lnTo>
                  <a:pt x="364828" y="239431"/>
                </a:lnTo>
                <a:cubicBezTo>
                  <a:pt x="373348" y="247952"/>
                  <a:pt x="379901" y="257695"/>
                  <a:pt x="384270" y="268192"/>
                </a:cubicBezTo>
                <a:cubicBezTo>
                  <a:pt x="397115" y="254994"/>
                  <a:pt x="421300" y="249745"/>
                  <a:pt x="440404" y="250111"/>
                </a:cubicBezTo>
                <a:cubicBezTo>
                  <a:pt x="465413" y="250112"/>
                  <a:pt x="488055" y="239974"/>
                  <a:pt x="504444" y="223585"/>
                </a:cubicBezTo>
                <a:cubicBezTo>
                  <a:pt x="520834" y="207196"/>
                  <a:pt x="530971" y="184554"/>
                  <a:pt x="530971" y="159544"/>
                </a:cubicBezTo>
                <a:close/>
                <a:moveTo>
                  <a:pt x="595780" y="268215"/>
                </a:moveTo>
                <a:lnTo>
                  <a:pt x="581969" y="268215"/>
                </a:lnTo>
                <a:cubicBezTo>
                  <a:pt x="578743" y="259654"/>
                  <a:pt x="573266" y="252074"/>
                  <a:pt x="566492" y="245300"/>
                </a:cubicBezTo>
                <a:cubicBezTo>
                  <a:pt x="553737" y="232545"/>
                  <a:pt x="538123" y="224389"/>
                  <a:pt x="521623" y="221347"/>
                </a:cubicBezTo>
                <a:cubicBezTo>
                  <a:pt x="519174" y="225205"/>
                  <a:pt x="516174" y="228633"/>
                  <a:pt x="512960" y="231847"/>
                </a:cubicBezTo>
                <a:cubicBezTo>
                  <a:pt x="494535" y="250272"/>
                  <a:pt x="469082" y="261667"/>
                  <a:pt x="440967" y="261667"/>
                </a:cubicBezTo>
                <a:cubicBezTo>
                  <a:pt x="425629" y="261373"/>
                  <a:pt x="413777" y="262574"/>
                  <a:pt x="405186" y="268215"/>
                </a:cubicBezTo>
                <a:lnTo>
                  <a:pt x="372038" y="268215"/>
                </a:lnTo>
                <a:cubicBezTo>
                  <a:pt x="369178" y="260078"/>
                  <a:pt x="364042" y="252948"/>
                  <a:pt x="357679" y="246581"/>
                </a:cubicBezTo>
                <a:lnTo>
                  <a:pt x="349451" y="254808"/>
                </a:lnTo>
                <a:lnTo>
                  <a:pt x="349428" y="254786"/>
                </a:lnTo>
                <a:cubicBezTo>
                  <a:pt x="349421" y="254779"/>
                  <a:pt x="349413" y="254771"/>
                  <a:pt x="349406" y="254763"/>
                </a:cubicBezTo>
                <a:lnTo>
                  <a:pt x="357634" y="246536"/>
                </a:lnTo>
                <a:cubicBezTo>
                  <a:pt x="324632" y="213554"/>
                  <a:pt x="271148" y="213554"/>
                  <a:pt x="238147" y="246536"/>
                </a:cubicBezTo>
                <a:lnTo>
                  <a:pt x="246374" y="254763"/>
                </a:lnTo>
                <a:cubicBezTo>
                  <a:pt x="246367" y="254771"/>
                  <a:pt x="246359" y="254779"/>
                  <a:pt x="246352" y="254786"/>
                </a:cubicBezTo>
                <a:cubicBezTo>
                  <a:pt x="246344" y="254794"/>
                  <a:pt x="246337" y="254801"/>
                  <a:pt x="246329" y="254808"/>
                </a:cubicBezTo>
                <a:lnTo>
                  <a:pt x="238101" y="246581"/>
                </a:lnTo>
                <a:lnTo>
                  <a:pt x="223742" y="268215"/>
                </a:lnTo>
                <a:lnTo>
                  <a:pt x="190546" y="268215"/>
                </a:lnTo>
                <a:cubicBezTo>
                  <a:pt x="181969" y="262570"/>
                  <a:pt x="170130" y="261374"/>
                  <a:pt x="154813" y="261668"/>
                </a:cubicBezTo>
                <a:cubicBezTo>
                  <a:pt x="121806" y="261668"/>
                  <a:pt x="92467" y="245961"/>
                  <a:pt x="74178" y="221373"/>
                </a:cubicBezTo>
                <a:cubicBezTo>
                  <a:pt x="57671" y="224382"/>
                  <a:pt x="42049" y="232539"/>
                  <a:pt x="29288" y="245300"/>
                </a:cubicBezTo>
                <a:lnTo>
                  <a:pt x="13811" y="268215"/>
                </a:lnTo>
                <a:lnTo>
                  <a:pt x="0" y="268215"/>
                </a:lnTo>
                <a:cubicBezTo>
                  <a:pt x="4705" y="256723"/>
                  <a:pt x="11839" y="246048"/>
                  <a:pt x="21157" y="236731"/>
                </a:cubicBezTo>
                <a:cubicBezTo>
                  <a:pt x="34324" y="223564"/>
                  <a:pt x="50200" y="214757"/>
                  <a:pt x="67080" y="210684"/>
                </a:cubicBezTo>
                <a:cubicBezTo>
                  <a:pt x="57989" y="195895"/>
                  <a:pt x="53000" y="178457"/>
                  <a:pt x="53000" y="159854"/>
                </a:cubicBezTo>
                <a:cubicBezTo>
                  <a:pt x="53000" y="132604"/>
                  <a:pt x="63705" y="107854"/>
                  <a:pt x="81286" y="89721"/>
                </a:cubicBezTo>
                <a:lnTo>
                  <a:pt x="81286" y="89721"/>
                </a:lnTo>
                <a:cubicBezTo>
                  <a:pt x="99420" y="72140"/>
                  <a:pt x="124170" y="61435"/>
                  <a:pt x="151420" y="61435"/>
                </a:cubicBezTo>
                <a:cubicBezTo>
                  <a:pt x="170023" y="61435"/>
                  <a:pt x="187461" y="66424"/>
                  <a:pt x="202250" y="75515"/>
                </a:cubicBezTo>
                <a:cubicBezTo>
                  <a:pt x="206323" y="58635"/>
                  <a:pt x="215130" y="42758"/>
                  <a:pt x="228297" y="29591"/>
                </a:cubicBezTo>
                <a:cubicBezTo>
                  <a:pt x="247566" y="10322"/>
                  <a:pt x="272636" y="391"/>
                  <a:pt x="297890" y="0"/>
                </a:cubicBezTo>
                <a:lnTo>
                  <a:pt x="297890" y="0"/>
                </a:lnTo>
                <a:cubicBezTo>
                  <a:pt x="323144" y="391"/>
                  <a:pt x="348215" y="10322"/>
                  <a:pt x="367484" y="29591"/>
                </a:cubicBezTo>
                <a:cubicBezTo>
                  <a:pt x="380644" y="42751"/>
                  <a:pt x="389448" y="58618"/>
                  <a:pt x="393604" y="75474"/>
                </a:cubicBezTo>
                <a:cubicBezTo>
                  <a:pt x="408376" y="66408"/>
                  <a:pt x="425787" y="61434"/>
                  <a:pt x="444360" y="61434"/>
                </a:cubicBezTo>
                <a:cubicBezTo>
                  <a:pt x="471610" y="61434"/>
                  <a:pt x="496360" y="72140"/>
                  <a:pt x="514494" y="89721"/>
                </a:cubicBezTo>
                <a:cubicBezTo>
                  <a:pt x="532075" y="107854"/>
                  <a:pt x="542780" y="132604"/>
                  <a:pt x="542780" y="159854"/>
                </a:cubicBezTo>
                <a:cubicBezTo>
                  <a:pt x="542780" y="178427"/>
                  <a:pt x="537807" y="195839"/>
                  <a:pt x="528740" y="210610"/>
                </a:cubicBezTo>
                <a:cubicBezTo>
                  <a:pt x="545596" y="214766"/>
                  <a:pt x="561463" y="223570"/>
                  <a:pt x="574624" y="236731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67" name="Oval 1666"/>
          <p:cNvSpPr/>
          <p:nvPr/>
        </p:nvSpPr>
        <p:spPr>
          <a:xfrm>
            <a:off x="708665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68" name="Oval 1667"/>
          <p:cNvSpPr/>
          <p:nvPr/>
        </p:nvSpPr>
        <p:spPr>
          <a:xfrm>
            <a:off x="34633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69" name="Oval 1668"/>
          <p:cNvSpPr/>
          <p:nvPr/>
        </p:nvSpPr>
        <p:spPr>
          <a:xfrm>
            <a:off x="118887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70" name="Oval 1669"/>
          <p:cNvSpPr/>
          <p:nvPr/>
        </p:nvSpPr>
        <p:spPr>
          <a:xfrm>
            <a:off x="203141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71" name="Oval 1670"/>
          <p:cNvSpPr/>
          <p:nvPr/>
        </p:nvSpPr>
        <p:spPr>
          <a:xfrm>
            <a:off x="287395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72" name="Oval 1671"/>
          <p:cNvSpPr/>
          <p:nvPr/>
        </p:nvSpPr>
        <p:spPr>
          <a:xfrm>
            <a:off x="371649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73" name="Oval 1672"/>
          <p:cNvSpPr/>
          <p:nvPr/>
        </p:nvSpPr>
        <p:spPr>
          <a:xfrm>
            <a:off x="455903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74" name="Oval 1673"/>
          <p:cNvSpPr/>
          <p:nvPr/>
        </p:nvSpPr>
        <p:spPr>
          <a:xfrm>
            <a:off x="540157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75" name="Oval 1674"/>
          <p:cNvSpPr/>
          <p:nvPr/>
        </p:nvSpPr>
        <p:spPr>
          <a:xfrm>
            <a:off x="624411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76" name="Oval 1675"/>
          <p:cNvSpPr/>
          <p:nvPr/>
        </p:nvSpPr>
        <p:spPr>
          <a:xfrm>
            <a:off x="877173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77" name="Oval 1676"/>
          <p:cNvSpPr/>
          <p:nvPr/>
        </p:nvSpPr>
        <p:spPr>
          <a:xfrm>
            <a:off x="792919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78" name="Oval 1677"/>
          <p:cNvSpPr/>
          <p:nvPr/>
        </p:nvSpPr>
        <p:spPr>
          <a:xfrm>
            <a:off x="1045681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79" name="Oval 1678"/>
          <p:cNvSpPr/>
          <p:nvPr/>
        </p:nvSpPr>
        <p:spPr>
          <a:xfrm>
            <a:off x="961427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80" name="Oval 860"/>
          <p:cNvSpPr/>
          <p:nvPr/>
        </p:nvSpPr>
        <p:spPr>
          <a:xfrm>
            <a:off x="12141892" y="758852"/>
            <a:ext cx="50109" cy="3538433"/>
          </a:xfrm>
          <a:custGeom>
            <a:avLst/>
            <a:gdLst/>
            <a:ahLst/>
            <a:cxnLst/>
            <a:rect l="l" t="t" r="r" b="b"/>
            <a:pathLst>
              <a:path w="50109" h="3538433">
                <a:moveTo>
                  <a:pt x="50109" y="3384355"/>
                </a:moveTo>
                <a:lnTo>
                  <a:pt x="50109" y="3538433"/>
                </a:lnTo>
                <a:cubicBezTo>
                  <a:pt x="20497" y="3525461"/>
                  <a:pt x="0" y="3495821"/>
                  <a:pt x="0" y="3461394"/>
                </a:cubicBezTo>
                <a:cubicBezTo>
                  <a:pt x="0" y="3426967"/>
                  <a:pt x="20497" y="3397327"/>
                  <a:pt x="50109" y="3384355"/>
                </a:cubicBezTo>
                <a:close/>
                <a:moveTo>
                  <a:pt x="50109" y="2538350"/>
                </a:moveTo>
                <a:lnTo>
                  <a:pt x="50109" y="2692428"/>
                </a:lnTo>
                <a:cubicBezTo>
                  <a:pt x="20497" y="2679456"/>
                  <a:pt x="0" y="2649816"/>
                  <a:pt x="0" y="2615389"/>
                </a:cubicBezTo>
                <a:cubicBezTo>
                  <a:pt x="0" y="2580962"/>
                  <a:pt x="20497" y="2551322"/>
                  <a:pt x="50109" y="2538350"/>
                </a:cubicBezTo>
                <a:close/>
                <a:moveTo>
                  <a:pt x="50109" y="1688095"/>
                </a:moveTo>
                <a:lnTo>
                  <a:pt x="50109" y="1842173"/>
                </a:lnTo>
                <a:cubicBezTo>
                  <a:pt x="20497" y="1829201"/>
                  <a:pt x="0" y="1799561"/>
                  <a:pt x="0" y="1765134"/>
                </a:cubicBezTo>
                <a:cubicBezTo>
                  <a:pt x="0" y="1730707"/>
                  <a:pt x="20497" y="1701067"/>
                  <a:pt x="50109" y="1688095"/>
                </a:cubicBezTo>
                <a:close/>
                <a:moveTo>
                  <a:pt x="50109" y="845498"/>
                </a:moveTo>
                <a:lnTo>
                  <a:pt x="50109" y="999576"/>
                </a:lnTo>
                <a:cubicBezTo>
                  <a:pt x="20497" y="986604"/>
                  <a:pt x="0" y="956964"/>
                  <a:pt x="0" y="922537"/>
                </a:cubicBezTo>
                <a:cubicBezTo>
                  <a:pt x="0" y="888110"/>
                  <a:pt x="20497" y="858470"/>
                  <a:pt x="50109" y="845498"/>
                </a:cubicBezTo>
                <a:close/>
                <a:moveTo>
                  <a:pt x="50109" y="0"/>
                </a:moveTo>
                <a:lnTo>
                  <a:pt x="50109" y="154078"/>
                </a:lnTo>
                <a:cubicBezTo>
                  <a:pt x="20497" y="141106"/>
                  <a:pt x="0" y="111466"/>
                  <a:pt x="0" y="77039"/>
                </a:cubicBezTo>
                <a:cubicBezTo>
                  <a:pt x="0" y="42612"/>
                  <a:pt x="20497" y="12972"/>
                  <a:pt x="5010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81" name="Oval 1680"/>
          <p:cNvSpPr/>
          <p:nvPr/>
        </p:nvSpPr>
        <p:spPr>
          <a:xfrm>
            <a:off x="1129935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82" name="Teardrop 3"/>
          <p:cNvSpPr/>
          <p:nvPr/>
        </p:nvSpPr>
        <p:spPr>
          <a:xfrm rot="5400000" flipH="1" flipV="1">
            <a:off x="617401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2"/>
                </a:moveTo>
                <a:cubicBezTo>
                  <a:pt x="210766" y="314775"/>
                  <a:pt x="210686" y="297561"/>
                  <a:pt x="215167" y="281312"/>
                </a:cubicBezTo>
                <a:cubicBezTo>
                  <a:pt x="205209" y="264960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2"/>
                </a:cubicBezTo>
                <a:cubicBezTo>
                  <a:pt x="100880" y="366700"/>
                  <a:pt x="130228" y="350982"/>
                  <a:pt x="163247" y="350982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9"/>
                  <a:pt x="214135" y="333090"/>
                  <a:pt x="215380" y="331012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9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2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3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8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4"/>
                  <a:pt x="224382" y="66106"/>
                  <a:pt x="221373" y="82614"/>
                </a:cubicBezTo>
                <a:cubicBezTo>
                  <a:pt x="245960" y="100903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8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7"/>
                </a:cubicBezTo>
                <a:cubicBezTo>
                  <a:pt x="254778" y="254794"/>
                  <a:pt x="254771" y="254802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4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2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1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1"/>
                  <a:pt x="210610" y="537175"/>
                </a:cubicBezTo>
                <a:cubicBezTo>
                  <a:pt x="195839" y="546241"/>
                  <a:pt x="178427" y="551215"/>
                  <a:pt x="159854" y="551215"/>
                </a:cubicBezTo>
                <a:cubicBezTo>
                  <a:pt x="132604" y="551215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2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6"/>
                  <a:pt x="61434" y="178458"/>
                  <a:pt x="61434" y="159855"/>
                </a:cubicBezTo>
                <a:cubicBezTo>
                  <a:pt x="61434" y="132604"/>
                  <a:pt x="72139" y="107855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83" name="Teardrop 3"/>
          <p:cNvSpPr/>
          <p:nvPr/>
        </p:nvSpPr>
        <p:spPr>
          <a:xfrm rot="5400000" flipH="1" flipV="1">
            <a:off x="111877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2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2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4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4"/>
                  <a:pt x="306324" y="612648"/>
                </a:cubicBezTo>
                <a:lnTo>
                  <a:pt x="306324" y="612648"/>
                </a:ln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84" name="Teardrop 3"/>
          <p:cNvSpPr/>
          <p:nvPr/>
        </p:nvSpPr>
        <p:spPr>
          <a:xfrm rot="5400000" flipH="1" flipV="1">
            <a:off x="196131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1"/>
                </a:cubicBezTo>
                <a:cubicBezTo>
                  <a:pt x="100880" y="366700"/>
                  <a:pt x="130228" y="350981"/>
                  <a:pt x="163247" y="350981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4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90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4"/>
                  <a:pt x="306324" y="612648"/>
                </a:cubicBezTo>
                <a:lnTo>
                  <a:pt x="306324" y="612648"/>
                </a:ln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5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5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85" name="Teardrop 3"/>
          <p:cNvSpPr/>
          <p:nvPr/>
        </p:nvSpPr>
        <p:spPr>
          <a:xfrm rot="5400000" flipH="1" flipV="1">
            <a:off x="280385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1"/>
                </a:cubicBezTo>
                <a:cubicBezTo>
                  <a:pt x="100880" y="366700"/>
                  <a:pt x="130228" y="350981"/>
                  <a:pt x="163247" y="350981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4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4"/>
                  <a:pt x="306324" y="612648"/>
                </a:cubicBezTo>
                <a:lnTo>
                  <a:pt x="306324" y="612648"/>
                </a:ln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5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8"/>
                  <a:pt x="61434" y="159855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86" name="Teardrop 3"/>
          <p:cNvSpPr/>
          <p:nvPr/>
        </p:nvSpPr>
        <p:spPr>
          <a:xfrm rot="5400000" flipH="1" flipV="1">
            <a:off x="364639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1"/>
                </a:cubicBezTo>
                <a:cubicBezTo>
                  <a:pt x="100880" y="366700"/>
                  <a:pt x="130228" y="350981"/>
                  <a:pt x="163247" y="350981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4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4"/>
                  <a:pt x="306324" y="612648"/>
                </a:cubicBezTo>
                <a:lnTo>
                  <a:pt x="306324" y="612648"/>
                </a:ln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5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8"/>
                  <a:pt x="61434" y="159855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87" name="Teardrop 3"/>
          <p:cNvSpPr/>
          <p:nvPr/>
        </p:nvSpPr>
        <p:spPr>
          <a:xfrm rot="5400000" flipH="1" flipV="1">
            <a:off x="448893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2"/>
                </a:moveTo>
                <a:cubicBezTo>
                  <a:pt x="210766" y="314775"/>
                  <a:pt x="210686" y="297561"/>
                  <a:pt x="215167" y="281312"/>
                </a:cubicBezTo>
                <a:cubicBezTo>
                  <a:pt x="205209" y="264960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2"/>
                </a:cubicBezTo>
                <a:cubicBezTo>
                  <a:pt x="100880" y="366700"/>
                  <a:pt x="130228" y="350982"/>
                  <a:pt x="163247" y="350982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9"/>
                  <a:pt x="214135" y="333090"/>
                  <a:pt x="215380" y="331012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9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2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3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8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4"/>
                  <a:pt x="224382" y="66106"/>
                  <a:pt x="221373" y="82614"/>
                </a:cubicBezTo>
                <a:cubicBezTo>
                  <a:pt x="245960" y="100903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8"/>
                </a:cubicBezTo>
                <a:lnTo>
                  <a:pt x="306986" y="215278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7"/>
                </a:cubicBezTo>
                <a:cubicBezTo>
                  <a:pt x="254778" y="254794"/>
                  <a:pt x="254771" y="254802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4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2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1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1"/>
                  <a:pt x="210610" y="537175"/>
                </a:cubicBezTo>
                <a:cubicBezTo>
                  <a:pt x="195839" y="546241"/>
                  <a:pt x="178427" y="551215"/>
                  <a:pt x="159854" y="551215"/>
                </a:cubicBezTo>
                <a:cubicBezTo>
                  <a:pt x="132604" y="551215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2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6"/>
                  <a:pt x="61434" y="178458"/>
                  <a:pt x="61434" y="159855"/>
                </a:cubicBezTo>
                <a:cubicBezTo>
                  <a:pt x="61434" y="132604"/>
                  <a:pt x="72139" y="107855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88" name="Teardrop 3"/>
          <p:cNvSpPr/>
          <p:nvPr/>
        </p:nvSpPr>
        <p:spPr>
          <a:xfrm rot="5400000" flipH="1" flipV="1">
            <a:off x="533147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2"/>
                </a:moveTo>
                <a:cubicBezTo>
                  <a:pt x="210766" y="314775"/>
                  <a:pt x="210686" y="297561"/>
                  <a:pt x="215167" y="281312"/>
                </a:cubicBezTo>
                <a:cubicBezTo>
                  <a:pt x="205209" y="264960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2"/>
                </a:cubicBezTo>
                <a:cubicBezTo>
                  <a:pt x="100880" y="366700"/>
                  <a:pt x="130228" y="350982"/>
                  <a:pt x="163247" y="350982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9"/>
                  <a:pt x="214135" y="333090"/>
                  <a:pt x="215380" y="331012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9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2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3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8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4"/>
                  <a:pt x="224382" y="66106"/>
                  <a:pt x="221373" y="82614"/>
                </a:cubicBezTo>
                <a:cubicBezTo>
                  <a:pt x="245960" y="100903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8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7"/>
                </a:cubicBezTo>
                <a:cubicBezTo>
                  <a:pt x="254778" y="254794"/>
                  <a:pt x="254771" y="254802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4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2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1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1"/>
                  <a:pt x="210610" y="537175"/>
                </a:cubicBezTo>
                <a:cubicBezTo>
                  <a:pt x="195839" y="546241"/>
                  <a:pt x="178427" y="551215"/>
                  <a:pt x="159854" y="551215"/>
                </a:cubicBezTo>
                <a:cubicBezTo>
                  <a:pt x="132604" y="551215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2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6"/>
                  <a:pt x="61434" y="178458"/>
                  <a:pt x="61434" y="159855"/>
                </a:cubicBezTo>
                <a:cubicBezTo>
                  <a:pt x="61434" y="132604"/>
                  <a:pt x="72139" y="107855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89" name="Teardrop 3"/>
          <p:cNvSpPr/>
          <p:nvPr/>
        </p:nvSpPr>
        <p:spPr>
          <a:xfrm rot="5400000" flipH="1" flipV="1">
            <a:off x="785909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2"/>
                </a:moveTo>
                <a:cubicBezTo>
                  <a:pt x="210766" y="314775"/>
                  <a:pt x="210686" y="297561"/>
                  <a:pt x="215167" y="281312"/>
                </a:cubicBezTo>
                <a:cubicBezTo>
                  <a:pt x="205209" y="264960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2"/>
                </a:cubicBezTo>
                <a:cubicBezTo>
                  <a:pt x="100880" y="366700"/>
                  <a:pt x="130228" y="350982"/>
                  <a:pt x="163247" y="350982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9"/>
                  <a:pt x="214135" y="333090"/>
                  <a:pt x="215380" y="331012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9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2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3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8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4"/>
                  <a:pt x="224382" y="66106"/>
                  <a:pt x="221373" y="82614"/>
                </a:cubicBezTo>
                <a:cubicBezTo>
                  <a:pt x="245960" y="100903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8"/>
                </a:cubicBezTo>
                <a:lnTo>
                  <a:pt x="306986" y="215278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7"/>
                </a:cubicBezTo>
                <a:cubicBezTo>
                  <a:pt x="254778" y="254794"/>
                  <a:pt x="254771" y="254802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4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2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1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1"/>
                  <a:pt x="210610" y="537175"/>
                </a:cubicBezTo>
                <a:cubicBezTo>
                  <a:pt x="195839" y="546241"/>
                  <a:pt x="178427" y="551215"/>
                  <a:pt x="159854" y="551215"/>
                </a:cubicBezTo>
                <a:cubicBezTo>
                  <a:pt x="132604" y="551215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2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6"/>
                  <a:pt x="61434" y="178458"/>
                  <a:pt x="61434" y="159855"/>
                </a:cubicBezTo>
                <a:cubicBezTo>
                  <a:pt x="61434" y="132604"/>
                  <a:pt x="72139" y="107855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90" name="Teardrop 3"/>
          <p:cNvSpPr/>
          <p:nvPr/>
        </p:nvSpPr>
        <p:spPr>
          <a:xfrm rot="5400000" flipH="1" flipV="1">
            <a:off x="701655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2"/>
                </a:moveTo>
                <a:cubicBezTo>
                  <a:pt x="210766" y="314775"/>
                  <a:pt x="210686" y="297561"/>
                  <a:pt x="215167" y="281312"/>
                </a:cubicBezTo>
                <a:cubicBezTo>
                  <a:pt x="205209" y="264960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2"/>
                </a:cubicBezTo>
                <a:cubicBezTo>
                  <a:pt x="100880" y="366700"/>
                  <a:pt x="130228" y="350982"/>
                  <a:pt x="163247" y="350982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9"/>
                  <a:pt x="214135" y="333090"/>
                  <a:pt x="215380" y="331012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9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2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3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8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4"/>
                  <a:pt x="224382" y="66106"/>
                  <a:pt x="221373" y="82614"/>
                </a:cubicBezTo>
                <a:cubicBezTo>
                  <a:pt x="245960" y="100903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8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7"/>
                </a:cubicBezTo>
                <a:cubicBezTo>
                  <a:pt x="254778" y="254794"/>
                  <a:pt x="254771" y="254802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4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2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1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1"/>
                  <a:pt x="210610" y="537175"/>
                </a:cubicBezTo>
                <a:cubicBezTo>
                  <a:pt x="195839" y="546241"/>
                  <a:pt x="178427" y="551215"/>
                  <a:pt x="159854" y="551215"/>
                </a:cubicBezTo>
                <a:cubicBezTo>
                  <a:pt x="132604" y="551215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2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6"/>
                  <a:pt x="61434" y="178458"/>
                  <a:pt x="61434" y="159855"/>
                </a:cubicBezTo>
                <a:cubicBezTo>
                  <a:pt x="61434" y="132604"/>
                  <a:pt x="72139" y="107855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91" name="Teardrop 3"/>
          <p:cNvSpPr/>
          <p:nvPr/>
        </p:nvSpPr>
        <p:spPr>
          <a:xfrm rot="5400000" flipH="1" flipV="1">
            <a:off x="954417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2"/>
                  <a:pt x="50483" y="232539"/>
                  <a:pt x="37722" y="245300"/>
                </a:cubicBezTo>
                <a:cubicBezTo>
                  <a:pt x="20815" y="262207"/>
                  <a:pt x="11990" y="284136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3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0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7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6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2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2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8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3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8"/>
                </a:lnTo>
                <a:cubicBezTo>
                  <a:pt x="285145" y="221632"/>
                  <a:pt x="263250" y="229876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7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90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7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92" name="Teardrop 3"/>
          <p:cNvSpPr/>
          <p:nvPr/>
        </p:nvSpPr>
        <p:spPr>
          <a:xfrm rot="5400000" flipH="1" flipV="1">
            <a:off x="870163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2"/>
                  <a:pt x="50483" y="232539"/>
                  <a:pt x="37722" y="245300"/>
                </a:cubicBezTo>
                <a:cubicBezTo>
                  <a:pt x="20815" y="262207"/>
                  <a:pt x="11990" y="284136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3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0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7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6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2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2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8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3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8"/>
                </a:lnTo>
                <a:cubicBezTo>
                  <a:pt x="285145" y="221632"/>
                  <a:pt x="263250" y="229876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7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7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93" name="Teardrop 3"/>
          <p:cNvSpPr/>
          <p:nvPr/>
        </p:nvSpPr>
        <p:spPr>
          <a:xfrm rot="5400000" flipH="1" flipV="1">
            <a:off x="11229252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2"/>
                  <a:pt x="50483" y="232539"/>
                  <a:pt x="37722" y="245300"/>
                </a:cubicBezTo>
                <a:cubicBezTo>
                  <a:pt x="20815" y="262207"/>
                  <a:pt x="11990" y="284136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3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0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7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6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2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2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8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3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8"/>
                </a:lnTo>
                <a:cubicBezTo>
                  <a:pt x="285145" y="221632"/>
                  <a:pt x="263250" y="229876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7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7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94" name="Teardrop 3"/>
          <p:cNvSpPr/>
          <p:nvPr/>
        </p:nvSpPr>
        <p:spPr>
          <a:xfrm rot="5400000" flipH="1" flipV="1">
            <a:off x="1038671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2"/>
                  <a:pt x="50483" y="232539"/>
                  <a:pt x="37722" y="245300"/>
                </a:cubicBezTo>
                <a:cubicBezTo>
                  <a:pt x="20815" y="262207"/>
                  <a:pt x="11990" y="284136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3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0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7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6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2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2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8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3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8"/>
                </a:lnTo>
                <a:cubicBezTo>
                  <a:pt x="285145" y="221632"/>
                  <a:pt x="263250" y="229876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7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7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95" name="Teardrop 3"/>
          <p:cNvSpPr/>
          <p:nvPr/>
        </p:nvSpPr>
        <p:spPr>
          <a:xfrm rot="5400000" flipH="1" flipV="1">
            <a:off x="27623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2"/>
                  <a:pt x="50483" y="232539"/>
                  <a:pt x="37722" y="245300"/>
                </a:cubicBezTo>
                <a:cubicBezTo>
                  <a:pt x="20815" y="262208"/>
                  <a:pt x="11990" y="284136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3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0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7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6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8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4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7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2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4"/>
                  <a:pt x="306324" y="612648"/>
                </a:cubicBezTo>
                <a:lnTo>
                  <a:pt x="306324" y="612648"/>
                </a:ln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7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96" name="Teardrop 3"/>
          <p:cNvSpPr/>
          <p:nvPr/>
        </p:nvSpPr>
        <p:spPr>
          <a:xfrm rot="5400000" flipH="1" flipV="1">
            <a:off x="11908617" y="4923"/>
            <a:ext cx="298552" cy="268215"/>
          </a:xfrm>
          <a:custGeom>
            <a:avLst/>
            <a:gdLst/>
            <a:ahLst/>
            <a:cxnLst/>
            <a:rect l="l" t="t" r="r" b="b"/>
            <a:pathLst>
              <a:path w="298552" h="268215">
                <a:moveTo>
                  <a:pt x="230951" y="239431"/>
                </a:moveTo>
                <a:lnTo>
                  <a:pt x="89396" y="97876"/>
                </a:lnTo>
                <a:cubicBezTo>
                  <a:pt x="74075" y="113887"/>
                  <a:pt x="64809" y="135634"/>
                  <a:pt x="64809" y="159544"/>
                </a:cubicBezTo>
                <a:cubicBezTo>
                  <a:pt x="64809" y="209563"/>
                  <a:pt x="105357" y="250112"/>
                  <a:pt x="155376" y="250112"/>
                </a:cubicBezTo>
                <a:cubicBezTo>
                  <a:pt x="174454" y="249746"/>
                  <a:pt x="198601" y="254980"/>
                  <a:pt x="211458" y="268141"/>
                </a:cubicBezTo>
                <a:cubicBezTo>
                  <a:pt x="215885" y="257686"/>
                  <a:pt x="222436" y="247948"/>
                  <a:pt x="230951" y="239431"/>
                </a:cubicBezTo>
                <a:close/>
                <a:moveTo>
                  <a:pt x="259706" y="219892"/>
                </a:moveTo>
                <a:cubicBezTo>
                  <a:pt x="246546" y="207035"/>
                  <a:pt x="241311" y="182889"/>
                  <a:pt x="241677" y="163811"/>
                </a:cubicBezTo>
                <a:cubicBezTo>
                  <a:pt x="241677" y="113792"/>
                  <a:pt x="201129" y="73244"/>
                  <a:pt x="151110" y="73244"/>
                </a:cubicBezTo>
                <a:cubicBezTo>
                  <a:pt x="127200" y="73244"/>
                  <a:pt x="105453" y="82510"/>
                  <a:pt x="89441" y="97831"/>
                </a:cubicBezTo>
                <a:lnTo>
                  <a:pt x="230996" y="239386"/>
                </a:lnTo>
                <a:cubicBezTo>
                  <a:pt x="239514" y="230871"/>
                  <a:pt x="249252" y="224320"/>
                  <a:pt x="259706" y="219892"/>
                </a:cubicBezTo>
                <a:close/>
                <a:moveTo>
                  <a:pt x="298552" y="138"/>
                </a:moveTo>
                <a:lnTo>
                  <a:pt x="298552" y="11636"/>
                </a:lnTo>
                <a:cubicBezTo>
                  <a:pt x="298344" y="11511"/>
                  <a:pt x="298133" y="11506"/>
                  <a:pt x="297922" y="11501"/>
                </a:cubicBezTo>
                <a:lnTo>
                  <a:pt x="297922" y="96667"/>
                </a:lnTo>
                <a:lnTo>
                  <a:pt x="297858" y="96667"/>
                </a:lnTo>
                <a:lnTo>
                  <a:pt x="297858" y="11501"/>
                </a:lnTo>
                <a:cubicBezTo>
                  <a:pt x="275703" y="11990"/>
                  <a:pt x="253773" y="20815"/>
                  <a:pt x="236866" y="37722"/>
                </a:cubicBezTo>
                <a:cubicBezTo>
                  <a:pt x="224105" y="50483"/>
                  <a:pt x="215948" y="66105"/>
                  <a:pt x="212939" y="82613"/>
                </a:cubicBezTo>
                <a:cubicBezTo>
                  <a:pt x="237526" y="100902"/>
                  <a:pt x="253233" y="130241"/>
                  <a:pt x="253233" y="163248"/>
                </a:cubicBezTo>
                <a:cubicBezTo>
                  <a:pt x="252734" y="189232"/>
                  <a:pt x="256525" y="205210"/>
                  <a:pt x="272877" y="215167"/>
                </a:cubicBezTo>
                <a:lnTo>
                  <a:pt x="298552" y="215277"/>
                </a:lnTo>
                <a:lnTo>
                  <a:pt x="298552" y="221928"/>
                </a:lnTo>
                <a:cubicBezTo>
                  <a:pt x="276711" y="221632"/>
                  <a:pt x="254816" y="229876"/>
                  <a:pt x="238146" y="246536"/>
                </a:cubicBezTo>
                <a:lnTo>
                  <a:pt x="246374" y="254763"/>
                </a:lnTo>
                <a:cubicBezTo>
                  <a:pt x="246367" y="254771"/>
                  <a:pt x="246359" y="254779"/>
                  <a:pt x="246352" y="254786"/>
                </a:cubicBezTo>
                <a:cubicBezTo>
                  <a:pt x="246344" y="254794"/>
                  <a:pt x="246337" y="254801"/>
                  <a:pt x="246329" y="254808"/>
                </a:cubicBezTo>
                <a:lnTo>
                  <a:pt x="238101" y="246581"/>
                </a:lnTo>
                <a:lnTo>
                  <a:pt x="223742" y="268215"/>
                </a:lnTo>
                <a:lnTo>
                  <a:pt x="190546" y="268215"/>
                </a:lnTo>
                <a:cubicBezTo>
                  <a:pt x="181969" y="262570"/>
                  <a:pt x="170130" y="261374"/>
                  <a:pt x="154813" y="261668"/>
                </a:cubicBezTo>
                <a:cubicBezTo>
                  <a:pt x="121806" y="261668"/>
                  <a:pt x="92467" y="245961"/>
                  <a:pt x="74178" y="221373"/>
                </a:cubicBezTo>
                <a:cubicBezTo>
                  <a:pt x="57670" y="224382"/>
                  <a:pt x="42049" y="232539"/>
                  <a:pt x="29288" y="245300"/>
                </a:cubicBezTo>
                <a:lnTo>
                  <a:pt x="13811" y="268215"/>
                </a:lnTo>
                <a:lnTo>
                  <a:pt x="0" y="268215"/>
                </a:lnTo>
                <a:cubicBezTo>
                  <a:pt x="4705" y="256723"/>
                  <a:pt x="11839" y="246048"/>
                  <a:pt x="21157" y="236731"/>
                </a:cubicBezTo>
                <a:cubicBezTo>
                  <a:pt x="34324" y="223564"/>
                  <a:pt x="50200" y="214757"/>
                  <a:pt x="67080" y="210684"/>
                </a:cubicBezTo>
                <a:cubicBezTo>
                  <a:pt x="57989" y="195895"/>
                  <a:pt x="53000" y="178457"/>
                  <a:pt x="53000" y="159854"/>
                </a:cubicBezTo>
                <a:cubicBezTo>
                  <a:pt x="53000" y="132604"/>
                  <a:pt x="63705" y="107854"/>
                  <a:pt x="81286" y="89721"/>
                </a:cubicBezTo>
                <a:cubicBezTo>
                  <a:pt x="99420" y="72140"/>
                  <a:pt x="124170" y="61435"/>
                  <a:pt x="151420" y="61435"/>
                </a:cubicBezTo>
                <a:cubicBezTo>
                  <a:pt x="170023" y="61435"/>
                  <a:pt x="187461" y="66424"/>
                  <a:pt x="202250" y="75515"/>
                </a:cubicBezTo>
                <a:cubicBezTo>
                  <a:pt x="206323" y="58635"/>
                  <a:pt x="215129" y="42758"/>
                  <a:pt x="228297" y="29591"/>
                </a:cubicBezTo>
                <a:cubicBezTo>
                  <a:pt x="247566" y="10322"/>
                  <a:pt x="272636" y="391"/>
                  <a:pt x="297890" y="0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97" name="Oval 881"/>
          <p:cNvSpPr/>
          <p:nvPr/>
        </p:nvSpPr>
        <p:spPr>
          <a:xfrm>
            <a:off x="346332" y="-10245"/>
            <a:ext cx="169752" cy="84875"/>
          </a:xfrm>
          <a:custGeom>
            <a:avLst/>
            <a:gdLst/>
            <a:ahLst/>
            <a:cxnLst/>
            <a:rect l="l" t="t" r="r" b="b"/>
            <a:pathLst>
              <a:path w="169752" h="84875">
                <a:moveTo>
                  <a:pt x="0" y="0"/>
                </a:moveTo>
                <a:lnTo>
                  <a:pt x="169752" y="0"/>
                </a:lnTo>
                <a:cubicBezTo>
                  <a:pt x="169752" y="46875"/>
                  <a:pt x="131752" y="84875"/>
                  <a:pt x="84876" y="84875"/>
                </a:cubicBezTo>
                <a:cubicBezTo>
                  <a:pt x="38000" y="84875"/>
                  <a:pt x="0" y="46875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98" name="Oval 882"/>
          <p:cNvSpPr/>
          <p:nvPr/>
        </p:nvSpPr>
        <p:spPr>
          <a:xfrm>
            <a:off x="1188872" y="-10245"/>
            <a:ext cx="169752" cy="84875"/>
          </a:xfrm>
          <a:custGeom>
            <a:avLst/>
            <a:gdLst/>
            <a:ahLst/>
            <a:cxnLst/>
            <a:rect l="l" t="t" r="r" b="b"/>
            <a:pathLst>
              <a:path w="169752" h="84875">
                <a:moveTo>
                  <a:pt x="0" y="0"/>
                </a:moveTo>
                <a:lnTo>
                  <a:pt x="169752" y="0"/>
                </a:lnTo>
                <a:cubicBezTo>
                  <a:pt x="169752" y="46875"/>
                  <a:pt x="131752" y="84875"/>
                  <a:pt x="84876" y="84875"/>
                </a:cubicBezTo>
                <a:cubicBezTo>
                  <a:pt x="38000" y="84875"/>
                  <a:pt x="0" y="46875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99" name="Oval 883"/>
          <p:cNvSpPr/>
          <p:nvPr/>
        </p:nvSpPr>
        <p:spPr>
          <a:xfrm>
            <a:off x="2031413" y="-10245"/>
            <a:ext cx="10160587" cy="84875"/>
          </a:xfrm>
          <a:custGeom>
            <a:avLst/>
            <a:gdLst/>
            <a:ahLst/>
            <a:cxnLst/>
            <a:rect l="l" t="t" r="r" b="b"/>
            <a:pathLst>
              <a:path w="10160587" h="84875">
                <a:moveTo>
                  <a:pt x="10110479" y="0"/>
                </a:moveTo>
                <a:lnTo>
                  <a:pt x="10160587" y="0"/>
                </a:lnTo>
                <a:lnTo>
                  <a:pt x="10160587" y="77038"/>
                </a:lnTo>
                <a:cubicBezTo>
                  <a:pt x="10130976" y="64066"/>
                  <a:pt x="10110479" y="34427"/>
                  <a:pt x="10110479" y="0"/>
                </a:cubicBezTo>
                <a:close/>
                <a:moveTo>
                  <a:pt x="9267940" y="0"/>
                </a:moveTo>
                <a:lnTo>
                  <a:pt x="9437692" y="0"/>
                </a:lnTo>
                <a:cubicBezTo>
                  <a:pt x="9437692" y="46875"/>
                  <a:pt x="9399692" y="84875"/>
                  <a:pt x="9352816" y="84875"/>
                </a:cubicBezTo>
                <a:cubicBezTo>
                  <a:pt x="9305940" y="84875"/>
                  <a:pt x="9267940" y="46875"/>
                  <a:pt x="9267940" y="0"/>
                </a:cubicBezTo>
                <a:close/>
                <a:moveTo>
                  <a:pt x="8425400" y="0"/>
                </a:moveTo>
                <a:lnTo>
                  <a:pt x="8595152" y="0"/>
                </a:lnTo>
                <a:cubicBezTo>
                  <a:pt x="8595152" y="46875"/>
                  <a:pt x="8557152" y="84875"/>
                  <a:pt x="8510276" y="84875"/>
                </a:cubicBezTo>
                <a:cubicBezTo>
                  <a:pt x="8463400" y="84875"/>
                  <a:pt x="8425400" y="46875"/>
                  <a:pt x="8425400" y="0"/>
                </a:cubicBezTo>
                <a:close/>
                <a:moveTo>
                  <a:pt x="7582860" y="0"/>
                </a:moveTo>
                <a:lnTo>
                  <a:pt x="7752612" y="0"/>
                </a:lnTo>
                <a:cubicBezTo>
                  <a:pt x="7752612" y="46875"/>
                  <a:pt x="7714612" y="84875"/>
                  <a:pt x="7667736" y="84875"/>
                </a:cubicBezTo>
                <a:cubicBezTo>
                  <a:pt x="7620860" y="84875"/>
                  <a:pt x="7582860" y="46875"/>
                  <a:pt x="7582860" y="0"/>
                </a:cubicBezTo>
                <a:close/>
                <a:moveTo>
                  <a:pt x="6740320" y="0"/>
                </a:moveTo>
                <a:lnTo>
                  <a:pt x="6910072" y="0"/>
                </a:lnTo>
                <a:cubicBezTo>
                  <a:pt x="6910072" y="46875"/>
                  <a:pt x="6872072" y="84875"/>
                  <a:pt x="6825196" y="84875"/>
                </a:cubicBezTo>
                <a:cubicBezTo>
                  <a:pt x="6778320" y="84875"/>
                  <a:pt x="6740320" y="46875"/>
                  <a:pt x="6740320" y="0"/>
                </a:cubicBezTo>
                <a:close/>
                <a:moveTo>
                  <a:pt x="5897780" y="0"/>
                </a:moveTo>
                <a:lnTo>
                  <a:pt x="6067532" y="0"/>
                </a:lnTo>
                <a:cubicBezTo>
                  <a:pt x="6067532" y="46875"/>
                  <a:pt x="6029532" y="84875"/>
                  <a:pt x="5982656" y="84875"/>
                </a:cubicBezTo>
                <a:cubicBezTo>
                  <a:pt x="5935780" y="84875"/>
                  <a:pt x="5897780" y="46875"/>
                  <a:pt x="5897780" y="0"/>
                </a:cubicBezTo>
                <a:close/>
                <a:moveTo>
                  <a:pt x="5055240" y="0"/>
                </a:moveTo>
                <a:lnTo>
                  <a:pt x="5224992" y="0"/>
                </a:lnTo>
                <a:cubicBezTo>
                  <a:pt x="5224992" y="46875"/>
                  <a:pt x="5186992" y="84875"/>
                  <a:pt x="5140116" y="84875"/>
                </a:cubicBezTo>
                <a:cubicBezTo>
                  <a:pt x="5093240" y="84875"/>
                  <a:pt x="5055240" y="46875"/>
                  <a:pt x="5055240" y="0"/>
                </a:cubicBezTo>
                <a:close/>
                <a:moveTo>
                  <a:pt x="4212700" y="0"/>
                </a:moveTo>
                <a:lnTo>
                  <a:pt x="4382452" y="0"/>
                </a:lnTo>
                <a:cubicBezTo>
                  <a:pt x="4382452" y="46875"/>
                  <a:pt x="4344452" y="84875"/>
                  <a:pt x="4297576" y="84875"/>
                </a:cubicBezTo>
                <a:cubicBezTo>
                  <a:pt x="4250700" y="84875"/>
                  <a:pt x="4212700" y="46875"/>
                  <a:pt x="4212700" y="0"/>
                </a:cubicBezTo>
                <a:close/>
                <a:moveTo>
                  <a:pt x="3370160" y="0"/>
                </a:moveTo>
                <a:lnTo>
                  <a:pt x="3539912" y="0"/>
                </a:lnTo>
                <a:cubicBezTo>
                  <a:pt x="3539912" y="46875"/>
                  <a:pt x="3501912" y="84875"/>
                  <a:pt x="3455036" y="84875"/>
                </a:cubicBezTo>
                <a:cubicBezTo>
                  <a:pt x="3408160" y="84875"/>
                  <a:pt x="3370160" y="46875"/>
                  <a:pt x="3370160" y="0"/>
                </a:cubicBezTo>
                <a:close/>
                <a:moveTo>
                  <a:pt x="2527620" y="0"/>
                </a:moveTo>
                <a:lnTo>
                  <a:pt x="2697372" y="0"/>
                </a:lnTo>
                <a:cubicBezTo>
                  <a:pt x="2697372" y="46875"/>
                  <a:pt x="2659372" y="84875"/>
                  <a:pt x="2612496" y="84875"/>
                </a:cubicBezTo>
                <a:cubicBezTo>
                  <a:pt x="2565620" y="84875"/>
                  <a:pt x="2527620" y="46875"/>
                  <a:pt x="2527620" y="0"/>
                </a:cubicBezTo>
                <a:close/>
                <a:moveTo>
                  <a:pt x="1685080" y="0"/>
                </a:moveTo>
                <a:lnTo>
                  <a:pt x="1854832" y="0"/>
                </a:lnTo>
                <a:cubicBezTo>
                  <a:pt x="1854832" y="46875"/>
                  <a:pt x="1816832" y="84875"/>
                  <a:pt x="1769956" y="84875"/>
                </a:cubicBezTo>
                <a:cubicBezTo>
                  <a:pt x="1723080" y="84875"/>
                  <a:pt x="1685080" y="46875"/>
                  <a:pt x="1685080" y="0"/>
                </a:cubicBezTo>
                <a:close/>
                <a:moveTo>
                  <a:pt x="842540" y="0"/>
                </a:moveTo>
                <a:lnTo>
                  <a:pt x="1012292" y="0"/>
                </a:lnTo>
                <a:cubicBezTo>
                  <a:pt x="1012292" y="46875"/>
                  <a:pt x="974292" y="84875"/>
                  <a:pt x="927416" y="84875"/>
                </a:cubicBezTo>
                <a:cubicBezTo>
                  <a:pt x="880540" y="84875"/>
                  <a:pt x="842540" y="46875"/>
                  <a:pt x="842540" y="0"/>
                </a:cubicBezTo>
                <a:close/>
                <a:moveTo>
                  <a:pt x="0" y="0"/>
                </a:moveTo>
                <a:lnTo>
                  <a:pt x="169752" y="0"/>
                </a:lnTo>
                <a:cubicBezTo>
                  <a:pt x="169752" y="46875"/>
                  <a:pt x="131752" y="84875"/>
                  <a:pt x="84876" y="84875"/>
                </a:cubicBezTo>
                <a:cubicBezTo>
                  <a:pt x="38000" y="84875"/>
                  <a:pt x="0" y="46875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00" name="Teardrop 3"/>
          <p:cNvSpPr/>
          <p:nvPr/>
        </p:nvSpPr>
        <p:spPr>
          <a:xfrm rot="5400000" flipH="1" flipV="1">
            <a:off x="644277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01" name="Oval 1700"/>
          <p:cNvSpPr/>
          <p:nvPr/>
        </p:nvSpPr>
        <p:spPr>
          <a:xfrm>
            <a:off x="712049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02" name="Teardrop 3"/>
          <p:cNvSpPr/>
          <p:nvPr/>
        </p:nvSpPr>
        <p:spPr>
          <a:xfrm rot="5400000" flipH="1" flipV="1">
            <a:off x="-148774" y="1103813"/>
            <a:ext cx="612648" cy="315100"/>
          </a:xfrm>
          <a:custGeom>
            <a:avLst/>
            <a:gdLst/>
            <a:ahLst/>
            <a:cxnLst/>
            <a:rect l="l" t="t" r="r" b="b"/>
            <a:pathLst>
              <a:path w="612648" h="315100">
                <a:moveTo>
                  <a:pt x="239386" y="75670"/>
                </a:moveTo>
                <a:cubicBezTo>
                  <a:pt x="230866" y="67149"/>
                  <a:pt x="224313" y="57406"/>
                  <a:pt x="219944" y="46909"/>
                </a:cubicBezTo>
                <a:cubicBezTo>
                  <a:pt x="207099" y="60107"/>
                  <a:pt x="182914" y="65356"/>
                  <a:pt x="163810" y="64989"/>
                </a:cubicBezTo>
                <a:cubicBezTo>
                  <a:pt x="113792" y="64989"/>
                  <a:pt x="73243" y="105538"/>
                  <a:pt x="73243" y="155556"/>
                </a:cubicBezTo>
                <a:cubicBezTo>
                  <a:pt x="73243" y="179467"/>
                  <a:pt x="82509" y="201213"/>
                  <a:pt x="97830" y="217225"/>
                </a:cubicBezTo>
                <a:close/>
                <a:moveTo>
                  <a:pt x="268191" y="95157"/>
                </a:moveTo>
                <a:cubicBezTo>
                  <a:pt x="257695" y="90787"/>
                  <a:pt x="247952" y="84234"/>
                  <a:pt x="239431" y="75715"/>
                </a:cubicBezTo>
                <a:lnTo>
                  <a:pt x="97875" y="217270"/>
                </a:lnTo>
                <a:cubicBezTo>
                  <a:pt x="113887" y="232591"/>
                  <a:pt x="135634" y="241857"/>
                  <a:pt x="159544" y="241857"/>
                </a:cubicBezTo>
                <a:cubicBezTo>
                  <a:pt x="184553" y="241857"/>
                  <a:pt x="207195" y="231720"/>
                  <a:pt x="223585" y="215331"/>
                </a:cubicBezTo>
                <a:cubicBezTo>
                  <a:pt x="239974" y="198941"/>
                  <a:pt x="250111" y="176299"/>
                  <a:pt x="250111" y="151290"/>
                </a:cubicBezTo>
                <a:cubicBezTo>
                  <a:pt x="249745" y="132187"/>
                  <a:pt x="254994" y="108002"/>
                  <a:pt x="268191" y="95157"/>
                </a:cubicBezTo>
                <a:close/>
                <a:moveTo>
                  <a:pt x="391275" y="232488"/>
                </a:moveTo>
                <a:cubicBezTo>
                  <a:pt x="366688" y="214199"/>
                  <a:pt x="350981" y="184860"/>
                  <a:pt x="350981" y="151853"/>
                </a:cubicBezTo>
                <a:cubicBezTo>
                  <a:pt x="351479" y="125869"/>
                  <a:pt x="347689" y="109892"/>
                  <a:pt x="331337" y="99934"/>
                </a:cubicBezTo>
                <a:cubicBezTo>
                  <a:pt x="315088" y="104415"/>
                  <a:pt x="297874" y="104335"/>
                  <a:pt x="281637" y="99721"/>
                </a:cubicBezTo>
                <a:cubicBezTo>
                  <a:pt x="265010" y="109675"/>
                  <a:pt x="261165" y="125694"/>
                  <a:pt x="261667" y="151853"/>
                </a:cubicBezTo>
                <a:cubicBezTo>
                  <a:pt x="261667" y="179968"/>
                  <a:pt x="250271" y="205421"/>
                  <a:pt x="231847" y="223846"/>
                </a:cubicBezTo>
                <a:lnTo>
                  <a:pt x="221347" y="232509"/>
                </a:lnTo>
                <a:cubicBezTo>
                  <a:pt x="224390" y="249009"/>
                  <a:pt x="232545" y="264623"/>
                  <a:pt x="245300" y="277378"/>
                </a:cubicBezTo>
                <a:cubicBezTo>
                  <a:pt x="262207" y="294285"/>
                  <a:pt x="284136" y="303111"/>
                  <a:pt x="306292" y="303599"/>
                </a:cubicBezTo>
                <a:lnTo>
                  <a:pt x="306292" y="218433"/>
                </a:lnTo>
                <a:lnTo>
                  <a:pt x="306356" y="218433"/>
                </a:lnTo>
                <a:lnTo>
                  <a:pt x="306356" y="303599"/>
                </a:lnTo>
                <a:cubicBezTo>
                  <a:pt x="328512" y="303110"/>
                  <a:pt x="350441" y="294285"/>
                  <a:pt x="367348" y="277378"/>
                </a:cubicBezTo>
                <a:cubicBezTo>
                  <a:pt x="380109" y="264617"/>
                  <a:pt x="388266" y="248996"/>
                  <a:pt x="391275" y="232488"/>
                </a:cubicBezTo>
                <a:close/>
                <a:moveTo>
                  <a:pt x="514773" y="217271"/>
                </a:moveTo>
                <a:lnTo>
                  <a:pt x="373218" y="75716"/>
                </a:lnTo>
                <a:cubicBezTo>
                  <a:pt x="364700" y="84231"/>
                  <a:pt x="354962" y="90781"/>
                  <a:pt x="344508" y="95209"/>
                </a:cubicBezTo>
                <a:cubicBezTo>
                  <a:pt x="357668" y="108066"/>
                  <a:pt x="362903" y="132212"/>
                  <a:pt x="362537" y="151290"/>
                </a:cubicBezTo>
                <a:cubicBezTo>
                  <a:pt x="362537" y="201309"/>
                  <a:pt x="403085" y="241857"/>
                  <a:pt x="453104" y="241857"/>
                </a:cubicBezTo>
                <a:cubicBezTo>
                  <a:pt x="477015" y="241857"/>
                  <a:pt x="498761" y="232592"/>
                  <a:pt x="514773" y="217271"/>
                </a:cubicBezTo>
                <a:close/>
                <a:moveTo>
                  <a:pt x="539405" y="155556"/>
                </a:moveTo>
                <a:cubicBezTo>
                  <a:pt x="539405" y="105538"/>
                  <a:pt x="498856" y="64989"/>
                  <a:pt x="448838" y="64989"/>
                </a:cubicBezTo>
                <a:cubicBezTo>
                  <a:pt x="429760" y="65355"/>
                  <a:pt x="405614" y="60121"/>
                  <a:pt x="392756" y="46961"/>
                </a:cubicBezTo>
                <a:cubicBezTo>
                  <a:pt x="388329" y="57415"/>
                  <a:pt x="381778" y="67153"/>
                  <a:pt x="373263" y="75671"/>
                </a:cubicBezTo>
                <a:lnTo>
                  <a:pt x="514818" y="217225"/>
                </a:lnTo>
                <a:cubicBezTo>
                  <a:pt x="530139" y="201213"/>
                  <a:pt x="539405" y="179467"/>
                  <a:pt x="539405" y="155556"/>
                </a:cubicBezTo>
                <a:close/>
                <a:moveTo>
                  <a:pt x="612648" y="8776"/>
                </a:moveTo>
                <a:cubicBezTo>
                  <a:pt x="612257" y="34030"/>
                  <a:pt x="602326" y="59101"/>
                  <a:pt x="583058" y="78369"/>
                </a:cubicBezTo>
                <a:cubicBezTo>
                  <a:pt x="569890" y="91537"/>
                  <a:pt x="554014" y="100343"/>
                  <a:pt x="537134" y="104416"/>
                </a:cubicBezTo>
                <a:cubicBezTo>
                  <a:pt x="546224" y="119205"/>
                  <a:pt x="551214" y="136643"/>
                  <a:pt x="551214" y="155247"/>
                </a:cubicBezTo>
                <a:cubicBezTo>
                  <a:pt x="551214" y="182497"/>
                  <a:pt x="540509" y="207247"/>
                  <a:pt x="522928" y="225380"/>
                </a:cubicBezTo>
                <a:lnTo>
                  <a:pt x="522928" y="225380"/>
                </a:lnTo>
                <a:cubicBezTo>
                  <a:pt x="504794" y="242961"/>
                  <a:pt x="480044" y="253667"/>
                  <a:pt x="452794" y="253667"/>
                </a:cubicBezTo>
                <a:cubicBezTo>
                  <a:pt x="434191" y="253667"/>
                  <a:pt x="416753" y="248677"/>
                  <a:pt x="401964" y="239586"/>
                </a:cubicBezTo>
                <a:cubicBezTo>
                  <a:pt x="397891" y="256466"/>
                  <a:pt x="389084" y="272342"/>
                  <a:pt x="375917" y="285509"/>
                </a:cubicBezTo>
                <a:cubicBezTo>
                  <a:pt x="356649" y="304778"/>
                  <a:pt x="331578" y="314709"/>
                  <a:pt x="306324" y="315100"/>
                </a:cubicBezTo>
                <a:lnTo>
                  <a:pt x="306324" y="315100"/>
                </a:lnTo>
                <a:cubicBezTo>
                  <a:pt x="281070" y="314709"/>
                  <a:pt x="255999" y="304778"/>
                  <a:pt x="236731" y="285509"/>
                </a:cubicBezTo>
                <a:cubicBezTo>
                  <a:pt x="223571" y="272349"/>
                  <a:pt x="214766" y="256482"/>
                  <a:pt x="210610" y="239626"/>
                </a:cubicBezTo>
                <a:cubicBezTo>
                  <a:pt x="195839" y="248693"/>
                  <a:pt x="178427" y="253666"/>
                  <a:pt x="159854" y="253666"/>
                </a:cubicBezTo>
                <a:cubicBezTo>
                  <a:pt x="132604" y="253666"/>
                  <a:pt x="107854" y="242961"/>
                  <a:pt x="89720" y="225380"/>
                </a:cubicBezTo>
                <a:lnTo>
                  <a:pt x="89720" y="225380"/>
                </a:lnTo>
                <a:cubicBezTo>
                  <a:pt x="72139" y="207247"/>
                  <a:pt x="61434" y="182497"/>
                  <a:pt x="61434" y="155247"/>
                </a:cubicBezTo>
                <a:cubicBezTo>
                  <a:pt x="61434" y="136673"/>
                  <a:pt x="66407" y="119262"/>
                  <a:pt x="75474" y="104490"/>
                </a:cubicBezTo>
                <a:cubicBezTo>
                  <a:pt x="58618" y="100334"/>
                  <a:pt x="42751" y="91530"/>
                  <a:pt x="29591" y="78369"/>
                </a:cubicBezTo>
                <a:cubicBezTo>
                  <a:pt x="10322" y="59101"/>
                  <a:pt x="391" y="34030"/>
                  <a:pt x="0" y="8776"/>
                </a:cubicBezTo>
                <a:lnTo>
                  <a:pt x="0" y="8776"/>
                </a:lnTo>
                <a:lnTo>
                  <a:pt x="1828" y="0"/>
                </a:lnTo>
                <a:lnTo>
                  <a:pt x="13374" y="0"/>
                </a:lnTo>
                <a:cubicBezTo>
                  <a:pt x="11782" y="2802"/>
                  <a:pt x="11567" y="5771"/>
                  <a:pt x="11501" y="8744"/>
                </a:cubicBezTo>
                <a:lnTo>
                  <a:pt x="96667" y="8744"/>
                </a:lnTo>
                <a:lnTo>
                  <a:pt x="96667" y="8808"/>
                </a:lnTo>
                <a:lnTo>
                  <a:pt x="11501" y="8808"/>
                </a:lnTo>
                <a:cubicBezTo>
                  <a:pt x="11989" y="30964"/>
                  <a:pt x="20815" y="52893"/>
                  <a:pt x="37722" y="69800"/>
                </a:cubicBezTo>
                <a:cubicBezTo>
                  <a:pt x="50477" y="82555"/>
                  <a:pt x="66091" y="90711"/>
                  <a:pt x="82592" y="93753"/>
                </a:cubicBezTo>
                <a:cubicBezTo>
                  <a:pt x="100880" y="69151"/>
                  <a:pt x="130228" y="53433"/>
                  <a:pt x="163247" y="53433"/>
                </a:cubicBezTo>
                <a:cubicBezTo>
                  <a:pt x="186137" y="53872"/>
                  <a:pt x="201262" y="50984"/>
                  <a:pt x="211355" y="39116"/>
                </a:cubicBezTo>
                <a:cubicBezTo>
                  <a:pt x="212796" y="37420"/>
                  <a:pt x="214135" y="35542"/>
                  <a:pt x="215380" y="33463"/>
                </a:cubicBezTo>
                <a:lnTo>
                  <a:pt x="215236" y="0"/>
                </a:lnTo>
                <a:lnTo>
                  <a:pt x="223506" y="0"/>
                </a:lnTo>
                <a:cubicBezTo>
                  <a:pt x="219687" y="24354"/>
                  <a:pt x="227777" y="49750"/>
                  <a:pt x="246535" y="68520"/>
                </a:cubicBezTo>
                <a:lnTo>
                  <a:pt x="254763" y="60293"/>
                </a:lnTo>
                <a:cubicBezTo>
                  <a:pt x="254771" y="60299"/>
                  <a:pt x="254778" y="60307"/>
                  <a:pt x="254786" y="60315"/>
                </a:cubicBezTo>
                <a:lnTo>
                  <a:pt x="254808" y="60338"/>
                </a:lnTo>
                <a:lnTo>
                  <a:pt x="246580" y="68565"/>
                </a:lnTo>
                <a:cubicBezTo>
                  <a:pt x="279582" y="101547"/>
                  <a:pt x="333066" y="101547"/>
                  <a:pt x="366068" y="68565"/>
                </a:cubicBezTo>
                <a:lnTo>
                  <a:pt x="357840" y="60338"/>
                </a:lnTo>
                <a:cubicBezTo>
                  <a:pt x="357847" y="60330"/>
                  <a:pt x="357855" y="60322"/>
                  <a:pt x="357862" y="60315"/>
                </a:cubicBezTo>
                <a:lnTo>
                  <a:pt x="357885" y="60293"/>
                </a:lnTo>
                <a:lnTo>
                  <a:pt x="366113" y="68520"/>
                </a:lnTo>
                <a:cubicBezTo>
                  <a:pt x="384871" y="49750"/>
                  <a:pt x="392961" y="24354"/>
                  <a:pt x="389142" y="0"/>
                </a:cubicBezTo>
                <a:lnTo>
                  <a:pt x="397337" y="0"/>
                </a:lnTo>
                <a:cubicBezTo>
                  <a:pt x="401479" y="11094"/>
                  <a:pt x="400548" y="22668"/>
                  <a:pt x="397481" y="33790"/>
                </a:cubicBezTo>
                <a:cubicBezTo>
                  <a:pt x="407439" y="50142"/>
                  <a:pt x="423417" y="53932"/>
                  <a:pt x="449401" y="53433"/>
                </a:cubicBezTo>
                <a:cubicBezTo>
                  <a:pt x="482407" y="53434"/>
                  <a:pt x="511746" y="69140"/>
                  <a:pt x="530035" y="93727"/>
                </a:cubicBezTo>
                <a:cubicBezTo>
                  <a:pt x="546543" y="90718"/>
                  <a:pt x="562165" y="82561"/>
                  <a:pt x="574926" y="69800"/>
                </a:cubicBezTo>
                <a:cubicBezTo>
                  <a:pt x="591833" y="52893"/>
                  <a:pt x="600658" y="30964"/>
                  <a:pt x="601147" y="8808"/>
                </a:cubicBezTo>
                <a:lnTo>
                  <a:pt x="515982" y="8808"/>
                </a:lnTo>
                <a:lnTo>
                  <a:pt x="515981" y="8744"/>
                </a:lnTo>
                <a:lnTo>
                  <a:pt x="601147" y="8744"/>
                </a:lnTo>
                <a:lnTo>
                  <a:pt x="599274" y="0"/>
                </a:lnTo>
                <a:lnTo>
                  <a:pt x="610820" y="0"/>
                </a:lnTo>
                <a:cubicBezTo>
                  <a:pt x="612423" y="2826"/>
                  <a:pt x="612602" y="5800"/>
                  <a:pt x="612648" y="8776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03" name="Oval 1702"/>
          <p:cNvSpPr/>
          <p:nvPr/>
        </p:nvSpPr>
        <p:spPr>
          <a:xfrm>
            <a:off x="37745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04" name="Teardrop 3"/>
          <p:cNvSpPr/>
          <p:nvPr/>
        </p:nvSpPr>
        <p:spPr>
          <a:xfrm rot="5400000" flipH="1" flipV="1">
            <a:off x="138753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05" name="Teardrop 3"/>
          <p:cNvSpPr/>
          <p:nvPr/>
        </p:nvSpPr>
        <p:spPr>
          <a:xfrm rot="5400000" flipH="1" flipV="1">
            <a:off x="223007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06" name="Teardrop 3"/>
          <p:cNvSpPr/>
          <p:nvPr/>
        </p:nvSpPr>
        <p:spPr>
          <a:xfrm rot="5400000" flipH="1" flipV="1">
            <a:off x="307261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07" name="Teardrop 3"/>
          <p:cNvSpPr/>
          <p:nvPr/>
        </p:nvSpPr>
        <p:spPr>
          <a:xfrm rot="5400000" flipH="1" flipV="1">
            <a:off x="391515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08" name="Teardrop 3"/>
          <p:cNvSpPr/>
          <p:nvPr/>
        </p:nvSpPr>
        <p:spPr>
          <a:xfrm rot="5400000" flipH="1" flipV="1">
            <a:off x="475769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09" name="Teardrop 3"/>
          <p:cNvSpPr/>
          <p:nvPr/>
        </p:nvSpPr>
        <p:spPr>
          <a:xfrm rot="5400000" flipH="1" flipV="1">
            <a:off x="560023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10" name="Oval 1709"/>
          <p:cNvSpPr/>
          <p:nvPr/>
        </p:nvSpPr>
        <p:spPr>
          <a:xfrm>
            <a:off x="122033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11" name="Oval 1710"/>
          <p:cNvSpPr/>
          <p:nvPr/>
        </p:nvSpPr>
        <p:spPr>
          <a:xfrm>
            <a:off x="206321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12" name="Oval 1711"/>
          <p:cNvSpPr/>
          <p:nvPr/>
        </p:nvSpPr>
        <p:spPr>
          <a:xfrm>
            <a:off x="290609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13" name="Oval 1712"/>
          <p:cNvSpPr/>
          <p:nvPr/>
        </p:nvSpPr>
        <p:spPr>
          <a:xfrm>
            <a:off x="374897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14" name="Oval 1713"/>
          <p:cNvSpPr/>
          <p:nvPr/>
        </p:nvSpPr>
        <p:spPr>
          <a:xfrm>
            <a:off x="459185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15" name="Oval 1714"/>
          <p:cNvSpPr/>
          <p:nvPr/>
        </p:nvSpPr>
        <p:spPr>
          <a:xfrm>
            <a:off x="543473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16" name="Oval 1715"/>
          <p:cNvSpPr/>
          <p:nvPr/>
        </p:nvSpPr>
        <p:spPr>
          <a:xfrm>
            <a:off x="627761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17" name="Teardrop 3"/>
          <p:cNvSpPr/>
          <p:nvPr/>
        </p:nvSpPr>
        <p:spPr>
          <a:xfrm rot="5400000" flipH="1" flipV="1">
            <a:off x="812785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18" name="Oval 1717"/>
          <p:cNvSpPr/>
          <p:nvPr/>
        </p:nvSpPr>
        <p:spPr>
          <a:xfrm>
            <a:off x="880625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19" name="Teardrop 3"/>
          <p:cNvSpPr/>
          <p:nvPr/>
        </p:nvSpPr>
        <p:spPr>
          <a:xfrm rot="5400000" flipH="1" flipV="1">
            <a:off x="728531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20" name="Oval 1719"/>
          <p:cNvSpPr/>
          <p:nvPr/>
        </p:nvSpPr>
        <p:spPr>
          <a:xfrm>
            <a:off x="796337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21" name="Teardrop 3"/>
          <p:cNvSpPr/>
          <p:nvPr/>
        </p:nvSpPr>
        <p:spPr>
          <a:xfrm rot="5400000" flipH="1" flipV="1">
            <a:off x="981293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22" name="Oval 1721"/>
          <p:cNvSpPr/>
          <p:nvPr/>
        </p:nvSpPr>
        <p:spPr>
          <a:xfrm>
            <a:off x="1049201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23" name="Teardrop 3"/>
          <p:cNvSpPr/>
          <p:nvPr/>
        </p:nvSpPr>
        <p:spPr>
          <a:xfrm rot="5400000" flipH="1" flipV="1">
            <a:off x="897039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24" name="Oval 1723"/>
          <p:cNvSpPr/>
          <p:nvPr/>
        </p:nvSpPr>
        <p:spPr>
          <a:xfrm>
            <a:off x="964913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25" name="Teardrop 3"/>
          <p:cNvSpPr/>
          <p:nvPr/>
        </p:nvSpPr>
        <p:spPr>
          <a:xfrm rot="5400000" flipH="1" flipV="1">
            <a:off x="11498011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26" name="Teardrop 3"/>
          <p:cNvSpPr/>
          <p:nvPr/>
        </p:nvSpPr>
        <p:spPr>
          <a:xfrm rot="5400000" flipH="1" flipV="1">
            <a:off x="1065547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27" name="Oval 1726"/>
          <p:cNvSpPr/>
          <p:nvPr/>
        </p:nvSpPr>
        <p:spPr>
          <a:xfrm>
            <a:off x="1133489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28" name="Teardrop 3"/>
          <p:cNvSpPr/>
          <p:nvPr/>
        </p:nvSpPr>
        <p:spPr>
          <a:xfrm rot="5400000" flipH="1" flipV="1">
            <a:off x="54499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29" name="Oval 1728"/>
          <p:cNvSpPr/>
          <p:nvPr/>
        </p:nvSpPr>
        <p:spPr>
          <a:xfrm>
            <a:off x="666451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30" name="Oval 1729"/>
          <p:cNvSpPr/>
          <p:nvPr/>
        </p:nvSpPr>
        <p:spPr>
          <a:xfrm>
            <a:off x="76673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31" name="Oval 1730"/>
          <p:cNvSpPr/>
          <p:nvPr/>
        </p:nvSpPr>
        <p:spPr>
          <a:xfrm>
            <a:off x="160927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32" name="Oval 1731"/>
          <p:cNvSpPr/>
          <p:nvPr/>
        </p:nvSpPr>
        <p:spPr>
          <a:xfrm>
            <a:off x="245181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33" name="Oval 1732"/>
          <p:cNvSpPr/>
          <p:nvPr/>
        </p:nvSpPr>
        <p:spPr>
          <a:xfrm>
            <a:off x="329435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34" name="Oval 1733"/>
          <p:cNvSpPr/>
          <p:nvPr/>
        </p:nvSpPr>
        <p:spPr>
          <a:xfrm>
            <a:off x="413689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35" name="Oval 1734"/>
          <p:cNvSpPr/>
          <p:nvPr/>
        </p:nvSpPr>
        <p:spPr>
          <a:xfrm>
            <a:off x="497943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36" name="Oval 1735"/>
          <p:cNvSpPr/>
          <p:nvPr/>
        </p:nvSpPr>
        <p:spPr>
          <a:xfrm>
            <a:off x="582197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37" name="Oval 1736"/>
          <p:cNvSpPr/>
          <p:nvPr/>
        </p:nvSpPr>
        <p:spPr>
          <a:xfrm>
            <a:off x="834959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38" name="Oval 1737"/>
          <p:cNvSpPr/>
          <p:nvPr/>
        </p:nvSpPr>
        <p:spPr>
          <a:xfrm>
            <a:off x="750705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39" name="Oval 1738"/>
          <p:cNvSpPr/>
          <p:nvPr/>
        </p:nvSpPr>
        <p:spPr>
          <a:xfrm>
            <a:off x="1003467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40" name="Oval 1739"/>
          <p:cNvSpPr/>
          <p:nvPr/>
        </p:nvSpPr>
        <p:spPr>
          <a:xfrm>
            <a:off x="919213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41" name="Oval 1740"/>
          <p:cNvSpPr/>
          <p:nvPr/>
        </p:nvSpPr>
        <p:spPr>
          <a:xfrm>
            <a:off x="11719750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42" name="Oval 1741"/>
          <p:cNvSpPr/>
          <p:nvPr/>
        </p:nvSpPr>
        <p:spPr>
          <a:xfrm>
            <a:off x="1087721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43" name="Teardrop 3"/>
          <p:cNvSpPr/>
          <p:nvPr/>
        </p:nvSpPr>
        <p:spPr>
          <a:xfrm rot="5400000" flipH="1" flipV="1">
            <a:off x="602118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44" name="Teardrop 3"/>
          <p:cNvSpPr/>
          <p:nvPr/>
        </p:nvSpPr>
        <p:spPr>
          <a:xfrm rot="5400000" flipH="1" flipV="1">
            <a:off x="96594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45" name="Teardrop 3"/>
          <p:cNvSpPr/>
          <p:nvPr/>
        </p:nvSpPr>
        <p:spPr>
          <a:xfrm rot="5400000" flipH="1" flipV="1">
            <a:off x="180848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46" name="Teardrop 3"/>
          <p:cNvSpPr/>
          <p:nvPr/>
        </p:nvSpPr>
        <p:spPr>
          <a:xfrm rot="5400000" flipH="1" flipV="1">
            <a:off x="265102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47" name="Teardrop 3"/>
          <p:cNvSpPr/>
          <p:nvPr/>
        </p:nvSpPr>
        <p:spPr>
          <a:xfrm rot="5400000" flipH="1" flipV="1">
            <a:off x="349356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48" name="Teardrop 3"/>
          <p:cNvSpPr/>
          <p:nvPr/>
        </p:nvSpPr>
        <p:spPr>
          <a:xfrm rot="5400000" flipH="1" flipV="1">
            <a:off x="433610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49" name="Teardrop 3"/>
          <p:cNvSpPr/>
          <p:nvPr/>
        </p:nvSpPr>
        <p:spPr>
          <a:xfrm rot="5400000" flipH="1" flipV="1">
            <a:off x="517864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50" name="Teardrop 3"/>
          <p:cNvSpPr/>
          <p:nvPr/>
        </p:nvSpPr>
        <p:spPr>
          <a:xfrm rot="5400000" flipH="1" flipV="1">
            <a:off x="770626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51" name="Teardrop 3"/>
          <p:cNvSpPr/>
          <p:nvPr/>
        </p:nvSpPr>
        <p:spPr>
          <a:xfrm rot="5400000" flipH="1" flipV="1">
            <a:off x="686372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52" name="Teardrop 3"/>
          <p:cNvSpPr/>
          <p:nvPr/>
        </p:nvSpPr>
        <p:spPr>
          <a:xfrm rot="5400000" flipH="1" flipV="1">
            <a:off x="939134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53" name="Teardrop 3"/>
          <p:cNvSpPr/>
          <p:nvPr/>
        </p:nvSpPr>
        <p:spPr>
          <a:xfrm rot="5400000" flipH="1" flipV="1">
            <a:off x="854880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54" name="Teardrop 3"/>
          <p:cNvSpPr/>
          <p:nvPr/>
        </p:nvSpPr>
        <p:spPr>
          <a:xfrm rot="5400000" flipH="1" flipV="1">
            <a:off x="11076421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55" name="Teardrop 3"/>
          <p:cNvSpPr/>
          <p:nvPr/>
        </p:nvSpPr>
        <p:spPr>
          <a:xfrm rot="5400000" flipH="1" flipV="1">
            <a:off x="1023388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56" name="Teardrop 3"/>
          <p:cNvSpPr/>
          <p:nvPr/>
        </p:nvSpPr>
        <p:spPr>
          <a:xfrm rot="5400000" flipH="1" flipV="1">
            <a:off x="12340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57" name="Teardrop 3"/>
          <p:cNvSpPr/>
          <p:nvPr/>
        </p:nvSpPr>
        <p:spPr>
          <a:xfrm rot="5400000" flipH="1" flipV="1">
            <a:off x="11760002" y="1531078"/>
            <a:ext cx="595781" cy="268215"/>
          </a:xfrm>
          <a:custGeom>
            <a:avLst/>
            <a:gdLst/>
            <a:ahLst/>
            <a:cxnLst/>
            <a:rect l="l" t="t" r="r" b="b"/>
            <a:pathLst>
              <a:path w="595781" h="268215">
                <a:moveTo>
                  <a:pt x="230951" y="239431"/>
                </a:moveTo>
                <a:lnTo>
                  <a:pt x="89396" y="97876"/>
                </a:lnTo>
                <a:cubicBezTo>
                  <a:pt x="74075" y="113887"/>
                  <a:pt x="64809" y="135634"/>
                  <a:pt x="64809" y="159544"/>
                </a:cubicBezTo>
                <a:cubicBezTo>
                  <a:pt x="64809" y="209563"/>
                  <a:pt x="105357" y="250112"/>
                  <a:pt x="155376" y="250112"/>
                </a:cubicBezTo>
                <a:cubicBezTo>
                  <a:pt x="174454" y="249746"/>
                  <a:pt x="198601" y="254980"/>
                  <a:pt x="211458" y="268141"/>
                </a:cubicBezTo>
                <a:cubicBezTo>
                  <a:pt x="215885" y="257686"/>
                  <a:pt x="222436" y="247948"/>
                  <a:pt x="230951" y="239431"/>
                </a:cubicBezTo>
                <a:close/>
                <a:moveTo>
                  <a:pt x="259706" y="219892"/>
                </a:moveTo>
                <a:cubicBezTo>
                  <a:pt x="246546" y="207035"/>
                  <a:pt x="241311" y="182889"/>
                  <a:pt x="241677" y="163811"/>
                </a:cubicBezTo>
                <a:cubicBezTo>
                  <a:pt x="241677" y="113792"/>
                  <a:pt x="201129" y="73244"/>
                  <a:pt x="151110" y="73244"/>
                </a:cubicBezTo>
                <a:cubicBezTo>
                  <a:pt x="127200" y="73244"/>
                  <a:pt x="105453" y="82510"/>
                  <a:pt x="89441" y="97831"/>
                </a:cubicBezTo>
                <a:lnTo>
                  <a:pt x="230996" y="239386"/>
                </a:lnTo>
                <a:cubicBezTo>
                  <a:pt x="239514" y="230871"/>
                  <a:pt x="249252" y="224320"/>
                  <a:pt x="259706" y="219892"/>
                </a:cubicBezTo>
                <a:close/>
                <a:moveTo>
                  <a:pt x="382868" y="82592"/>
                </a:moveTo>
                <a:cubicBezTo>
                  <a:pt x="379825" y="66091"/>
                  <a:pt x="371670" y="50477"/>
                  <a:pt x="358914" y="37722"/>
                </a:cubicBezTo>
                <a:cubicBezTo>
                  <a:pt x="342007" y="20815"/>
                  <a:pt x="320078" y="11989"/>
                  <a:pt x="297922" y="11501"/>
                </a:cubicBezTo>
                <a:lnTo>
                  <a:pt x="297922" y="96667"/>
                </a:lnTo>
                <a:lnTo>
                  <a:pt x="297858" y="96667"/>
                </a:lnTo>
                <a:lnTo>
                  <a:pt x="297858" y="11501"/>
                </a:lnTo>
                <a:cubicBezTo>
                  <a:pt x="275703" y="11990"/>
                  <a:pt x="253773" y="20815"/>
                  <a:pt x="236866" y="37722"/>
                </a:cubicBezTo>
                <a:cubicBezTo>
                  <a:pt x="224105" y="50483"/>
                  <a:pt x="215948" y="66105"/>
                  <a:pt x="212939" y="82613"/>
                </a:cubicBezTo>
                <a:cubicBezTo>
                  <a:pt x="237526" y="100902"/>
                  <a:pt x="253233" y="130241"/>
                  <a:pt x="253233" y="163248"/>
                </a:cubicBezTo>
                <a:cubicBezTo>
                  <a:pt x="252735" y="189232"/>
                  <a:pt x="256525" y="205210"/>
                  <a:pt x="272877" y="215167"/>
                </a:cubicBezTo>
                <a:cubicBezTo>
                  <a:pt x="289126" y="210687"/>
                  <a:pt x="306340" y="210767"/>
                  <a:pt x="322577" y="215380"/>
                </a:cubicBezTo>
                <a:cubicBezTo>
                  <a:pt x="324655" y="214136"/>
                  <a:pt x="326534" y="212797"/>
                  <a:pt x="328229" y="211355"/>
                </a:cubicBezTo>
                <a:cubicBezTo>
                  <a:pt x="340097" y="201263"/>
                  <a:pt x="342986" y="186138"/>
                  <a:pt x="342547" y="163248"/>
                </a:cubicBezTo>
                <a:cubicBezTo>
                  <a:pt x="342547" y="130228"/>
                  <a:pt x="358265" y="100880"/>
                  <a:pt x="382868" y="82592"/>
                </a:cubicBezTo>
                <a:close/>
                <a:moveTo>
                  <a:pt x="506339" y="97830"/>
                </a:moveTo>
                <a:cubicBezTo>
                  <a:pt x="490327" y="82509"/>
                  <a:pt x="468581" y="73244"/>
                  <a:pt x="444670" y="73244"/>
                </a:cubicBezTo>
                <a:cubicBezTo>
                  <a:pt x="394651" y="73244"/>
                  <a:pt x="354103" y="113792"/>
                  <a:pt x="354103" y="163811"/>
                </a:cubicBezTo>
                <a:cubicBezTo>
                  <a:pt x="354470" y="182914"/>
                  <a:pt x="349220" y="207099"/>
                  <a:pt x="336023" y="219944"/>
                </a:cubicBezTo>
                <a:cubicBezTo>
                  <a:pt x="346519" y="224314"/>
                  <a:pt x="356263" y="230867"/>
                  <a:pt x="364783" y="239386"/>
                </a:cubicBezTo>
                <a:close/>
                <a:moveTo>
                  <a:pt x="530971" y="159544"/>
                </a:moveTo>
                <a:cubicBezTo>
                  <a:pt x="530971" y="135634"/>
                  <a:pt x="521705" y="113887"/>
                  <a:pt x="506384" y="97876"/>
                </a:cubicBezTo>
                <a:lnTo>
                  <a:pt x="364828" y="239431"/>
                </a:lnTo>
                <a:cubicBezTo>
                  <a:pt x="373348" y="247952"/>
                  <a:pt x="379901" y="257695"/>
                  <a:pt x="384270" y="268192"/>
                </a:cubicBezTo>
                <a:cubicBezTo>
                  <a:pt x="397115" y="254994"/>
                  <a:pt x="421300" y="249745"/>
                  <a:pt x="440404" y="250111"/>
                </a:cubicBezTo>
                <a:cubicBezTo>
                  <a:pt x="465413" y="250112"/>
                  <a:pt x="488055" y="239974"/>
                  <a:pt x="504444" y="223585"/>
                </a:cubicBezTo>
                <a:cubicBezTo>
                  <a:pt x="520834" y="207196"/>
                  <a:pt x="530971" y="184554"/>
                  <a:pt x="530971" y="159544"/>
                </a:cubicBezTo>
                <a:close/>
                <a:moveTo>
                  <a:pt x="595781" y="268215"/>
                </a:moveTo>
                <a:lnTo>
                  <a:pt x="581969" y="268215"/>
                </a:lnTo>
                <a:cubicBezTo>
                  <a:pt x="578743" y="259654"/>
                  <a:pt x="573266" y="252074"/>
                  <a:pt x="566492" y="245300"/>
                </a:cubicBezTo>
                <a:cubicBezTo>
                  <a:pt x="553737" y="232545"/>
                  <a:pt x="538123" y="224389"/>
                  <a:pt x="521623" y="221347"/>
                </a:cubicBezTo>
                <a:cubicBezTo>
                  <a:pt x="519174" y="225205"/>
                  <a:pt x="516174" y="228633"/>
                  <a:pt x="512960" y="231847"/>
                </a:cubicBezTo>
                <a:cubicBezTo>
                  <a:pt x="494535" y="250272"/>
                  <a:pt x="469082" y="261667"/>
                  <a:pt x="440967" y="261667"/>
                </a:cubicBezTo>
                <a:cubicBezTo>
                  <a:pt x="425629" y="261373"/>
                  <a:pt x="413777" y="262574"/>
                  <a:pt x="405186" y="268215"/>
                </a:cubicBezTo>
                <a:lnTo>
                  <a:pt x="372038" y="268215"/>
                </a:lnTo>
                <a:cubicBezTo>
                  <a:pt x="369178" y="260078"/>
                  <a:pt x="364042" y="252948"/>
                  <a:pt x="357679" y="246581"/>
                </a:cubicBezTo>
                <a:lnTo>
                  <a:pt x="349451" y="254808"/>
                </a:lnTo>
                <a:lnTo>
                  <a:pt x="349428" y="254786"/>
                </a:lnTo>
                <a:cubicBezTo>
                  <a:pt x="349421" y="254779"/>
                  <a:pt x="349413" y="254771"/>
                  <a:pt x="349406" y="254763"/>
                </a:cubicBezTo>
                <a:lnTo>
                  <a:pt x="357634" y="246536"/>
                </a:lnTo>
                <a:cubicBezTo>
                  <a:pt x="324632" y="213554"/>
                  <a:pt x="271148" y="213554"/>
                  <a:pt x="238146" y="246536"/>
                </a:cubicBezTo>
                <a:lnTo>
                  <a:pt x="246374" y="254763"/>
                </a:lnTo>
                <a:cubicBezTo>
                  <a:pt x="246367" y="254771"/>
                  <a:pt x="246359" y="254779"/>
                  <a:pt x="246352" y="254786"/>
                </a:cubicBezTo>
                <a:cubicBezTo>
                  <a:pt x="246344" y="254794"/>
                  <a:pt x="246337" y="254801"/>
                  <a:pt x="246329" y="254808"/>
                </a:cubicBezTo>
                <a:lnTo>
                  <a:pt x="238101" y="246581"/>
                </a:lnTo>
                <a:lnTo>
                  <a:pt x="223742" y="268215"/>
                </a:lnTo>
                <a:lnTo>
                  <a:pt x="190546" y="268215"/>
                </a:lnTo>
                <a:cubicBezTo>
                  <a:pt x="181969" y="262570"/>
                  <a:pt x="170130" y="261374"/>
                  <a:pt x="154813" y="261668"/>
                </a:cubicBezTo>
                <a:cubicBezTo>
                  <a:pt x="121806" y="261668"/>
                  <a:pt x="92467" y="245961"/>
                  <a:pt x="74178" y="221373"/>
                </a:cubicBezTo>
                <a:cubicBezTo>
                  <a:pt x="57671" y="224382"/>
                  <a:pt x="42049" y="232539"/>
                  <a:pt x="29288" y="245300"/>
                </a:cubicBezTo>
                <a:lnTo>
                  <a:pt x="13811" y="268215"/>
                </a:lnTo>
                <a:lnTo>
                  <a:pt x="0" y="268215"/>
                </a:lnTo>
                <a:cubicBezTo>
                  <a:pt x="4705" y="256723"/>
                  <a:pt x="11839" y="246048"/>
                  <a:pt x="21157" y="236731"/>
                </a:cubicBezTo>
                <a:cubicBezTo>
                  <a:pt x="34324" y="223564"/>
                  <a:pt x="50200" y="214757"/>
                  <a:pt x="67080" y="210684"/>
                </a:cubicBezTo>
                <a:cubicBezTo>
                  <a:pt x="57989" y="195895"/>
                  <a:pt x="53000" y="178457"/>
                  <a:pt x="53000" y="159854"/>
                </a:cubicBezTo>
                <a:cubicBezTo>
                  <a:pt x="53000" y="132604"/>
                  <a:pt x="63705" y="107854"/>
                  <a:pt x="81286" y="89721"/>
                </a:cubicBezTo>
                <a:lnTo>
                  <a:pt x="81286" y="89721"/>
                </a:lnTo>
                <a:cubicBezTo>
                  <a:pt x="99420" y="72140"/>
                  <a:pt x="124170" y="61435"/>
                  <a:pt x="151420" y="61435"/>
                </a:cubicBezTo>
                <a:cubicBezTo>
                  <a:pt x="170023" y="61435"/>
                  <a:pt x="187461" y="66424"/>
                  <a:pt x="202250" y="75515"/>
                </a:cubicBezTo>
                <a:cubicBezTo>
                  <a:pt x="206323" y="58635"/>
                  <a:pt x="215130" y="42758"/>
                  <a:pt x="228297" y="29591"/>
                </a:cubicBezTo>
                <a:cubicBezTo>
                  <a:pt x="247566" y="10322"/>
                  <a:pt x="272636" y="391"/>
                  <a:pt x="297890" y="0"/>
                </a:cubicBezTo>
                <a:lnTo>
                  <a:pt x="297890" y="0"/>
                </a:lnTo>
                <a:cubicBezTo>
                  <a:pt x="323144" y="391"/>
                  <a:pt x="348215" y="10322"/>
                  <a:pt x="367484" y="29591"/>
                </a:cubicBezTo>
                <a:cubicBezTo>
                  <a:pt x="380644" y="42751"/>
                  <a:pt x="389448" y="58618"/>
                  <a:pt x="393604" y="75474"/>
                </a:cubicBezTo>
                <a:cubicBezTo>
                  <a:pt x="408376" y="66408"/>
                  <a:pt x="425787" y="61434"/>
                  <a:pt x="444360" y="61434"/>
                </a:cubicBezTo>
                <a:cubicBezTo>
                  <a:pt x="471610" y="61434"/>
                  <a:pt x="496360" y="72140"/>
                  <a:pt x="514494" y="89721"/>
                </a:cubicBezTo>
                <a:cubicBezTo>
                  <a:pt x="532075" y="107854"/>
                  <a:pt x="542780" y="132604"/>
                  <a:pt x="542780" y="159854"/>
                </a:cubicBezTo>
                <a:cubicBezTo>
                  <a:pt x="542780" y="178427"/>
                  <a:pt x="537807" y="195839"/>
                  <a:pt x="528740" y="210610"/>
                </a:cubicBezTo>
                <a:cubicBezTo>
                  <a:pt x="545596" y="214766"/>
                  <a:pt x="561463" y="223570"/>
                  <a:pt x="574624" y="236731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58" name="Oval 1757"/>
          <p:cNvSpPr/>
          <p:nvPr/>
        </p:nvSpPr>
        <p:spPr>
          <a:xfrm>
            <a:off x="708665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59" name="Oval 1758"/>
          <p:cNvSpPr/>
          <p:nvPr/>
        </p:nvSpPr>
        <p:spPr>
          <a:xfrm>
            <a:off x="34633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60" name="Oval 1759"/>
          <p:cNvSpPr/>
          <p:nvPr/>
        </p:nvSpPr>
        <p:spPr>
          <a:xfrm>
            <a:off x="118887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61" name="Oval 1760"/>
          <p:cNvSpPr/>
          <p:nvPr/>
        </p:nvSpPr>
        <p:spPr>
          <a:xfrm>
            <a:off x="203141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62" name="Oval 1761"/>
          <p:cNvSpPr/>
          <p:nvPr/>
        </p:nvSpPr>
        <p:spPr>
          <a:xfrm>
            <a:off x="287395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63" name="Oval 1762"/>
          <p:cNvSpPr/>
          <p:nvPr/>
        </p:nvSpPr>
        <p:spPr>
          <a:xfrm>
            <a:off x="371649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64" name="Oval 1763"/>
          <p:cNvSpPr/>
          <p:nvPr/>
        </p:nvSpPr>
        <p:spPr>
          <a:xfrm>
            <a:off x="455903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65" name="Oval 1764"/>
          <p:cNvSpPr/>
          <p:nvPr/>
        </p:nvSpPr>
        <p:spPr>
          <a:xfrm>
            <a:off x="540157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66" name="Oval 1765"/>
          <p:cNvSpPr/>
          <p:nvPr/>
        </p:nvSpPr>
        <p:spPr>
          <a:xfrm>
            <a:off x="624411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67" name="Oval 1766"/>
          <p:cNvSpPr/>
          <p:nvPr/>
        </p:nvSpPr>
        <p:spPr>
          <a:xfrm>
            <a:off x="877173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68" name="Oval 1767"/>
          <p:cNvSpPr/>
          <p:nvPr/>
        </p:nvSpPr>
        <p:spPr>
          <a:xfrm>
            <a:off x="792919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69" name="Oval 1768"/>
          <p:cNvSpPr/>
          <p:nvPr/>
        </p:nvSpPr>
        <p:spPr>
          <a:xfrm>
            <a:off x="1045681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70" name="Oval 1769"/>
          <p:cNvSpPr/>
          <p:nvPr/>
        </p:nvSpPr>
        <p:spPr>
          <a:xfrm>
            <a:off x="961427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71" name="Oval 1770"/>
          <p:cNvSpPr/>
          <p:nvPr/>
        </p:nvSpPr>
        <p:spPr>
          <a:xfrm>
            <a:off x="1129935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72" name="Teardrop 3"/>
          <p:cNvSpPr/>
          <p:nvPr/>
        </p:nvSpPr>
        <p:spPr>
          <a:xfrm rot="5400000" flipH="1" flipV="1">
            <a:off x="644277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73" name="Oval 1772"/>
          <p:cNvSpPr/>
          <p:nvPr/>
        </p:nvSpPr>
        <p:spPr>
          <a:xfrm>
            <a:off x="712049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74" name="Teardrop 3"/>
          <p:cNvSpPr/>
          <p:nvPr/>
        </p:nvSpPr>
        <p:spPr>
          <a:xfrm rot="5400000" flipH="1" flipV="1">
            <a:off x="-148774" y="1946410"/>
            <a:ext cx="612648" cy="315100"/>
          </a:xfrm>
          <a:custGeom>
            <a:avLst/>
            <a:gdLst/>
            <a:ahLst/>
            <a:cxnLst/>
            <a:rect l="l" t="t" r="r" b="b"/>
            <a:pathLst>
              <a:path w="612648" h="315100">
                <a:moveTo>
                  <a:pt x="239386" y="75670"/>
                </a:moveTo>
                <a:cubicBezTo>
                  <a:pt x="230866" y="67149"/>
                  <a:pt x="224313" y="57406"/>
                  <a:pt x="219944" y="46909"/>
                </a:cubicBezTo>
                <a:cubicBezTo>
                  <a:pt x="207099" y="60107"/>
                  <a:pt x="182914" y="65356"/>
                  <a:pt x="163810" y="64989"/>
                </a:cubicBezTo>
                <a:cubicBezTo>
                  <a:pt x="113792" y="64989"/>
                  <a:pt x="73243" y="105538"/>
                  <a:pt x="73243" y="155556"/>
                </a:cubicBezTo>
                <a:cubicBezTo>
                  <a:pt x="73243" y="179467"/>
                  <a:pt x="82509" y="201213"/>
                  <a:pt x="97830" y="217225"/>
                </a:cubicBezTo>
                <a:close/>
                <a:moveTo>
                  <a:pt x="268191" y="95157"/>
                </a:moveTo>
                <a:cubicBezTo>
                  <a:pt x="257695" y="90787"/>
                  <a:pt x="247952" y="84234"/>
                  <a:pt x="239431" y="75715"/>
                </a:cubicBezTo>
                <a:lnTo>
                  <a:pt x="97875" y="217270"/>
                </a:lnTo>
                <a:cubicBezTo>
                  <a:pt x="113887" y="232591"/>
                  <a:pt x="135634" y="241857"/>
                  <a:pt x="159544" y="241857"/>
                </a:cubicBezTo>
                <a:cubicBezTo>
                  <a:pt x="184553" y="241857"/>
                  <a:pt x="207195" y="231720"/>
                  <a:pt x="223585" y="215331"/>
                </a:cubicBezTo>
                <a:cubicBezTo>
                  <a:pt x="239974" y="198941"/>
                  <a:pt x="250111" y="176299"/>
                  <a:pt x="250111" y="151290"/>
                </a:cubicBezTo>
                <a:cubicBezTo>
                  <a:pt x="249745" y="132187"/>
                  <a:pt x="254994" y="108002"/>
                  <a:pt x="268191" y="95157"/>
                </a:cubicBezTo>
                <a:close/>
                <a:moveTo>
                  <a:pt x="391275" y="232488"/>
                </a:moveTo>
                <a:cubicBezTo>
                  <a:pt x="366688" y="214199"/>
                  <a:pt x="350981" y="184860"/>
                  <a:pt x="350981" y="151853"/>
                </a:cubicBezTo>
                <a:cubicBezTo>
                  <a:pt x="351479" y="125869"/>
                  <a:pt x="347689" y="109892"/>
                  <a:pt x="331337" y="99934"/>
                </a:cubicBezTo>
                <a:cubicBezTo>
                  <a:pt x="315088" y="104415"/>
                  <a:pt x="297874" y="104335"/>
                  <a:pt x="281637" y="99721"/>
                </a:cubicBezTo>
                <a:cubicBezTo>
                  <a:pt x="265010" y="109675"/>
                  <a:pt x="261165" y="125694"/>
                  <a:pt x="261667" y="151853"/>
                </a:cubicBezTo>
                <a:cubicBezTo>
                  <a:pt x="261667" y="179968"/>
                  <a:pt x="250271" y="205421"/>
                  <a:pt x="231847" y="223846"/>
                </a:cubicBezTo>
                <a:lnTo>
                  <a:pt x="221347" y="232509"/>
                </a:lnTo>
                <a:cubicBezTo>
                  <a:pt x="224390" y="249009"/>
                  <a:pt x="232545" y="264623"/>
                  <a:pt x="245300" y="277378"/>
                </a:cubicBezTo>
                <a:cubicBezTo>
                  <a:pt x="262208" y="294285"/>
                  <a:pt x="284137" y="303111"/>
                  <a:pt x="306292" y="303599"/>
                </a:cubicBezTo>
                <a:lnTo>
                  <a:pt x="306292" y="218433"/>
                </a:lnTo>
                <a:lnTo>
                  <a:pt x="306356" y="218433"/>
                </a:lnTo>
                <a:lnTo>
                  <a:pt x="306356" y="303599"/>
                </a:lnTo>
                <a:cubicBezTo>
                  <a:pt x="328512" y="303110"/>
                  <a:pt x="350441" y="294285"/>
                  <a:pt x="367348" y="277378"/>
                </a:cubicBezTo>
                <a:cubicBezTo>
                  <a:pt x="380109" y="264617"/>
                  <a:pt x="388266" y="248996"/>
                  <a:pt x="391275" y="232488"/>
                </a:cubicBezTo>
                <a:close/>
                <a:moveTo>
                  <a:pt x="514773" y="217271"/>
                </a:moveTo>
                <a:lnTo>
                  <a:pt x="373218" y="75716"/>
                </a:lnTo>
                <a:cubicBezTo>
                  <a:pt x="364700" y="84231"/>
                  <a:pt x="354962" y="90781"/>
                  <a:pt x="344508" y="95209"/>
                </a:cubicBezTo>
                <a:cubicBezTo>
                  <a:pt x="357668" y="108066"/>
                  <a:pt x="362903" y="132212"/>
                  <a:pt x="362537" y="151290"/>
                </a:cubicBezTo>
                <a:cubicBezTo>
                  <a:pt x="362537" y="201309"/>
                  <a:pt x="403085" y="241857"/>
                  <a:pt x="453104" y="241857"/>
                </a:cubicBezTo>
                <a:cubicBezTo>
                  <a:pt x="477015" y="241857"/>
                  <a:pt x="498761" y="232592"/>
                  <a:pt x="514773" y="217271"/>
                </a:cubicBezTo>
                <a:close/>
                <a:moveTo>
                  <a:pt x="539405" y="155556"/>
                </a:moveTo>
                <a:cubicBezTo>
                  <a:pt x="539405" y="105538"/>
                  <a:pt x="498856" y="64989"/>
                  <a:pt x="448838" y="64989"/>
                </a:cubicBezTo>
                <a:cubicBezTo>
                  <a:pt x="429760" y="65355"/>
                  <a:pt x="405614" y="60121"/>
                  <a:pt x="392756" y="46961"/>
                </a:cubicBezTo>
                <a:cubicBezTo>
                  <a:pt x="388329" y="57415"/>
                  <a:pt x="381778" y="67153"/>
                  <a:pt x="373263" y="75671"/>
                </a:cubicBezTo>
                <a:lnTo>
                  <a:pt x="514818" y="217225"/>
                </a:lnTo>
                <a:cubicBezTo>
                  <a:pt x="530139" y="201213"/>
                  <a:pt x="539405" y="179467"/>
                  <a:pt x="539405" y="155556"/>
                </a:cubicBezTo>
                <a:close/>
                <a:moveTo>
                  <a:pt x="612648" y="8776"/>
                </a:moveTo>
                <a:cubicBezTo>
                  <a:pt x="612257" y="34030"/>
                  <a:pt x="602326" y="59101"/>
                  <a:pt x="583058" y="78369"/>
                </a:cubicBezTo>
                <a:cubicBezTo>
                  <a:pt x="569890" y="91537"/>
                  <a:pt x="554014" y="100343"/>
                  <a:pt x="537134" y="104416"/>
                </a:cubicBezTo>
                <a:cubicBezTo>
                  <a:pt x="546224" y="119205"/>
                  <a:pt x="551214" y="136643"/>
                  <a:pt x="551214" y="155247"/>
                </a:cubicBezTo>
                <a:cubicBezTo>
                  <a:pt x="551214" y="182497"/>
                  <a:pt x="540509" y="207247"/>
                  <a:pt x="522928" y="225380"/>
                </a:cubicBezTo>
                <a:lnTo>
                  <a:pt x="522928" y="225380"/>
                </a:lnTo>
                <a:cubicBezTo>
                  <a:pt x="504794" y="242961"/>
                  <a:pt x="480044" y="253667"/>
                  <a:pt x="452794" y="253667"/>
                </a:cubicBezTo>
                <a:cubicBezTo>
                  <a:pt x="434191" y="253667"/>
                  <a:pt x="416753" y="248677"/>
                  <a:pt x="401964" y="239586"/>
                </a:cubicBezTo>
                <a:cubicBezTo>
                  <a:pt x="397891" y="256466"/>
                  <a:pt x="389084" y="272342"/>
                  <a:pt x="375917" y="285509"/>
                </a:cubicBezTo>
                <a:cubicBezTo>
                  <a:pt x="356649" y="304778"/>
                  <a:pt x="331578" y="314709"/>
                  <a:pt x="306324" y="315100"/>
                </a:cubicBezTo>
                <a:lnTo>
                  <a:pt x="306324" y="315100"/>
                </a:lnTo>
                <a:cubicBezTo>
                  <a:pt x="281070" y="314709"/>
                  <a:pt x="255999" y="304778"/>
                  <a:pt x="236731" y="285509"/>
                </a:cubicBezTo>
                <a:cubicBezTo>
                  <a:pt x="223571" y="272349"/>
                  <a:pt x="214766" y="256482"/>
                  <a:pt x="210610" y="239626"/>
                </a:cubicBezTo>
                <a:cubicBezTo>
                  <a:pt x="195839" y="248693"/>
                  <a:pt x="178427" y="253666"/>
                  <a:pt x="159854" y="253666"/>
                </a:cubicBezTo>
                <a:cubicBezTo>
                  <a:pt x="132604" y="253666"/>
                  <a:pt x="107854" y="242961"/>
                  <a:pt x="89720" y="225380"/>
                </a:cubicBezTo>
                <a:lnTo>
                  <a:pt x="89720" y="225380"/>
                </a:lnTo>
                <a:cubicBezTo>
                  <a:pt x="72140" y="207247"/>
                  <a:pt x="61434" y="182497"/>
                  <a:pt x="61434" y="155247"/>
                </a:cubicBezTo>
                <a:cubicBezTo>
                  <a:pt x="61434" y="136673"/>
                  <a:pt x="66408" y="119262"/>
                  <a:pt x="75474" y="104490"/>
                </a:cubicBezTo>
                <a:cubicBezTo>
                  <a:pt x="58618" y="100334"/>
                  <a:pt x="42751" y="91530"/>
                  <a:pt x="29591" y="78369"/>
                </a:cubicBezTo>
                <a:cubicBezTo>
                  <a:pt x="10322" y="59101"/>
                  <a:pt x="391" y="34030"/>
                  <a:pt x="0" y="8776"/>
                </a:cubicBezTo>
                <a:lnTo>
                  <a:pt x="0" y="8776"/>
                </a:lnTo>
                <a:lnTo>
                  <a:pt x="1828" y="0"/>
                </a:lnTo>
                <a:lnTo>
                  <a:pt x="13374" y="0"/>
                </a:lnTo>
                <a:cubicBezTo>
                  <a:pt x="11782" y="2802"/>
                  <a:pt x="11567" y="5771"/>
                  <a:pt x="11501" y="8744"/>
                </a:cubicBezTo>
                <a:lnTo>
                  <a:pt x="96667" y="8744"/>
                </a:lnTo>
                <a:lnTo>
                  <a:pt x="96667" y="8808"/>
                </a:lnTo>
                <a:lnTo>
                  <a:pt x="11501" y="8808"/>
                </a:lnTo>
                <a:cubicBezTo>
                  <a:pt x="11990" y="30964"/>
                  <a:pt x="20815" y="52893"/>
                  <a:pt x="37722" y="69800"/>
                </a:cubicBezTo>
                <a:cubicBezTo>
                  <a:pt x="50477" y="82555"/>
                  <a:pt x="66091" y="90711"/>
                  <a:pt x="82592" y="93753"/>
                </a:cubicBezTo>
                <a:cubicBezTo>
                  <a:pt x="100880" y="69151"/>
                  <a:pt x="130228" y="53433"/>
                  <a:pt x="163247" y="53433"/>
                </a:cubicBezTo>
                <a:cubicBezTo>
                  <a:pt x="186137" y="53872"/>
                  <a:pt x="201262" y="50984"/>
                  <a:pt x="211355" y="39116"/>
                </a:cubicBezTo>
                <a:cubicBezTo>
                  <a:pt x="212796" y="37420"/>
                  <a:pt x="214135" y="35542"/>
                  <a:pt x="215380" y="33463"/>
                </a:cubicBezTo>
                <a:lnTo>
                  <a:pt x="215236" y="0"/>
                </a:lnTo>
                <a:lnTo>
                  <a:pt x="223507" y="0"/>
                </a:lnTo>
                <a:cubicBezTo>
                  <a:pt x="219688" y="24354"/>
                  <a:pt x="227777" y="49750"/>
                  <a:pt x="246535" y="68520"/>
                </a:cubicBezTo>
                <a:lnTo>
                  <a:pt x="254763" y="60293"/>
                </a:lnTo>
                <a:cubicBezTo>
                  <a:pt x="254771" y="60299"/>
                  <a:pt x="254778" y="60307"/>
                  <a:pt x="254786" y="60315"/>
                </a:cubicBezTo>
                <a:lnTo>
                  <a:pt x="254808" y="60338"/>
                </a:lnTo>
                <a:lnTo>
                  <a:pt x="246580" y="68565"/>
                </a:lnTo>
                <a:cubicBezTo>
                  <a:pt x="279582" y="101547"/>
                  <a:pt x="333066" y="101547"/>
                  <a:pt x="366068" y="68565"/>
                </a:cubicBezTo>
                <a:lnTo>
                  <a:pt x="357840" y="60338"/>
                </a:lnTo>
                <a:cubicBezTo>
                  <a:pt x="357847" y="60330"/>
                  <a:pt x="357855" y="60322"/>
                  <a:pt x="357862" y="60315"/>
                </a:cubicBezTo>
                <a:lnTo>
                  <a:pt x="357885" y="60293"/>
                </a:lnTo>
                <a:lnTo>
                  <a:pt x="366113" y="68520"/>
                </a:lnTo>
                <a:cubicBezTo>
                  <a:pt x="384871" y="49750"/>
                  <a:pt x="392961" y="24354"/>
                  <a:pt x="389142" y="0"/>
                </a:cubicBezTo>
                <a:lnTo>
                  <a:pt x="397337" y="0"/>
                </a:lnTo>
                <a:cubicBezTo>
                  <a:pt x="401479" y="11094"/>
                  <a:pt x="400548" y="22668"/>
                  <a:pt x="397481" y="33790"/>
                </a:cubicBezTo>
                <a:cubicBezTo>
                  <a:pt x="407439" y="50142"/>
                  <a:pt x="423417" y="53932"/>
                  <a:pt x="449401" y="53433"/>
                </a:cubicBezTo>
                <a:cubicBezTo>
                  <a:pt x="482407" y="53434"/>
                  <a:pt x="511746" y="69140"/>
                  <a:pt x="530035" y="93727"/>
                </a:cubicBezTo>
                <a:cubicBezTo>
                  <a:pt x="546543" y="90718"/>
                  <a:pt x="562165" y="82561"/>
                  <a:pt x="574926" y="69800"/>
                </a:cubicBezTo>
                <a:cubicBezTo>
                  <a:pt x="591833" y="52893"/>
                  <a:pt x="600659" y="30964"/>
                  <a:pt x="601147" y="8808"/>
                </a:cubicBezTo>
                <a:lnTo>
                  <a:pt x="515982" y="8808"/>
                </a:lnTo>
                <a:lnTo>
                  <a:pt x="515981" y="8744"/>
                </a:lnTo>
                <a:lnTo>
                  <a:pt x="601147" y="8744"/>
                </a:lnTo>
                <a:lnTo>
                  <a:pt x="599274" y="0"/>
                </a:lnTo>
                <a:lnTo>
                  <a:pt x="610820" y="0"/>
                </a:lnTo>
                <a:cubicBezTo>
                  <a:pt x="612423" y="2826"/>
                  <a:pt x="612602" y="5800"/>
                  <a:pt x="612648" y="8776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75" name="Oval 1774"/>
          <p:cNvSpPr/>
          <p:nvPr/>
        </p:nvSpPr>
        <p:spPr>
          <a:xfrm>
            <a:off x="37745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76" name="Teardrop 3"/>
          <p:cNvSpPr/>
          <p:nvPr/>
        </p:nvSpPr>
        <p:spPr>
          <a:xfrm rot="5400000" flipH="1" flipV="1">
            <a:off x="138753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77" name="Teardrop 3"/>
          <p:cNvSpPr/>
          <p:nvPr/>
        </p:nvSpPr>
        <p:spPr>
          <a:xfrm rot="5400000" flipH="1" flipV="1">
            <a:off x="223007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78" name="Teardrop 3"/>
          <p:cNvSpPr/>
          <p:nvPr/>
        </p:nvSpPr>
        <p:spPr>
          <a:xfrm rot="5400000" flipH="1" flipV="1">
            <a:off x="307261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79" name="Teardrop 3"/>
          <p:cNvSpPr/>
          <p:nvPr/>
        </p:nvSpPr>
        <p:spPr>
          <a:xfrm rot="5400000" flipH="1" flipV="1">
            <a:off x="391515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80" name="Teardrop 3"/>
          <p:cNvSpPr/>
          <p:nvPr/>
        </p:nvSpPr>
        <p:spPr>
          <a:xfrm rot="5400000" flipH="1" flipV="1">
            <a:off x="475769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81" name="Teardrop 3"/>
          <p:cNvSpPr/>
          <p:nvPr/>
        </p:nvSpPr>
        <p:spPr>
          <a:xfrm rot="5400000" flipH="1" flipV="1">
            <a:off x="560023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82" name="Oval 1781"/>
          <p:cNvSpPr/>
          <p:nvPr/>
        </p:nvSpPr>
        <p:spPr>
          <a:xfrm>
            <a:off x="122033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83" name="Oval 1782"/>
          <p:cNvSpPr/>
          <p:nvPr/>
        </p:nvSpPr>
        <p:spPr>
          <a:xfrm>
            <a:off x="206321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84" name="Oval 1783"/>
          <p:cNvSpPr/>
          <p:nvPr/>
        </p:nvSpPr>
        <p:spPr>
          <a:xfrm>
            <a:off x="290609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85" name="Oval 1784"/>
          <p:cNvSpPr/>
          <p:nvPr/>
        </p:nvSpPr>
        <p:spPr>
          <a:xfrm>
            <a:off x="374897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86" name="Oval 1785"/>
          <p:cNvSpPr/>
          <p:nvPr/>
        </p:nvSpPr>
        <p:spPr>
          <a:xfrm>
            <a:off x="459185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87" name="Oval 1786"/>
          <p:cNvSpPr/>
          <p:nvPr/>
        </p:nvSpPr>
        <p:spPr>
          <a:xfrm>
            <a:off x="543473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88" name="Oval 1787"/>
          <p:cNvSpPr/>
          <p:nvPr/>
        </p:nvSpPr>
        <p:spPr>
          <a:xfrm>
            <a:off x="627761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89" name="Teardrop 3"/>
          <p:cNvSpPr/>
          <p:nvPr/>
        </p:nvSpPr>
        <p:spPr>
          <a:xfrm rot="5400000" flipH="1" flipV="1">
            <a:off x="812785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90" name="Oval 1789"/>
          <p:cNvSpPr/>
          <p:nvPr/>
        </p:nvSpPr>
        <p:spPr>
          <a:xfrm>
            <a:off x="880625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91" name="Teardrop 3"/>
          <p:cNvSpPr/>
          <p:nvPr/>
        </p:nvSpPr>
        <p:spPr>
          <a:xfrm rot="5400000" flipH="1" flipV="1">
            <a:off x="728531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92" name="Oval 1791"/>
          <p:cNvSpPr/>
          <p:nvPr/>
        </p:nvSpPr>
        <p:spPr>
          <a:xfrm>
            <a:off x="796337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93" name="Teardrop 3"/>
          <p:cNvSpPr/>
          <p:nvPr/>
        </p:nvSpPr>
        <p:spPr>
          <a:xfrm rot="5400000" flipH="1" flipV="1">
            <a:off x="981293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94" name="Oval 1793"/>
          <p:cNvSpPr/>
          <p:nvPr/>
        </p:nvSpPr>
        <p:spPr>
          <a:xfrm>
            <a:off x="1049201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95" name="Teardrop 3"/>
          <p:cNvSpPr/>
          <p:nvPr/>
        </p:nvSpPr>
        <p:spPr>
          <a:xfrm rot="5400000" flipH="1" flipV="1">
            <a:off x="897039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96" name="Oval 1795"/>
          <p:cNvSpPr/>
          <p:nvPr/>
        </p:nvSpPr>
        <p:spPr>
          <a:xfrm>
            <a:off x="964913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97" name="Teardrop 3"/>
          <p:cNvSpPr/>
          <p:nvPr/>
        </p:nvSpPr>
        <p:spPr>
          <a:xfrm rot="5400000" flipH="1" flipV="1">
            <a:off x="11498011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98" name="Teardrop 3"/>
          <p:cNvSpPr/>
          <p:nvPr/>
        </p:nvSpPr>
        <p:spPr>
          <a:xfrm rot="5400000" flipH="1" flipV="1">
            <a:off x="1065547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99" name="Oval 1798"/>
          <p:cNvSpPr/>
          <p:nvPr/>
        </p:nvSpPr>
        <p:spPr>
          <a:xfrm>
            <a:off x="1133489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00" name="Teardrop 3"/>
          <p:cNvSpPr/>
          <p:nvPr/>
        </p:nvSpPr>
        <p:spPr>
          <a:xfrm rot="5400000" flipH="1" flipV="1">
            <a:off x="54499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01" name="Oval 1800"/>
          <p:cNvSpPr/>
          <p:nvPr/>
        </p:nvSpPr>
        <p:spPr>
          <a:xfrm>
            <a:off x="666451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02" name="Oval 1801"/>
          <p:cNvSpPr/>
          <p:nvPr/>
        </p:nvSpPr>
        <p:spPr>
          <a:xfrm>
            <a:off x="76673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03" name="Oval 1802"/>
          <p:cNvSpPr/>
          <p:nvPr/>
        </p:nvSpPr>
        <p:spPr>
          <a:xfrm>
            <a:off x="160927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04" name="Oval 1803"/>
          <p:cNvSpPr/>
          <p:nvPr/>
        </p:nvSpPr>
        <p:spPr>
          <a:xfrm>
            <a:off x="245181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05" name="Oval 1804"/>
          <p:cNvSpPr/>
          <p:nvPr/>
        </p:nvSpPr>
        <p:spPr>
          <a:xfrm>
            <a:off x="329435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06" name="Oval 1805"/>
          <p:cNvSpPr/>
          <p:nvPr/>
        </p:nvSpPr>
        <p:spPr>
          <a:xfrm>
            <a:off x="413689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07" name="Oval 1806"/>
          <p:cNvSpPr/>
          <p:nvPr/>
        </p:nvSpPr>
        <p:spPr>
          <a:xfrm>
            <a:off x="497943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08" name="Oval 1807"/>
          <p:cNvSpPr/>
          <p:nvPr/>
        </p:nvSpPr>
        <p:spPr>
          <a:xfrm>
            <a:off x="582197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09" name="Oval 1808"/>
          <p:cNvSpPr/>
          <p:nvPr/>
        </p:nvSpPr>
        <p:spPr>
          <a:xfrm>
            <a:off x="834959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10" name="Oval 1809"/>
          <p:cNvSpPr/>
          <p:nvPr/>
        </p:nvSpPr>
        <p:spPr>
          <a:xfrm>
            <a:off x="750705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11" name="Oval 1810"/>
          <p:cNvSpPr/>
          <p:nvPr/>
        </p:nvSpPr>
        <p:spPr>
          <a:xfrm>
            <a:off x="1003467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12" name="Oval 1811"/>
          <p:cNvSpPr/>
          <p:nvPr/>
        </p:nvSpPr>
        <p:spPr>
          <a:xfrm>
            <a:off x="919213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13" name="Oval 1812"/>
          <p:cNvSpPr/>
          <p:nvPr/>
        </p:nvSpPr>
        <p:spPr>
          <a:xfrm>
            <a:off x="11719750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14" name="Oval 1813"/>
          <p:cNvSpPr/>
          <p:nvPr/>
        </p:nvSpPr>
        <p:spPr>
          <a:xfrm>
            <a:off x="1087721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15" name="Teardrop 3"/>
          <p:cNvSpPr/>
          <p:nvPr/>
        </p:nvSpPr>
        <p:spPr>
          <a:xfrm rot="5400000" flipH="1" flipV="1">
            <a:off x="602118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16" name="Teardrop 3"/>
          <p:cNvSpPr/>
          <p:nvPr/>
        </p:nvSpPr>
        <p:spPr>
          <a:xfrm rot="5400000" flipH="1" flipV="1">
            <a:off x="96594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17" name="Teardrop 3"/>
          <p:cNvSpPr/>
          <p:nvPr/>
        </p:nvSpPr>
        <p:spPr>
          <a:xfrm rot="5400000" flipH="1" flipV="1">
            <a:off x="180848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18" name="Teardrop 3"/>
          <p:cNvSpPr/>
          <p:nvPr/>
        </p:nvSpPr>
        <p:spPr>
          <a:xfrm rot="5400000" flipH="1" flipV="1">
            <a:off x="265102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19" name="Teardrop 3"/>
          <p:cNvSpPr/>
          <p:nvPr/>
        </p:nvSpPr>
        <p:spPr>
          <a:xfrm rot="5400000" flipH="1" flipV="1">
            <a:off x="349356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20" name="Teardrop 3"/>
          <p:cNvSpPr/>
          <p:nvPr/>
        </p:nvSpPr>
        <p:spPr>
          <a:xfrm rot="5400000" flipH="1" flipV="1">
            <a:off x="433610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21" name="Teardrop 3"/>
          <p:cNvSpPr/>
          <p:nvPr/>
        </p:nvSpPr>
        <p:spPr>
          <a:xfrm rot="5400000" flipH="1" flipV="1">
            <a:off x="517864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22" name="Teardrop 3"/>
          <p:cNvSpPr/>
          <p:nvPr/>
        </p:nvSpPr>
        <p:spPr>
          <a:xfrm rot="5400000" flipH="1" flipV="1">
            <a:off x="770626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23" name="Teardrop 3"/>
          <p:cNvSpPr/>
          <p:nvPr/>
        </p:nvSpPr>
        <p:spPr>
          <a:xfrm rot="5400000" flipH="1" flipV="1">
            <a:off x="686372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24" name="Teardrop 3"/>
          <p:cNvSpPr/>
          <p:nvPr/>
        </p:nvSpPr>
        <p:spPr>
          <a:xfrm rot="5400000" flipH="1" flipV="1">
            <a:off x="939134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25" name="Teardrop 3"/>
          <p:cNvSpPr/>
          <p:nvPr/>
        </p:nvSpPr>
        <p:spPr>
          <a:xfrm rot="5400000" flipH="1" flipV="1">
            <a:off x="854880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26" name="Teardrop 3"/>
          <p:cNvSpPr/>
          <p:nvPr/>
        </p:nvSpPr>
        <p:spPr>
          <a:xfrm rot="5400000" flipH="1" flipV="1">
            <a:off x="11076421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27" name="Teardrop 3"/>
          <p:cNvSpPr/>
          <p:nvPr/>
        </p:nvSpPr>
        <p:spPr>
          <a:xfrm rot="5400000" flipH="1" flipV="1">
            <a:off x="1023388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28" name="Teardrop 3"/>
          <p:cNvSpPr/>
          <p:nvPr/>
        </p:nvSpPr>
        <p:spPr>
          <a:xfrm rot="5400000" flipH="1" flipV="1">
            <a:off x="12340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29" name="Teardrop 3"/>
          <p:cNvSpPr/>
          <p:nvPr/>
        </p:nvSpPr>
        <p:spPr>
          <a:xfrm rot="5400000" flipH="1" flipV="1">
            <a:off x="11760003" y="2373673"/>
            <a:ext cx="595780" cy="268215"/>
          </a:xfrm>
          <a:custGeom>
            <a:avLst/>
            <a:gdLst/>
            <a:ahLst/>
            <a:cxnLst/>
            <a:rect l="l" t="t" r="r" b="b"/>
            <a:pathLst>
              <a:path w="595780" h="268215">
                <a:moveTo>
                  <a:pt x="230951" y="239431"/>
                </a:moveTo>
                <a:lnTo>
                  <a:pt x="89396" y="97876"/>
                </a:lnTo>
                <a:cubicBezTo>
                  <a:pt x="74075" y="113887"/>
                  <a:pt x="64809" y="135634"/>
                  <a:pt x="64809" y="159544"/>
                </a:cubicBezTo>
                <a:cubicBezTo>
                  <a:pt x="64809" y="209563"/>
                  <a:pt x="105357" y="250112"/>
                  <a:pt x="155376" y="250112"/>
                </a:cubicBezTo>
                <a:cubicBezTo>
                  <a:pt x="174454" y="249746"/>
                  <a:pt x="198601" y="254980"/>
                  <a:pt x="211458" y="268141"/>
                </a:cubicBezTo>
                <a:cubicBezTo>
                  <a:pt x="215885" y="257686"/>
                  <a:pt x="222436" y="247948"/>
                  <a:pt x="230951" y="239431"/>
                </a:cubicBezTo>
                <a:close/>
                <a:moveTo>
                  <a:pt x="259706" y="219892"/>
                </a:moveTo>
                <a:cubicBezTo>
                  <a:pt x="246546" y="207035"/>
                  <a:pt x="241311" y="182889"/>
                  <a:pt x="241677" y="163811"/>
                </a:cubicBezTo>
                <a:cubicBezTo>
                  <a:pt x="241677" y="113792"/>
                  <a:pt x="201129" y="73244"/>
                  <a:pt x="151110" y="73244"/>
                </a:cubicBezTo>
                <a:cubicBezTo>
                  <a:pt x="127200" y="73244"/>
                  <a:pt x="105453" y="82510"/>
                  <a:pt x="89441" y="97831"/>
                </a:cubicBezTo>
                <a:lnTo>
                  <a:pt x="230996" y="239386"/>
                </a:lnTo>
                <a:cubicBezTo>
                  <a:pt x="239514" y="230871"/>
                  <a:pt x="249252" y="224320"/>
                  <a:pt x="259706" y="219892"/>
                </a:cubicBezTo>
                <a:close/>
                <a:moveTo>
                  <a:pt x="382868" y="82592"/>
                </a:moveTo>
                <a:cubicBezTo>
                  <a:pt x="379825" y="66091"/>
                  <a:pt x="371670" y="50477"/>
                  <a:pt x="358914" y="37722"/>
                </a:cubicBezTo>
                <a:cubicBezTo>
                  <a:pt x="342007" y="20815"/>
                  <a:pt x="320078" y="11989"/>
                  <a:pt x="297922" y="11501"/>
                </a:cubicBezTo>
                <a:lnTo>
                  <a:pt x="297922" y="96667"/>
                </a:lnTo>
                <a:lnTo>
                  <a:pt x="297858" y="96667"/>
                </a:lnTo>
                <a:lnTo>
                  <a:pt x="297858" y="11501"/>
                </a:lnTo>
                <a:cubicBezTo>
                  <a:pt x="275703" y="11990"/>
                  <a:pt x="253774" y="20815"/>
                  <a:pt x="236866" y="37722"/>
                </a:cubicBezTo>
                <a:cubicBezTo>
                  <a:pt x="224105" y="50483"/>
                  <a:pt x="215948" y="66105"/>
                  <a:pt x="212939" y="82613"/>
                </a:cubicBezTo>
                <a:cubicBezTo>
                  <a:pt x="237526" y="100902"/>
                  <a:pt x="253233" y="130241"/>
                  <a:pt x="253233" y="163248"/>
                </a:cubicBezTo>
                <a:cubicBezTo>
                  <a:pt x="252735" y="189232"/>
                  <a:pt x="256525" y="205210"/>
                  <a:pt x="272877" y="215167"/>
                </a:cubicBezTo>
                <a:cubicBezTo>
                  <a:pt x="289126" y="210687"/>
                  <a:pt x="306340" y="210767"/>
                  <a:pt x="322577" y="215380"/>
                </a:cubicBezTo>
                <a:cubicBezTo>
                  <a:pt x="324655" y="214136"/>
                  <a:pt x="326534" y="212797"/>
                  <a:pt x="328229" y="211355"/>
                </a:cubicBezTo>
                <a:cubicBezTo>
                  <a:pt x="340097" y="201263"/>
                  <a:pt x="342986" y="186138"/>
                  <a:pt x="342547" y="163248"/>
                </a:cubicBezTo>
                <a:cubicBezTo>
                  <a:pt x="342547" y="130228"/>
                  <a:pt x="358265" y="100880"/>
                  <a:pt x="382868" y="82592"/>
                </a:cubicBezTo>
                <a:close/>
                <a:moveTo>
                  <a:pt x="506339" y="97830"/>
                </a:moveTo>
                <a:cubicBezTo>
                  <a:pt x="490327" y="82509"/>
                  <a:pt x="468581" y="73244"/>
                  <a:pt x="444670" y="73244"/>
                </a:cubicBezTo>
                <a:cubicBezTo>
                  <a:pt x="394652" y="73244"/>
                  <a:pt x="354103" y="113792"/>
                  <a:pt x="354103" y="163811"/>
                </a:cubicBezTo>
                <a:cubicBezTo>
                  <a:pt x="354470" y="182914"/>
                  <a:pt x="349220" y="207099"/>
                  <a:pt x="336023" y="219944"/>
                </a:cubicBezTo>
                <a:cubicBezTo>
                  <a:pt x="346519" y="224314"/>
                  <a:pt x="356263" y="230867"/>
                  <a:pt x="364783" y="239386"/>
                </a:cubicBezTo>
                <a:close/>
                <a:moveTo>
                  <a:pt x="530971" y="159544"/>
                </a:moveTo>
                <a:cubicBezTo>
                  <a:pt x="530971" y="135634"/>
                  <a:pt x="521705" y="113887"/>
                  <a:pt x="506384" y="97876"/>
                </a:cubicBezTo>
                <a:lnTo>
                  <a:pt x="364828" y="239431"/>
                </a:lnTo>
                <a:cubicBezTo>
                  <a:pt x="373348" y="247952"/>
                  <a:pt x="379901" y="257695"/>
                  <a:pt x="384270" y="268192"/>
                </a:cubicBezTo>
                <a:cubicBezTo>
                  <a:pt x="397115" y="254994"/>
                  <a:pt x="421300" y="249745"/>
                  <a:pt x="440404" y="250111"/>
                </a:cubicBezTo>
                <a:cubicBezTo>
                  <a:pt x="465413" y="250112"/>
                  <a:pt x="488055" y="239974"/>
                  <a:pt x="504444" y="223585"/>
                </a:cubicBezTo>
                <a:cubicBezTo>
                  <a:pt x="520834" y="207196"/>
                  <a:pt x="530971" y="184554"/>
                  <a:pt x="530971" y="159544"/>
                </a:cubicBezTo>
                <a:close/>
                <a:moveTo>
                  <a:pt x="595780" y="268215"/>
                </a:moveTo>
                <a:lnTo>
                  <a:pt x="581969" y="268215"/>
                </a:lnTo>
                <a:cubicBezTo>
                  <a:pt x="578743" y="259654"/>
                  <a:pt x="573266" y="252074"/>
                  <a:pt x="566492" y="245300"/>
                </a:cubicBezTo>
                <a:cubicBezTo>
                  <a:pt x="553737" y="232545"/>
                  <a:pt x="538123" y="224389"/>
                  <a:pt x="521623" y="221347"/>
                </a:cubicBezTo>
                <a:cubicBezTo>
                  <a:pt x="519174" y="225205"/>
                  <a:pt x="516174" y="228633"/>
                  <a:pt x="512960" y="231847"/>
                </a:cubicBezTo>
                <a:cubicBezTo>
                  <a:pt x="494535" y="250272"/>
                  <a:pt x="469082" y="261667"/>
                  <a:pt x="440967" y="261667"/>
                </a:cubicBezTo>
                <a:cubicBezTo>
                  <a:pt x="425629" y="261373"/>
                  <a:pt x="413777" y="262574"/>
                  <a:pt x="405186" y="268215"/>
                </a:cubicBezTo>
                <a:lnTo>
                  <a:pt x="372038" y="268215"/>
                </a:lnTo>
                <a:cubicBezTo>
                  <a:pt x="369178" y="260078"/>
                  <a:pt x="364042" y="252948"/>
                  <a:pt x="357679" y="246581"/>
                </a:cubicBezTo>
                <a:lnTo>
                  <a:pt x="349451" y="254808"/>
                </a:lnTo>
                <a:lnTo>
                  <a:pt x="349428" y="254786"/>
                </a:lnTo>
                <a:cubicBezTo>
                  <a:pt x="349421" y="254779"/>
                  <a:pt x="349413" y="254771"/>
                  <a:pt x="349406" y="254763"/>
                </a:cubicBezTo>
                <a:lnTo>
                  <a:pt x="357634" y="246536"/>
                </a:lnTo>
                <a:cubicBezTo>
                  <a:pt x="324632" y="213554"/>
                  <a:pt x="271148" y="213554"/>
                  <a:pt x="238147" y="246536"/>
                </a:cubicBezTo>
                <a:lnTo>
                  <a:pt x="246374" y="254763"/>
                </a:lnTo>
                <a:cubicBezTo>
                  <a:pt x="246367" y="254771"/>
                  <a:pt x="246359" y="254779"/>
                  <a:pt x="246352" y="254786"/>
                </a:cubicBezTo>
                <a:cubicBezTo>
                  <a:pt x="246344" y="254794"/>
                  <a:pt x="246337" y="254801"/>
                  <a:pt x="246329" y="254808"/>
                </a:cubicBezTo>
                <a:lnTo>
                  <a:pt x="238101" y="246581"/>
                </a:lnTo>
                <a:lnTo>
                  <a:pt x="223742" y="268215"/>
                </a:lnTo>
                <a:lnTo>
                  <a:pt x="190546" y="268215"/>
                </a:lnTo>
                <a:cubicBezTo>
                  <a:pt x="181970" y="262570"/>
                  <a:pt x="170130" y="261374"/>
                  <a:pt x="154813" y="261668"/>
                </a:cubicBezTo>
                <a:cubicBezTo>
                  <a:pt x="121806" y="261668"/>
                  <a:pt x="92467" y="245961"/>
                  <a:pt x="74178" y="221373"/>
                </a:cubicBezTo>
                <a:cubicBezTo>
                  <a:pt x="57671" y="224382"/>
                  <a:pt x="42049" y="232539"/>
                  <a:pt x="29288" y="245300"/>
                </a:cubicBezTo>
                <a:lnTo>
                  <a:pt x="13811" y="268215"/>
                </a:lnTo>
                <a:lnTo>
                  <a:pt x="0" y="268215"/>
                </a:lnTo>
                <a:cubicBezTo>
                  <a:pt x="4705" y="256723"/>
                  <a:pt x="11839" y="246048"/>
                  <a:pt x="21157" y="236731"/>
                </a:cubicBezTo>
                <a:cubicBezTo>
                  <a:pt x="34324" y="223564"/>
                  <a:pt x="50200" y="214757"/>
                  <a:pt x="67080" y="210684"/>
                </a:cubicBezTo>
                <a:cubicBezTo>
                  <a:pt x="57989" y="195895"/>
                  <a:pt x="53000" y="178457"/>
                  <a:pt x="53000" y="159854"/>
                </a:cubicBezTo>
                <a:cubicBezTo>
                  <a:pt x="53000" y="132604"/>
                  <a:pt x="63706" y="107854"/>
                  <a:pt x="81286" y="89721"/>
                </a:cubicBezTo>
                <a:lnTo>
                  <a:pt x="81286" y="89721"/>
                </a:lnTo>
                <a:cubicBezTo>
                  <a:pt x="99420" y="72140"/>
                  <a:pt x="124170" y="61435"/>
                  <a:pt x="151420" y="61435"/>
                </a:cubicBezTo>
                <a:cubicBezTo>
                  <a:pt x="170023" y="61435"/>
                  <a:pt x="187461" y="66424"/>
                  <a:pt x="202250" y="75515"/>
                </a:cubicBezTo>
                <a:cubicBezTo>
                  <a:pt x="206323" y="58635"/>
                  <a:pt x="215130" y="42758"/>
                  <a:pt x="228297" y="29591"/>
                </a:cubicBezTo>
                <a:cubicBezTo>
                  <a:pt x="247566" y="10322"/>
                  <a:pt x="272636" y="391"/>
                  <a:pt x="297890" y="0"/>
                </a:cubicBezTo>
                <a:lnTo>
                  <a:pt x="297890" y="0"/>
                </a:lnTo>
                <a:cubicBezTo>
                  <a:pt x="323144" y="391"/>
                  <a:pt x="348215" y="10322"/>
                  <a:pt x="367484" y="29591"/>
                </a:cubicBezTo>
                <a:cubicBezTo>
                  <a:pt x="380644" y="42751"/>
                  <a:pt x="389448" y="58618"/>
                  <a:pt x="393604" y="75474"/>
                </a:cubicBezTo>
                <a:cubicBezTo>
                  <a:pt x="408376" y="66408"/>
                  <a:pt x="425787" y="61434"/>
                  <a:pt x="444360" y="61434"/>
                </a:cubicBezTo>
                <a:cubicBezTo>
                  <a:pt x="471611" y="61434"/>
                  <a:pt x="496360" y="72140"/>
                  <a:pt x="514494" y="89721"/>
                </a:cubicBezTo>
                <a:cubicBezTo>
                  <a:pt x="532075" y="107854"/>
                  <a:pt x="542780" y="132604"/>
                  <a:pt x="542780" y="159854"/>
                </a:cubicBezTo>
                <a:cubicBezTo>
                  <a:pt x="542780" y="178427"/>
                  <a:pt x="537807" y="195839"/>
                  <a:pt x="528740" y="210610"/>
                </a:cubicBezTo>
                <a:cubicBezTo>
                  <a:pt x="545596" y="214766"/>
                  <a:pt x="561463" y="223570"/>
                  <a:pt x="574624" y="236731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30" name="Oval 1829"/>
          <p:cNvSpPr/>
          <p:nvPr/>
        </p:nvSpPr>
        <p:spPr>
          <a:xfrm>
            <a:off x="708665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31" name="Oval 1830"/>
          <p:cNvSpPr/>
          <p:nvPr/>
        </p:nvSpPr>
        <p:spPr>
          <a:xfrm>
            <a:off x="34633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32" name="Oval 1831"/>
          <p:cNvSpPr/>
          <p:nvPr/>
        </p:nvSpPr>
        <p:spPr>
          <a:xfrm>
            <a:off x="118887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33" name="Oval 1832"/>
          <p:cNvSpPr/>
          <p:nvPr/>
        </p:nvSpPr>
        <p:spPr>
          <a:xfrm>
            <a:off x="203141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34" name="Oval 1833"/>
          <p:cNvSpPr/>
          <p:nvPr/>
        </p:nvSpPr>
        <p:spPr>
          <a:xfrm>
            <a:off x="287395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35" name="Oval 1834"/>
          <p:cNvSpPr/>
          <p:nvPr/>
        </p:nvSpPr>
        <p:spPr>
          <a:xfrm>
            <a:off x="371649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36" name="Oval 1835"/>
          <p:cNvSpPr/>
          <p:nvPr/>
        </p:nvSpPr>
        <p:spPr>
          <a:xfrm>
            <a:off x="455903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37" name="Oval 1836"/>
          <p:cNvSpPr/>
          <p:nvPr/>
        </p:nvSpPr>
        <p:spPr>
          <a:xfrm>
            <a:off x="540157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38" name="Oval 1837"/>
          <p:cNvSpPr/>
          <p:nvPr/>
        </p:nvSpPr>
        <p:spPr>
          <a:xfrm>
            <a:off x="624411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39" name="Oval 1838"/>
          <p:cNvSpPr/>
          <p:nvPr/>
        </p:nvSpPr>
        <p:spPr>
          <a:xfrm>
            <a:off x="877173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40" name="Oval 1839"/>
          <p:cNvSpPr/>
          <p:nvPr/>
        </p:nvSpPr>
        <p:spPr>
          <a:xfrm>
            <a:off x="792919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41" name="Oval 1840"/>
          <p:cNvSpPr/>
          <p:nvPr/>
        </p:nvSpPr>
        <p:spPr>
          <a:xfrm>
            <a:off x="1045681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42" name="Oval 1841"/>
          <p:cNvSpPr/>
          <p:nvPr/>
        </p:nvSpPr>
        <p:spPr>
          <a:xfrm>
            <a:off x="961427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43" name="Oval 1842"/>
          <p:cNvSpPr/>
          <p:nvPr/>
        </p:nvSpPr>
        <p:spPr>
          <a:xfrm>
            <a:off x="1129935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44" name="Teardrop 3"/>
          <p:cNvSpPr/>
          <p:nvPr/>
        </p:nvSpPr>
        <p:spPr>
          <a:xfrm rot="5400000" flipH="1" flipV="1">
            <a:off x="644277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45" name="Oval 1844"/>
          <p:cNvSpPr/>
          <p:nvPr/>
        </p:nvSpPr>
        <p:spPr>
          <a:xfrm>
            <a:off x="712049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46" name="Teardrop 3"/>
          <p:cNvSpPr/>
          <p:nvPr/>
        </p:nvSpPr>
        <p:spPr>
          <a:xfrm rot="5400000" flipH="1" flipV="1">
            <a:off x="-148774" y="2795083"/>
            <a:ext cx="612648" cy="315100"/>
          </a:xfrm>
          <a:custGeom>
            <a:avLst/>
            <a:gdLst/>
            <a:ahLst/>
            <a:cxnLst/>
            <a:rect l="l" t="t" r="r" b="b"/>
            <a:pathLst>
              <a:path w="612648" h="315100">
                <a:moveTo>
                  <a:pt x="239386" y="75670"/>
                </a:moveTo>
                <a:cubicBezTo>
                  <a:pt x="230866" y="67149"/>
                  <a:pt x="224313" y="57406"/>
                  <a:pt x="219944" y="46909"/>
                </a:cubicBezTo>
                <a:cubicBezTo>
                  <a:pt x="207099" y="60107"/>
                  <a:pt x="182914" y="65356"/>
                  <a:pt x="163810" y="64989"/>
                </a:cubicBezTo>
                <a:cubicBezTo>
                  <a:pt x="113792" y="64989"/>
                  <a:pt x="73243" y="105538"/>
                  <a:pt x="73243" y="155556"/>
                </a:cubicBezTo>
                <a:cubicBezTo>
                  <a:pt x="73243" y="179467"/>
                  <a:pt x="82509" y="201213"/>
                  <a:pt x="97830" y="217225"/>
                </a:cubicBezTo>
                <a:close/>
                <a:moveTo>
                  <a:pt x="268191" y="95157"/>
                </a:moveTo>
                <a:cubicBezTo>
                  <a:pt x="257695" y="90787"/>
                  <a:pt x="247952" y="84234"/>
                  <a:pt x="239431" y="75715"/>
                </a:cubicBezTo>
                <a:lnTo>
                  <a:pt x="97875" y="217270"/>
                </a:lnTo>
                <a:cubicBezTo>
                  <a:pt x="113887" y="232591"/>
                  <a:pt x="135634" y="241857"/>
                  <a:pt x="159544" y="241857"/>
                </a:cubicBezTo>
                <a:cubicBezTo>
                  <a:pt x="184553" y="241857"/>
                  <a:pt x="207195" y="231720"/>
                  <a:pt x="223585" y="215331"/>
                </a:cubicBezTo>
                <a:cubicBezTo>
                  <a:pt x="239974" y="198941"/>
                  <a:pt x="250111" y="176299"/>
                  <a:pt x="250111" y="151290"/>
                </a:cubicBezTo>
                <a:cubicBezTo>
                  <a:pt x="249745" y="132187"/>
                  <a:pt x="254994" y="108002"/>
                  <a:pt x="268191" y="95157"/>
                </a:cubicBezTo>
                <a:close/>
                <a:moveTo>
                  <a:pt x="391275" y="232488"/>
                </a:moveTo>
                <a:cubicBezTo>
                  <a:pt x="366688" y="214199"/>
                  <a:pt x="350981" y="184860"/>
                  <a:pt x="350981" y="151853"/>
                </a:cubicBezTo>
                <a:cubicBezTo>
                  <a:pt x="351479" y="125869"/>
                  <a:pt x="347689" y="109892"/>
                  <a:pt x="331337" y="99934"/>
                </a:cubicBezTo>
                <a:cubicBezTo>
                  <a:pt x="315088" y="104415"/>
                  <a:pt x="297874" y="104335"/>
                  <a:pt x="281637" y="99721"/>
                </a:cubicBezTo>
                <a:cubicBezTo>
                  <a:pt x="265010" y="109675"/>
                  <a:pt x="261165" y="125694"/>
                  <a:pt x="261667" y="151853"/>
                </a:cubicBezTo>
                <a:cubicBezTo>
                  <a:pt x="261667" y="179968"/>
                  <a:pt x="250271" y="205421"/>
                  <a:pt x="231847" y="223846"/>
                </a:cubicBezTo>
                <a:lnTo>
                  <a:pt x="221347" y="232509"/>
                </a:lnTo>
                <a:cubicBezTo>
                  <a:pt x="224390" y="249009"/>
                  <a:pt x="232545" y="264623"/>
                  <a:pt x="245300" y="277378"/>
                </a:cubicBezTo>
                <a:cubicBezTo>
                  <a:pt x="262208" y="294285"/>
                  <a:pt x="284137" y="303111"/>
                  <a:pt x="306292" y="303599"/>
                </a:cubicBezTo>
                <a:lnTo>
                  <a:pt x="306292" y="218433"/>
                </a:lnTo>
                <a:lnTo>
                  <a:pt x="306356" y="218433"/>
                </a:lnTo>
                <a:lnTo>
                  <a:pt x="306356" y="303599"/>
                </a:lnTo>
                <a:cubicBezTo>
                  <a:pt x="328512" y="303110"/>
                  <a:pt x="350441" y="294285"/>
                  <a:pt x="367348" y="277378"/>
                </a:cubicBezTo>
                <a:cubicBezTo>
                  <a:pt x="380109" y="264617"/>
                  <a:pt x="388266" y="248996"/>
                  <a:pt x="391275" y="232488"/>
                </a:cubicBezTo>
                <a:close/>
                <a:moveTo>
                  <a:pt x="514773" y="217271"/>
                </a:moveTo>
                <a:lnTo>
                  <a:pt x="373218" y="75716"/>
                </a:lnTo>
                <a:cubicBezTo>
                  <a:pt x="364700" y="84231"/>
                  <a:pt x="354962" y="90781"/>
                  <a:pt x="344508" y="95209"/>
                </a:cubicBezTo>
                <a:cubicBezTo>
                  <a:pt x="357668" y="108066"/>
                  <a:pt x="362903" y="132212"/>
                  <a:pt x="362537" y="151290"/>
                </a:cubicBezTo>
                <a:cubicBezTo>
                  <a:pt x="362537" y="201309"/>
                  <a:pt x="403086" y="241857"/>
                  <a:pt x="453104" y="241857"/>
                </a:cubicBezTo>
                <a:cubicBezTo>
                  <a:pt x="477015" y="241857"/>
                  <a:pt x="498761" y="232592"/>
                  <a:pt x="514773" y="217271"/>
                </a:cubicBezTo>
                <a:close/>
                <a:moveTo>
                  <a:pt x="539405" y="155556"/>
                </a:moveTo>
                <a:cubicBezTo>
                  <a:pt x="539405" y="105538"/>
                  <a:pt x="498856" y="64989"/>
                  <a:pt x="448838" y="64989"/>
                </a:cubicBezTo>
                <a:cubicBezTo>
                  <a:pt x="429760" y="65355"/>
                  <a:pt x="405614" y="60121"/>
                  <a:pt x="392756" y="46961"/>
                </a:cubicBezTo>
                <a:cubicBezTo>
                  <a:pt x="388329" y="57415"/>
                  <a:pt x="381778" y="67153"/>
                  <a:pt x="373263" y="75671"/>
                </a:cubicBezTo>
                <a:lnTo>
                  <a:pt x="514818" y="217225"/>
                </a:lnTo>
                <a:cubicBezTo>
                  <a:pt x="530139" y="201213"/>
                  <a:pt x="539405" y="179467"/>
                  <a:pt x="539405" y="155556"/>
                </a:cubicBezTo>
                <a:close/>
                <a:moveTo>
                  <a:pt x="612648" y="8776"/>
                </a:moveTo>
                <a:cubicBezTo>
                  <a:pt x="612257" y="34030"/>
                  <a:pt x="602326" y="59101"/>
                  <a:pt x="583058" y="78369"/>
                </a:cubicBezTo>
                <a:cubicBezTo>
                  <a:pt x="569890" y="91537"/>
                  <a:pt x="554014" y="100343"/>
                  <a:pt x="537134" y="104416"/>
                </a:cubicBezTo>
                <a:cubicBezTo>
                  <a:pt x="546225" y="119205"/>
                  <a:pt x="551214" y="136643"/>
                  <a:pt x="551214" y="155247"/>
                </a:cubicBezTo>
                <a:cubicBezTo>
                  <a:pt x="551214" y="182497"/>
                  <a:pt x="540509" y="207247"/>
                  <a:pt x="522928" y="225380"/>
                </a:cubicBezTo>
                <a:lnTo>
                  <a:pt x="522928" y="225380"/>
                </a:lnTo>
                <a:cubicBezTo>
                  <a:pt x="504794" y="242961"/>
                  <a:pt x="480045" y="253667"/>
                  <a:pt x="452794" y="253667"/>
                </a:cubicBezTo>
                <a:cubicBezTo>
                  <a:pt x="434191" y="253667"/>
                  <a:pt x="416753" y="248677"/>
                  <a:pt x="401964" y="239586"/>
                </a:cubicBezTo>
                <a:cubicBezTo>
                  <a:pt x="397891" y="256466"/>
                  <a:pt x="389084" y="272342"/>
                  <a:pt x="375917" y="285509"/>
                </a:cubicBezTo>
                <a:cubicBezTo>
                  <a:pt x="356649" y="304778"/>
                  <a:pt x="331578" y="314709"/>
                  <a:pt x="306324" y="315100"/>
                </a:cubicBezTo>
                <a:lnTo>
                  <a:pt x="306324" y="315100"/>
                </a:lnTo>
                <a:cubicBezTo>
                  <a:pt x="281070" y="314709"/>
                  <a:pt x="255999" y="304778"/>
                  <a:pt x="236731" y="285509"/>
                </a:cubicBezTo>
                <a:cubicBezTo>
                  <a:pt x="223571" y="272349"/>
                  <a:pt x="214766" y="256482"/>
                  <a:pt x="210610" y="239626"/>
                </a:cubicBezTo>
                <a:cubicBezTo>
                  <a:pt x="195839" y="248693"/>
                  <a:pt x="178427" y="253666"/>
                  <a:pt x="159854" y="253666"/>
                </a:cubicBezTo>
                <a:cubicBezTo>
                  <a:pt x="132604" y="253666"/>
                  <a:pt x="107854" y="242961"/>
                  <a:pt x="89720" y="225380"/>
                </a:cubicBezTo>
                <a:lnTo>
                  <a:pt x="89720" y="225380"/>
                </a:lnTo>
                <a:cubicBezTo>
                  <a:pt x="72140" y="207247"/>
                  <a:pt x="61434" y="182497"/>
                  <a:pt x="61434" y="155247"/>
                </a:cubicBezTo>
                <a:cubicBezTo>
                  <a:pt x="61434" y="136673"/>
                  <a:pt x="66408" y="119262"/>
                  <a:pt x="75474" y="104490"/>
                </a:cubicBezTo>
                <a:cubicBezTo>
                  <a:pt x="58618" y="100334"/>
                  <a:pt x="42751" y="91530"/>
                  <a:pt x="29591" y="78369"/>
                </a:cubicBezTo>
                <a:cubicBezTo>
                  <a:pt x="10322" y="59101"/>
                  <a:pt x="391" y="34030"/>
                  <a:pt x="0" y="8776"/>
                </a:cubicBezTo>
                <a:lnTo>
                  <a:pt x="0" y="8776"/>
                </a:lnTo>
                <a:lnTo>
                  <a:pt x="1828" y="0"/>
                </a:lnTo>
                <a:lnTo>
                  <a:pt x="13374" y="0"/>
                </a:lnTo>
                <a:cubicBezTo>
                  <a:pt x="11782" y="2802"/>
                  <a:pt x="11567" y="5771"/>
                  <a:pt x="11501" y="8744"/>
                </a:cubicBezTo>
                <a:lnTo>
                  <a:pt x="96667" y="8744"/>
                </a:lnTo>
                <a:lnTo>
                  <a:pt x="96667" y="8808"/>
                </a:lnTo>
                <a:lnTo>
                  <a:pt x="11501" y="8808"/>
                </a:lnTo>
                <a:cubicBezTo>
                  <a:pt x="11990" y="30964"/>
                  <a:pt x="20815" y="52893"/>
                  <a:pt x="37722" y="69800"/>
                </a:cubicBezTo>
                <a:cubicBezTo>
                  <a:pt x="50477" y="82555"/>
                  <a:pt x="66091" y="90711"/>
                  <a:pt x="82592" y="93753"/>
                </a:cubicBezTo>
                <a:cubicBezTo>
                  <a:pt x="100880" y="69151"/>
                  <a:pt x="130228" y="53433"/>
                  <a:pt x="163247" y="53433"/>
                </a:cubicBezTo>
                <a:cubicBezTo>
                  <a:pt x="186137" y="53872"/>
                  <a:pt x="201262" y="50984"/>
                  <a:pt x="211355" y="39116"/>
                </a:cubicBezTo>
                <a:cubicBezTo>
                  <a:pt x="212796" y="37420"/>
                  <a:pt x="214135" y="35542"/>
                  <a:pt x="215380" y="33463"/>
                </a:cubicBezTo>
                <a:lnTo>
                  <a:pt x="215236" y="0"/>
                </a:lnTo>
                <a:lnTo>
                  <a:pt x="223507" y="0"/>
                </a:lnTo>
                <a:cubicBezTo>
                  <a:pt x="219688" y="24354"/>
                  <a:pt x="227777" y="49750"/>
                  <a:pt x="246535" y="68520"/>
                </a:cubicBezTo>
                <a:lnTo>
                  <a:pt x="254763" y="60293"/>
                </a:lnTo>
                <a:cubicBezTo>
                  <a:pt x="254771" y="60299"/>
                  <a:pt x="254778" y="60307"/>
                  <a:pt x="254786" y="60315"/>
                </a:cubicBezTo>
                <a:lnTo>
                  <a:pt x="254808" y="60338"/>
                </a:lnTo>
                <a:lnTo>
                  <a:pt x="246580" y="68565"/>
                </a:lnTo>
                <a:cubicBezTo>
                  <a:pt x="279582" y="101547"/>
                  <a:pt x="333066" y="101547"/>
                  <a:pt x="366068" y="68565"/>
                </a:cubicBezTo>
                <a:lnTo>
                  <a:pt x="357840" y="60338"/>
                </a:lnTo>
                <a:cubicBezTo>
                  <a:pt x="357847" y="60330"/>
                  <a:pt x="357855" y="60322"/>
                  <a:pt x="357862" y="60315"/>
                </a:cubicBezTo>
                <a:lnTo>
                  <a:pt x="357885" y="60293"/>
                </a:lnTo>
                <a:lnTo>
                  <a:pt x="366113" y="68520"/>
                </a:lnTo>
                <a:cubicBezTo>
                  <a:pt x="384872" y="49750"/>
                  <a:pt x="392961" y="24354"/>
                  <a:pt x="389142" y="0"/>
                </a:cubicBezTo>
                <a:lnTo>
                  <a:pt x="397337" y="0"/>
                </a:lnTo>
                <a:cubicBezTo>
                  <a:pt x="401479" y="11094"/>
                  <a:pt x="400548" y="22668"/>
                  <a:pt x="397481" y="33790"/>
                </a:cubicBezTo>
                <a:cubicBezTo>
                  <a:pt x="407439" y="50142"/>
                  <a:pt x="423417" y="53932"/>
                  <a:pt x="449401" y="53433"/>
                </a:cubicBezTo>
                <a:cubicBezTo>
                  <a:pt x="482408" y="53434"/>
                  <a:pt x="511746" y="69140"/>
                  <a:pt x="530035" y="93727"/>
                </a:cubicBezTo>
                <a:cubicBezTo>
                  <a:pt x="546543" y="90718"/>
                  <a:pt x="562165" y="82561"/>
                  <a:pt x="574926" y="69800"/>
                </a:cubicBezTo>
                <a:cubicBezTo>
                  <a:pt x="591833" y="52893"/>
                  <a:pt x="600659" y="30964"/>
                  <a:pt x="601147" y="8808"/>
                </a:cubicBezTo>
                <a:lnTo>
                  <a:pt x="515982" y="8808"/>
                </a:lnTo>
                <a:lnTo>
                  <a:pt x="515981" y="8744"/>
                </a:lnTo>
                <a:lnTo>
                  <a:pt x="601147" y="8744"/>
                </a:lnTo>
                <a:lnTo>
                  <a:pt x="599275" y="0"/>
                </a:lnTo>
                <a:lnTo>
                  <a:pt x="610820" y="0"/>
                </a:lnTo>
                <a:cubicBezTo>
                  <a:pt x="612423" y="2826"/>
                  <a:pt x="612602" y="5800"/>
                  <a:pt x="612648" y="8776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47" name="Oval 1846"/>
          <p:cNvSpPr/>
          <p:nvPr/>
        </p:nvSpPr>
        <p:spPr>
          <a:xfrm>
            <a:off x="37745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48" name="Teardrop 3"/>
          <p:cNvSpPr/>
          <p:nvPr/>
        </p:nvSpPr>
        <p:spPr>
          <a:xfrm rot="5400000" flipH="1" flipV="1">
            <a:off x="138753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49" name="Teardrop 3"/>
          <p:cNvSpPr/>
          <p:nvPr/>
        </p:nvSpPr>
        <p:spPr>
          <a:xfrm rot="5400000" flipH="1" flipV="1">
            <a:off x="223007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50" name="Teardrop 3"/>
          <p:cNvSpPr/>
          <p:nvPr/>
        </p:nvSpPr>
        <p:spPr>
          <a:xfrm rot="5400000" flipH="1" flipV="1">
            <a:off x="307261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51" name="Teardrop 3"/>
          <p:cNvSpPr/>
          <p:nvPr/>
        </p:nvSpPr>
        <p:spPr>
          <a:xfrm rot="5400000" flipH="1" flipV="1">
            <a:off x="391515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52" name="Teardrop 3"/>
          <p:cNvSpPr/>
          <p:nvPr/>
        </p:nvSpPr>
        <p:spPr>
          <a:xfrm rot="5400000" flipH="1" flipV="1">
            <a:off x="475769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53" name="Teardrop 3"/>
          <p:cNvSpPr/>
          <p:nvPr/>
        </p:nvSpPr>
        <p:spPr>
          <a:xfrm rot="5400000" flipH="1" flipV="1">
            <a:off x="560023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54" name="Oval 1853"/>
          <p:cNvSpPr/>
          <p:nvPr/>
        </p:nvSpPr>
        <p:spPr>
          <a:xfrm>
            <a:off x="122033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55" name="Oval 1854"/>
          <p:cNvSpPr/>
          <p:nvPr/>
        </p:nvSpPr>
        <p:spPr>
          <a:xfrm>
            <a:off x="206321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56" name="Oval 1855"/>
          <p:cNvSpPr/>
          <p:nvPr/>
        </p:nvSpPr>
        <p:spPr>
          <a:xfrm>
            <a:off x="290609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57" name="Oval 1856"/>
          <p:cNvSpPr/>
          <p:nvPr/>
        </p:nvSpPr>
        <p:spPr>
          <a:xfrm>
            <a:off x="374897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58" name="Oval 1857"/>
          <p:cNvSpPr/>
          <p:nvPr/>
        </p:nvSpPr>
        <p:spPr>
          <a:xfrm>
            <a:off x="459185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59" name="Oval 1858"/>
          <p:cNvSpPr/>
          <p:nvPr/>
        </p:nvSpPr>
        <p:spPr>
          <a:xfrm>
            <a:off x="543473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60" name="Oval 1859"/>
          <p:cNvSpPr/>
          <p:nvPr/>
        </p:nvSpPr>
        <p:spPr>
          <a:xfrm>
            <a:off x="627761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61" name="Teardrop 3"/>
          <p:cNvSpPr/>
          <p:nvPr/>
        </p:nvSpPr>
        <p:spPr>
          <a:xfrm rot="5400000" flipH="1" flipV="1">
            <a:off x="812785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62" name="Oval 1861"/>
          <p:cNvSpPr/>
          <p:nvPr/>
        </p:nvSpPr>
        <p:spPr>
          <a:xfrm>
            <a:off x="880625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63" name="Teardrop 3"/>
          <p:cNvSpPr/>
          <p:nvPr/>
        </p:nvSpPr>
        <p:spPr>
          <a:xfrm rot="5400000" flipH="1" flipV="1">
            <a:off x="728531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64" name="Oval 1863"/>
          <p:cNvSpPr/>
          <p:nvPr/>
        </p:nvSpPr>
        <p:spPr>
          <a:xfrm>
            <a:off x="796337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65" name="Teardrop 3"/>
          <p:cNvSpPr/>
          <p:nvPr/>
        </p:nvSpPr>
        <p:spPr>
          <a:xfrm rot="5400000" flipH="1" flipV="1">
            <a:off x="981293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66" name="Oval 1865"/>
          <p:cNvSpPr/>
          <p:nvPr/>
        </p:nvSpPr>
        <p:spPr>
          <a:xfrm>
            <a:off x="1049201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67" name="Teardrop 3"/>
          <p:cNvSpPr/>
          <p:nvPr/>
        </p:nvSpPr>
        <p:spPr>
          <a:xfrm rot="5400000" flipH="1" flipV="1">
            <a:off x="897039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68" name="Oval 1867"/>
          <p:cNvSpPr/>
          <p:nvPr/>
        </p:nvSpPr>
        <p:spPr>
          <a:xfrm>
            <a:off x="964913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69" name="Teardrop 3"/>
          <p:cNvSpPr/>
          <p:nvPr/>
        </p:nvSpPr>
        <p:spPr>
          <a:xfrm rot="5400000" flipH="1" flipV="1">
            <a:off x="11498011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70" name="Teardrop 3"/>
          <p:cNvSpPr/>
          <p:nvPr/>
        </p:nvSpPr>
        <p:spPr>
          <a:xfrm rot="5400000" flipH="1" flipV="1">
            <a:off x="1065547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71" name="Oval 1870"/>
          <p:cNvSpPr/>
          <p:nvPr/>
        </p:nvSpPr>
        <p:spPr>
          <a:xfrm>
            <a:off x="1133489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72" name="Teardrop 3"/>
          <p:cNvSpPr/>
          <p:nvPr/>
        </p:nvSpPr>
        <p:spPr>
          <a:xfrm rot="5400000" flipH="1" flipV="1">
            <a:off x="54499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73" name="Oval 1872"/>
          <p:cNvSpPr/>
          <p:nvPr/>
        </p:nvSpPr>
        <p:spPr>
          <a:xfrm>
            <a:off x="666451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74" name="Oval 1873"/>
          <p:cNvSpPr/>
          <p:nvPr/>
        </p:nvSpPr>
        <p:spPr>
          <a:xfrm>
            <a:off x="76673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75" name="Oval 1874"/>
          <p:cNvSpPr/>
          <p:nvPr/>
        </p:nvSpPr>
        <p:spPr>
          <a:xfrm>
            <a:off x="160927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76" name="Oval 1875"/>
          <p:cNvSpPr/>
          <p:nvPr/>
        </p:nvSpPr>
        <p:spPr>
          <a:xfrm>
            <a:off x="245181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77" name="Oval 1876"/>
          <p:cNvSpPr/>
          <p:nvPr/>
        </p:nvSpPr>
        <p:spPr>
          <a:xfrm>
            <a:off x="329435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78" name="Oval 1877"/>
          <p:cNvSpPr/>
          <p:nvPr/>
        </p:nvSpPr>
        <p:spPr>
          <a:xfrm>
            <a:off x="413689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79" name="Oval 1878"/>
          <p:cNvSpPr/>
          <p:nvPr/>
        </p:nvSpPr>
        <p:spPr>
          <a:xfrm>
            <a:off x="497943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80" name="Oval 1879"/>
          <p:cNvSpPr/>
          <p:nvPr/>
        </p:nvSpPr>
        <p:spPr>
          <a:xfrm>
            <a:off x="582197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81" name="Oval 1880"/>
          <p:cNvSpPr/>
          <p:nvPr/>
        </p:nvSpPr>
        <p:spPr>
          <a:xfrm>
            <a:off x="834959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82" name="Oval 1881"/>
          <p:cNvSpPr/>
          <p:nvPr/>
        </p:nvSpPr>
        <p:spPr>
          <a:xfrm>
            <a:off x="750705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83" name="Oval 1882"/>
          <p:cNvSpPr/>
          <p:nvPr/>
        </p:nvSpPr>
        <p:spPr>
          <a:xfrm>
            <a:off x="1003467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84" name="Oval 1883"/>
          <p:cNvSpPr/>
          <p:nvPr/>
        </p:nvSpPr>
        <p:spPr>
          <a:xfrm>
            <a:off x="919213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85" name="Oval 1884"/>
          <p:cNvSpPr/>
          <p:nvPr/>
        </p:nvSpPr>
        <p:spPr>
          <a:xfrm>
            <a:off x="11719750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86" name="Oval 1885"/>
          <p:cNvSpPr/>
          <p:nvPr/>
        </p:nvSpPr>
        <p:spPr>
          <a:xfrm>
            <a:off x="1087721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87" name="Teardrop 3"/>
          <p:cNvSpPr/>
          <p:nvPr/>
        </p:nvSpPr>
        <p:spPr>
          <a:xfrm rot="5400000" flipH="1" flipV="1">
            <a:off x="602118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88" name="Teardrop 3"/>
          <p:cNvSpPr/>
          <p:nvPr/>
        </p:nvSpPr>
        <p:spPr>
          <a:xfrm rot="5400000" flipH="1" flipV="1">
            <a:off x="96594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89" name="Teardrop 3"/>
          <p:cNvSpPr/>
          <p:nvPr/>
        </p:nvSpPr>
        <p:spPr>
          <a:xfrm rot="5400000" flipH="1" flipV="1">
            <a:off x="180848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90" name="Teardrop 3"/>
          <p:cNvSpPr/>
          <p:nvPr/>
        </p:nvSpPr>
        <p:spPr>
          <a:xfrm rot="5400000" flipH="1" flipV="1">
            <a:off x="265102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91" name="Teardrop 3"/>
          <p:cNvSpPr/>
          <p:nvPr/>
        </p:nvSpPr>
        <p:spPr>
          <a:xfrm rot="5400000" flipH="1" flipV="1">
            <a:off x="349356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92" name="Teardrop 3"/>
          <p:cNvSpPr/>
          <p:nvPr/>
        </p:nvSpPr>
        <p:spPr>
          <a:xfrm rot="5400000" flipH="1" flipV="1">
            <a:off x="433610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93" name="Teardrop 3"/>
          <p:cNvSpPr/>
          <p:nvPr/>
        </p:nvSpPr>
        <p:spPr>
          <a:xfrm rot="5400000" flipH="1" flipV="1">
            <a:off x="517864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94" name="Teardrop 3"/>
          <p:cNvSpPr/>
          <p:nvPr/>
        </p:nvSpPr>
        <p:spPr>
          <a:xfrm rot="5400000" flipH="1" flipV="1">
            <a:off x="770626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95" name="Teardrop 3"/>
          <p:cNvSpPr/>
          <p:nvPr/>
        </p:nvSpPr>
        <p:spPr>
          <a:xfrm rot="5400000" flipH="1" flipV="1">
            <a:off x="686372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96" name="Teardrop 3"/>
          <p:cNvSpPr/>
          <p:nvPr/>
        </p:nvSpPr>
        <p:spPr>
          <a:xfrm rot="5400000" flipH="1" flipV="1">
            <a:off x="939134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97" name="Teardrop 3"/>
          <p:cNvSpPr/>
          <p:nvPr/>
        </p:nvSpPr>
        <p:spPr>
          <a:xfrm rot="5400000" flipH="1" flipV="1">
            <a:off x="854880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98" name="Teardrop 3"/>
          <p:cNvSpPr/>
          <p:nvPr/>
        </p:nvSpPr>
        <p:spPr>
          <a:xfrm rot="5400000" flipH="1" flipV="1">
            <a:off x="11076421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99" name="Teardrop 3"/>
          <p:cNvSpPr/>
          <p:nvPr/>
        </p:nvSpPr>
        <p:spPr>
          <a:xfrm rot="5400000" flipH="1" flipV="1">
            <a:off x="1023388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00" name="Teardrop 3"/>
          <p:cNvSpPr/>
          <p:nvPr/>
        </p:nvSpPr>
        <p:spPr>
          <a:xfrm rot="5400000" flipH="1" flipV="1">
            <a:off x="12340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01" name="Teardrop 3"/>
          <p:cNvSpPr/>
          <p:nvPr/>
        </p:nvSpPr>
        <p:spPr>
          <a:xfrm rot="5400000" flipH="1" flipV="1">
            <a:off x="11760002" y="3223930"/>
            <a:ext cx="595781" cy="268215"/>
          </a:xfrm>
          <a:custGeom>
            <a:avLst/>
            <a:gdLst/>
            <a:ahLst/>
            <a:cxnLst/>
            <a:rect l="l" t="t" r="r" b="b"/>
            <a:pathLst>
              <a:path w="595781" h="268215">
                <a:moveTo>
                  <a:pt x="230951" y="239431"/>
                </a:moveTo>
                <a:lnTo>
                  <a:pt x="89396" y="97876"/>
                </a:lnTo>
                <a:cubicBezTo>
                  <a:pt x="74075" y="113887"/>
                  <a:pt x="64809" y="135634"/>
                  <a:pt x="64809" y="159544"/>
                </a:cubicBezTo>
                <a:cubicBezTo>
                  <a:pt x="64809" y="209563"/>
                  <a:pt x="105357" y="250112"/>
                  <a:pt x="155376" y="250112"/>
                </a:cubicBezTo>
                <a:cubicBezTo>
                  <a:pt x="174454" y="249746"/>
                  <a:pt x="198601" y="254980"/>
                  <a:pt x="211458" y="268141"/>
                </a:cubicBezTo>
                <a:cubicBezTo>
                  <a:pt x="215885" y="257686"/>
                  <a:pt x="222436" y="247948"/>
                  <a:pt x="230951" y="239431"/>
                </a:cubicBezTo>
                <a:close/>
                <a:moveTo>
                  <a:pt x="259706" y="219892"/>
                </a:moveTo>
                <a:cubicBezTo>
                  <a:pt x="246546" y="207035"/>
                  <a:pt x="241311" y="182889"/>
                  <a:pt x="241677" y="163811"/>
                </a:cubicBezTo>
                <a:cubicBezTo>
                  <a:pt x="241677" y="113792"/>
                  <a:pt x="201129" y="73244"/>
                  <a:pt x="151110" y="73244"/>
                </a:cubicBezTo>
                <a:cubicBezTo>
                  <a:pt x="127200" y="73244"/>
                  <a:pt x="105453" y="82510"/>
                  <a:pt x="89441" y="97831"/>
                </a:cubicBezTo>
                <a:lnTo>
                  <a:pt x="230996" y="239386"/>
                </a:lnTo>
                <a:cubicBezTo>
                  <a:pt x="239514" y="230871"/>
                  <a:pt x="249252" y="224320"/>
                  <a:pt x="259706" y="219892"/>
                </a:cubicBezTo>
                <a:close/>
                <a:moveTo>
                  <a:pt x="382868" y="82592"/>
                </a:moveTo>
                <a:cubicBezTo>
                  <a:pt x="379825" y="66091"/>
                  <a:pt x="371670" y="50477"/>
                  <a:pt x="358914" y="37722"/>
                </a:cubicBezTo>
                <a:cubicBezTo>
                  <a:pt x="342007" y="20815"/>
                  <a:pt x="320078" y="11989"/>
                  <a:pt x="297922" y="11501"/>
                </a:cubicBezTo>
                <a:lnTo>
                  <a:pt x="297922" y="96667"/>
                </a:lnTo>
                <a:lnTo>
                  <a:pt x="297858" y="96667"/>
                </a:lnTo>
                <a:lnTo>
                  <a:pt x="297858" y="11501"/>
                </a:lnTo>
                <a:cubicBezTo>
                  <a:pt x="275703" y="11990"/>
                  <a:pt x="253774" y="20815"/>
                  <a:pt x="236866" y="37722"/>
                </a:cubicBezTo>
                <a:cubicBezTo>
                  <a:pt x="224105" y="50483"/>
                  <a:pt x="215948" y="66105"/>
                  <a:pt x="212939" y="82613"/>
                </a:cubicBezTo>
                <a:cubicBezTo>
                  <a:pt x="237526" y="100902"/>
                  <a:pt x="253233" y="130241"/>
                  <a:pt x="253233" y="163248"/>
                </a:cubicBezTo>
                <a:cubicBezTo>
                  <a:pt x="252735" y="189232"/>
                  <a:pt x="256525" y="205210"/>
                  <a:pt x="272877" y="215167"/>
                </a:cubicBezTo>
                <a:cubicBezTo>
                  <a:pt x="289126" y="210687"/>
                  <a:pt x="306340" y="210767"/>
                  <a:pt x="322577" y="215380"/>
                </a:cubicBezTo>
                <a:cubicBezTo>
                  <a:pt x="324655" y="214136"/>
                  <a:pt x="326534" y="212797"/>
                  <a:pt x="328229" y="211355"/>
                </a:cubicBezTo>
                <a:cubicBezTo>
                  <a:pt x="340097" y="201263"/>
                  <a:pt x="342986" y="186138"/>
                  <a:pt x="342547" y="163248"/>
                </a:cubicBezTo>
                <a:cubicBezTo>
                  <a:pt x="342547" y="130228"/>
                  <a:pt x="358265" y="100880"/>
                  <a:pt x="382868" y="82592"/>
                </a:cubicBezTo>
                <a:close/>
                <a:moveTo>
                  <a:pt x="506339" y="97830"/>
                </a:moveTo>
                <a:cubicBezTo>
                  <a:pt x="490327" y="82509"/>
                  <a:pt x="468581" y="73244"/>
                  <a:pt x="444670" y="73244"/>
                </a:cubicBezTo>
                <a:cubicBezTo>
                  <a:pt x="394652" y="73244"/>
                  <a:pt x="354103" y="113792"/>
                  <a:pt x="354103" y="163811"/>
                </a:cubicBezTo>
                <a:cubicBezTo>
                  <a:pt x="354470" y="182914"/>
                  <a:pt x="349220" y="207099"/>
                  <a:pt x="336023" y="219944"/>
                </a:cubicBezTo>
                <a:cubicBezTo>
                  <a:pt x="346519" y="224314"/>
                  <a:pt x="356263" y="230867"/>
                  <a:pt x="364783" y="239386"/>
                </a:cubicBezTo>
                <a:close/>
                <a:moveTo>
                  <a:pt x="530971" y="159544"/>
                </a:moveTo>
                <a:cubicBezTo>
                  <a:pt x="530971" y="135634"/>
                  <a:pt x="521705" y="113887"/>
                  <a:pt x="506384" y="97876"/>
                </a:cubicBezTo>
                <a:lnTo>
                  <a:pt x="364828" y="239431"/>
                </a:lnTo>
                <a:cubicBezTo>
                  <a:pt x="373348" y="247952"/>
                  <a:pt x="379901" y="257695"/>
                  <a:pt x="384270" y="268192"/>
                </a:cubicBezTo>
                <a:cubicBezTo>
                  <a:pt x="397115" y="254994"/>
                  <a:pt x="421300" y="249745"/>
                  <a:pt x="440404" y="250111"/>
                </a:cubicBezTo>
                <a:cubicBezTo>
                  <a:pt x="465413" y="250112"/>
                  <a:pt x="488055" y="239974"/>
                  <a:pt x="504444" y="223585"/>
                </a:cubicBezTo>
                <a:cubicBezTo>
                  <a:pt x="520834" y="207196"/>
                  <a:pt x="530971" y="184554"/>
                  <a:pt x="530971" y="159544"/>
                </a:cubicBezTo>
                <a:close/>
                <a:moveTo>
                  <a:pt x="595781" y="268215"/>
                </a:moveTo>
                <a:lnTo>
                  <a:pt x="581969" y="268215"/>
                </a:lnTo>
                <a:cubicBezTo>
                  <a:pt x="578743" y="259654"/>
                  <a:pt x="573266" y="252074"/>
                  <a:pt x="566492" y="245300"/>
                </a:cubicBezTo>
                <a:cubicBezTo>
                  <a:pt x="553737" y="232545"/>
                  <a:pt x="538123" y="224389"/>
                  <a:pt x="521623" y="221347"/>
                </a:cubicBezTo>
                <a:cubicBezTo>
                  <a:pt x="519174" y="225205"/>
                  <a:pt x="516174" y="228633"/>
                  <a:pt x="512960" y="231847"/>
                </a:cubicBezTo>
                <a:cubicBezTo>
                  <a:pt x="494535" y="250272"/>
                  <a:pt x="469082" y="261667"/>
                  <a:pt x="440967" y="261667"/>
                </a:cubicBezTo>
                <a:cubicBezTo>
                  <a:pt x="425629" y="261373"/>
                  <a:pt x="413777" y="262574"/>
                  <a:pt x="405186" y="268215"/>
                </a:cubicBezTo>
                <a:lnTo>
                  <a:pt x="372038" y="268215"/>
                </a:lnTo>
                <a:cubicBezTo>
                  <a:pt x="369178" y="260078"/>
                  <a:pt x="364042" y="252948"/>
                  <a:pt x="357679" y="246581"/>
                </a:cubicBezTo>
                <a:lnTo>
                  <a:pt x="349451" y="254808"/>
                </a:lnTo>
                <a:lnTo>
                  <a:pt x="349428" y="254786"/>
                </a:lnTo>
                <a:cubicBezTo>
                  <a:pt x="349421" y="254779"/>
                  <a:pt x="349413" y="254771"/>
                  <a:pt x="349406" y="254763"/>
                </a:cubicBezTo>
                <a:lnTo>
                  <a:pt x="357634" y="246536"/>
                </a:lnTo>
                <a:cubicBezTo>
                  <a:pt x="324632" y="213554"/>
                  <a:pt x="271148" y="213554"/>
                  <a:pt x="238147" y="246536"/>
                </a:cubicBezTo>
                <a:lnTo>
                  <a:pt x="246374" y="254763"/>
                </a:lnTo>
                <a:cubicBezTo>
                  <a:pt x="246367" y="254771"/>
                  <a:pt x="246359" y="254779"/>
                  <a:pt x="246352" y="254786"/>
                </a:cubicBezTo>
                <a:cubicBezTo>
                  <a:pt x="246344" y="254794"/>
                  <a:pt x="246337" y="254801"/>
                  <a:pt x="246329" y="254808"/>
                </a:cubicBezTo>
                <a:lnTo>
                  <a:pt x="238101" y="246581"/>
                </a:lnTo>
                <a:lnTo>
                  <a:pt x="223742" y="268215"/>
                </a:lnTo>
                <a:lnTo>
                  <a:pt x="190546" y="268215"/>
                </a:lnTo>
                <a:cubicBezTo>
                  <a:pt x="181969" y="262570"/>
                  <a:pt x="170130" y="261374"/>
                  <a:pt x="154813" y="261668"/>
                </a:cubicBezTo>
                <a:cubicBezTo>
                  <a:pt x="121806" y="261668"/>
                  <a:pt x="92467" y="245961"/>
                  <a:pt x="74178" y="221373"/>
                </a:cubicBezTo>
                <a:cubicBezTo>
                  <a:pt x="57671" y="224382"/>
                  <a:pt x="42049" y="232539"/>
                  <a:pt x="29288" y="245300"/>
                </a:cubicBezTo>
                <a:lnTo>
                  <a:pt x="13811" y="268215"/>
                </a:lnTo>
                <a:lnTo>
                  <a:pt x="0" y="268215"/>
                </a:lnTo>
                <a:cubicBezTo>
                  <a:pt x="4705" y="256723"/>
                  <a:pt x="11839" y="246048"/>
                  <a:pt x="21157" y="236731"/>
                </a:cubicBezTo>
                <a:cubicBezTo>
                  <a:pt x="34324" y="223564"/>
                  <a:pt x="50200" y="214757"/>
                  <a:pt x="67080" y="210684"/>
                </a:cubicBezTo>
                <a:cubicBezTo>
                  <a:pt x="57989" y="195895"/>
                  <a:pt x="53000" y="178457"/>
                  <a:pt x="53000" y="159854"/>
                </a:cubicBezTo>
                <a:cubicBezTo>
                  <a:pt x="53000" y="132604"/>
                  <a:pt x="63706" y="107854"/>
                  <a:pt x="81286" y="89721"/>
                </a:cubicBezTo>
                <a:lnTo>
                  <a:pt x="81286" y="89721"/>
                </a:lnTo>
                <a:cubicBezTo>
                  <a:pt x="99420" y="72140"/>
                  <a:pt x="124170" y="61435"/>
                  <a:pt x="151420" y="61435"/>
                </a:cubicBezTo>
                <a:cubicBezTo>
                  <a:pt x="170023" y="61435"/>
                  <a:pt x="187461" y="66424"/>
                  <a:pt x="202250" y="75515"/>
                </a:cubicBezTo>
                <a:cubicBezTo>
                  <a:pt x="206323" y="58635"/>
                  <a:pt x="215130" y="42758"/>
                  <a:pt x="228297" y="29591"/>
                </a:cubicBezTo>
                <a:cubicBezTo>
                  <a:pt x="247566" y="10322"/>
                  <a:pt x="272636" y="391"/>
                  <a:pt x="297890" y="0"/>
                </a:cubicBezTo>
                <a:lnTo>
                  <a:pt x="297890" y="0"/>
                </a:lnTo>
                <a:cubicBezTo>
                  <a:pt x="323144" y="391"/>
                  <a:pt x="348215" y="10322"/>
                  <a:pt x="367484" y="29591"/>
                </a:cubicBezTo>
                <a:cubicBezTo>
                  <a:pt x="380644" y="42751"/>
                  <a:pt x="389448" y="58618"/>
                  <a:pt x="393604" y="75474"/>
                </a:cubicBezTo>
                <a:cubicBezTo>
                  <a:pt x="408376" y="66408"/>
                  <a:pt x="425787" y="61434"/>
                  <a:pt x="444360" y="61434"/>
                </a:cubicBezTo>
                <a:cubicBezTo>
                  <a:pt x="471611" y="61434"/>
                  <a:pt x="496360" y="72140"/>
                  <a:pt x="514494" y="89721"/>
                </a:cubicBezTo>
                <a:cubicBezTo>
                  <a:pt x="532075" y="107854"/>
                  <a:pt x="542780" y="132604"/>
                  <a:pt x="542780" y="159854"/>
                </a:cubicBezTo>
                <a:cubicBezTo>
                  <a:pt x="542780" y="178427"/>
                  <a:pt x="537807" y="195839"/>
                  <a:pt x="528740" y="210610"/>
                </a:cubicBezTo>
                <a:cubicBezTo>
                  <a:pt x="545596" y="214766"/>
                  <a:pt x="561463" y="223570"/>
                  <a:pt x="574624" y="236731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02" name="Oval 1901"/>
          <p:cNvSpPr/>
          <p:nvPr/>
        </p:nvSpPr>
        <p:spPr>
          <a:xfrm>
            <a:off x="708665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03" name="Oval 1902"/>
          <p:cNvSpPr/>
          <p:nvPr/>
        </p:nvSpPr>
        <p:spPr>
          <a:xfrm>
            <a:off x="34633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04" name="Oval 1903"/>
          <p:cNvSpPr/>
          <p:nvPr/>
        </p:nvSpPr>
        <p:spPr>
          <a:xfrm>
            <a:off x="118887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05" name="Oval 1904"/>
          <p:cNvSpPr/>
          <p:nvPr/>
        </p:nvSpPr>
        <p:spPr>
          <a:xfrm>
            <a:off x="203141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06" name="Oval 1905"/>
          <p:cNvSpPr/>
          <p:nvPr/>
        </p:nvSpPr>
        <p:spPr>
          <a:xfrm>
            <a:off x="287395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07" name="Oval 1906"/>
          <p:cNvSpPr/>
          <p:nvPr/>
        </p:nvSpPr>
        <p:spPr>
          <a:xfrm>
            <a:off x="371649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08" name="Oval 1907"/>
          <p:cNvSpPr/>
          <p:nvPr/>
        </p:nvSpPr>
        <p:spPr>
          <a:xfrm>
            <a:off x="455903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09" name="Oval 1908"/>
          <p:cNvSpPr/>
          <p:nvPr/>
        </p:nvSpPr>
        <p:spPr>
          <a:xfrm>
            <a:off x="540157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10" name="Oval 1909"/>
          <p:cNvSpPr/>
          <p:nvPr/>
        </p:nvSpPr>
        <p:spPr>
          <a:xfrm>
            <a:off x="624411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11" name="Oval 1910"/>
          <p:cNvSpPr/>
          <p:nvPr/>
        </p:nvSpPr>
        <p:spPr>
          <a:xfrm>
            <a:off x="877173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12" name="Oval 1911"/>
          <p:cNvSpPr/>
          <p:nvPr/>
        </p:nvSpPr>
        <p:spPr>
          <a:xfrm>
            <a:off x="792919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13" name="Oval 1912"/>
          <p:cNvSpPr/>
          <p:nvPr/>
        </p:nvSpPr>
        <p:spPr>
          <a:xfrm>
            <a:off x="1045681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14" name="Oval 1913"/>
          <p:cNvSpPr/>
          <p:nvPr/>
        </p:nvSpPr>
        <p:spPr>
          <a:xfrm>
            <a:off x="961427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15" name="Oval 1914"/>
          <p:cNvSpPr/>
          <p:nvPr/>
        </p:nvSpPr>
        <p:spPr>
          <a:xfrm>
            <a:off x="1129935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16" name="Teardrop 3"/>
          <p:cNvSpPr/>
          <p:nvPr/>
        </p:nvSpPr>
        <p:spPr>
          <a:xfrm rot="5400000" flipH="1" flipV="1">
            <a:off x="644277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17" name="Oval 1916"/>
          <p:cNvSpPr/>
          <p:nvPr/>
        </p:nvSpPr>
        <p:spPr>
          <a:xfrm>
            <a:off x="712049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18" name="Teardrop 3"/>
          <p:cNvSpPr/>
          <p:nvPr/>
        </p:nvSpPr>
        <p:spPr>
          <a:xfrm rot="5400000" flipH="1" flipV="1">
            <a:off x="-148774" y="3639262"/>
            <a:ext cx="612648" cy="315100"/>
          </a:xfrm>
          <a:custGeom>
            <a:avLst/>
            <a:gdLst/>
            <a:ahLst/>
            <a:cxnLst/>
            <a:rect l="l" t="t" r="r" b="b"/>
            <a:pathLst>
              <a:path w="612648" h="315100">
                <a:moveTo>
                  <a:pt x="239386" y="75670"/>
                </a:moveTo>
                <a:cubicBezTo>
                  <a:pt x="230866" y="67149"/>
                  <a:pt x="224313" y="57406"/>
                  <a:pt x="219944" y="46909"/>
                </a:cubicBezTo>
                <a:cubicBezTo>
                  <a:pt x="207099" y="60107"/>
                  <a:pt x="182914" y="65356"/>
                  <a:pt x="163810" y="64989"/>
                </a:cubicBezTo>
                <a:cubicBezTo>
                  <a:pt x="113792" y="64989"/>
                  <a:pt x="73243" y="105538"/>
                  <a:pt x="73243" y="155556"/>
                </a:cubicBezTo>
                <a:cubicBezTo>
                  <a:pt x="73243" y="179467"/>
                  <a:pt x="82509" y="201213"/>
                  <a:pt x="97830" y="217225"/>
                </a:cubicBezTo>
                <a:close/>
                <a:moveTo>
                  <a:pt x="268191" y="95157"/>
                </a:moveTo>
                <a:cubicBezTo>
                  <a:pt x="257695" y="90787"/>
                  <a:pt x="247952" y="84234"/>
                  <a:pt x="239431" y="75715"/>
                </a:cubicBezTo>
                <a:lnTo>
                  <a:pt x="97875" y="217270"/>
                </a:lnTo>
                <a:cubicBezTo>
                  <a:pt x="113887" y="232591"/>
                  <a:pt x="135634" y="241857"/>
                  <a:pt x="159544" y="241857"/>
                </a:cubicBezTo>
                <a:cubicBezTo>
                  <a:pt x="184553" y="241857"/>
                  <a:pt x="207195" y="231720"/>
                  <a:pt x="223585" y="215331"/>
                </a:cubicBezTo>
                <a:cubicBezTo>
                  <a:pt x="239974" y="198941"/>
                  <a:pt x="250111" y="176299"/>
                  <a:pt x="250111" y="151290"/>
                </a:cubicBezTo>
                <a:cubicBezTo>
                  <a:pt x="249745" y="132187"/>
                  <a:pt x="254994" y="108002"/>
                  <a:pt x="268191" y="95157"/>
                </a:cubicBezTo>
                <a:close/>
                <a:moveTo>
                  <a:pt x="391275" y="232488"/>
                </a:moveTo>
                <a:cubicBezTo>
                  <a:pt x="366688" y="214199"/>
                  <a:pt x="350981" y="184860"/>
                  <a:pt x="350981" y="151853"/>
                </a:cubicBezTo>
                <a:cubicBezTo>
                  <a:pt x="351479" y="125869"/>
                  <a:pt x="347689" y="109892"/>
                  <a:pt x="331337" y="99934"/>
                </a:cubicBezTo>
                <a:cubicBezTo>
                  <a:pt x="315088" y="104415"/>
                  <a:pt x="297874" y="104335"/>
                  <a:pt x="281637" y="99721"/>
                </a:cubicBezTo>
                <a:cubicBezTo>
                  <a:pt x="265010" y="109675"/>
                  <a:pt x="261165" y="125694"/>
                  <a:pt x="261667" y="151853"/>
                </a:cubicBezTo>
                <a:cubicBezTo>
                  <a:pt x="261667" y="179968"/>
                  <a:pt x="250271" y="205421"/>
                  <a:pt x="231847" y="223846"/>
                </a:cubicBezTo>
                <a:lnTo>
                  <a:pt x="221347" y="232509"/>
                </a:lnTo>
                <a:cubicBezTo>
                  <a:pt x="224390" y="249009"/>
                  <a:pt x="232545" y="264623"/>
                  <a:pt x="245300" y="277378"/>
                </a:cubicBezTo>
                <a:cubicBezTo>
                  <a:pt x="262208" y="294285"/>
                  <a:pt x="284137" y="303111"/>
                  <a:pt x="306292" y="303599"/>
                </a:cubicBezTo>
                <a:lnTo>
                  <a:pt x="306292" y="218433"/>
                </a:lnTo>
                <a:lnTo>
                  <a:pt x="306356" y="218433"/>
                </a:lnTo>
                <a:lnTo>
                  <a:pt x="306356" y="303599"/>
                </a:lnTo>
                <a:cubicBezTo>
                  <a:pt x="328512" y="303110"/>
                  <a:pt x="350441" y="294285"/>
                  <a:pt x="367348" y="277378"/>
                </a:cubicBezTo>
                <a:cubicBezTo>
                  <a:pt x="380109" y="264617"/>
                  <a:pt x="388266" y="248996"/>
                  <a:pt x="391275" y="232488"/>
                </a:cubicBezTo>
                <a:close/>
                <a:moveTo>
                  <a:pt x="514773" y="217271"/>
                </a:moveTo>
                <a:lnTo>
                  <a:pt x="373218" y="75716"/>
                </a:lnTo>
                <a:cubicBezTo>
                  <a:pt x="364700" y="84231"/>
                  <a:pt x="354962" y="90781"/>
                  <a:pt x="344508" y="95209"/>
                </a:cubicBezTo>
                <a:cubicBezTo>
                  <a:pt x="357668" y="108066"/>
                  <a:pt x="362903" y="132212"/>
                  <a:pt x="362537" y="151290"/>
                </a:cubicBezTo>
                <a:cubicBezTo>
                  <a:pt x="362537" y="201309"/>
                  <a:pt x="403086" y="241857"/>
                  <a:pt x="453104" y="241857"/>
                </a:cubicBezTo>
                <a:cubicBezTo>
                  <a:pt x="477015" y="241857"/>
                  <a:pt x="498761" y="232592"/>
                  <a:pt x="514773" y="217271"/>
                </a:cubicBezTo>
                <a:close/>
                <a:moveTo>
                  <a:pt x="539405" y="155556"/>
                </a:moveTo>
                <a:cubicBezTo>
                  <a:pt x="539405" y="105538"/>
                  <a:pt x="498856" y="64989"/>
                  <a:pt x="448838" y="64989"/>
                </a:cubicBezTo>
                <a:cubicBezTo>
                  <a:pt x="429760" y="65355"/>
                  <a:pt x="405614" y="60121"/>
                  <a:pt x="392756" y="46961"/>
                </a:cubicBezTo>
                <a:cubicBezTo>
                  <a:pt x="388329" y="57415"/>
                  <a:pt x="381778" y="67153"/>
                  <a:pt x="373263" y="75671"/>
                </a:cubicBezTo>
                <a:lnTo>
                  <a:pt x="514818" y="217225"/>
                </a:lnTo>
                <a:cubicBezTo>
                  <a:pt x="530139" y="201213"/>
                  <a:pt x="539405" y="179467"/>
                  <a:pt x="539405" y="155556"/>
                </a:cubicBezTo>
                <a:close/>
                <a:moveTo>
                  <a:pt x="612648" y="8776"/>
                </a:moveTo>
                <a:cubicBezTo>
                  <a:pt x="612257" y="34030"/>
                  <a:pt x="602326" y="59101"/>
                  <a:pt x="583058" y="78369"/>
                </a:cubicBezTo>
                <a:cubicBezTo>
                  <a:pt x="569890" y="91537"/>
                  <a:pt x="554014" y="100343"/>
                  <a:pt x="537134" y="104416"/>
                </a:cubicBezTo>
                <a:cubicBezTo>
                  <a:pt x="546225" y="119205"/>
                  <a:pt x="551214" y="136643"/>
                  <a:pt x="551214" y="155247"/>
                </a:cubicBezTo>
                <a:cubicBezTo>
                  <a:pt x="551214" y="182497"/>
                  <a:pt x="540509" y="207247"/>
                  <a:pt x="522928" y="225380"/>
                </a:cubicBezTo>
                <a:lnTo>
                  <a:pt x="522928" y="225380"/>
                </a:lnTo>
                <a:cubicBezTo>
                  <a:pt x="504794" y="242961"/>
                  <a:pt x="480045" y="253667"/>
                  <a:pt x="452794" y="253667"/>
                </a:cubicBezTo>
                <a:cubicBezTo>
                  <a:pt x="434191" y="253667"/>
                  <a:pt x="416753" y="248677"/>
                  <a:pt x="401964" y="239586"/>
                </a:cubicBezTo>
                <a:cubicBezTo>
                  <a:pt x="397891" y="256466"/>
                  <a:pt x="389084" y="272342"/>
                  <a:pt x="375917" y="285509"/>
                </a:cubicBezTo>
                <a:cubicBezTo>
                  <a:pt x="356649" y="304778"/>
                  <a:pt x="331578" y="314709"/>
                  <a:pt x="306324" y="315100"/>
                </a:cubicBezTo>
                <a:lnTo>
                  <a:pt x="306324" y="315100"/>
                </a:lnTo>
                <a:cubicBezTo>
                  <a:pt x="281070" y="314709"/>
                  <a:pt x="255999" y="304778"/>
                  <a:pt x="236731" y="285509"/>
                </a:cubicBezTo>
                <a:cubicBezTo>
                  <a:pt x="223571" y="272349"/>
                  <a:pt x="214766" y="256482"/>
                  <a:pt x="210610" y="239626"/>
                </a:cubicBezTo>
                <a:cubicBezTo>
                  <a:pt x="195839" y="248693"/>
                  <a:pt x="178427" y="253666"/>
                  <a:pt x="159854" y="253666"/>
                </a:cubicBezTo>
                <a:cubicBezTo>
                  <a:pt x="132604" y="253666"/>
                  <a:pt x="107854" y="242961"/>
                  <a:pt x="89720" y="225380"/>
                </a:cubicBezTo>
                <a:lnTo>
                  <a:pt x="89720" y="225380"/>
                </a:lnTo>
                <a:cubicBezTo>
                  <a:pt x="72140" y="207247"/>
                  <a:pt x="61434" y="182497"/>
                  <a:pt x="61434" y="155247"/>
                </a:cubicBezTo>
                <a:cubicBezTo>
                  <a:pt x="61434" y="136673"/>
                  <a:pt x="66408" y="119262"/>
                  <a:pt x="75474" y="104490"/>
                </a:cubicBezTo>
                <a:cubicBezTo>
                  <a:pt x="58618" y="100334"/>
                  <a:pt x="42751" y="91530"/>
                  <a:pt x="29591" y="78369"/>
                </a:cubicBezTo>
                <a:cubicBezTo>
                  <a:pt x="10322" y="59101"/>
                  <a:pt x="391" y="34030"/>
                  <a:pt x="0" y="8776"/>
                </a:cubicBezTo>
                <a:lnTo>
                  <a:pt x="0" y="8776"/>
                </a:lnTo>
                <a:lnTo>
                  <a:pt x="1828" y="0"/>
                </a:lnTo>
                <a:lnTo>
                  <a:pt x="13374" y="0"/>
                </a:lnTo>
                <a:cubicBezTo>
                  <a:pt x="11782" y="2802"/>
                  <a:pt x="11567" y="5771"/>
                  <a:pt x="11501" y="8744"/>
                </a:cubicBezTo>
                <a:lnTo>
                  <a:pt x="96667" y="8744"/>
                </a:lnTo>
                <a:lnTo>
                  <a:pt x="96667" y="8808"/>
                </a:lnTo>
                <a:lnTo>
                  <a:pt x="11501" y="8808"/>
                </a:lnTo>
                <a:cubicBezTo>
                  <a:pt x="11990" y="30964"/>
                  <a:pt x="20815" y="52893"/>
                  <a:pt x="37722" y="69800"/>
                </a:cubicBezTo>
                <a:cubicBezTo>
                  <a:pt x="50477" y="82555"/>
                  <a:pt x="66091" y="90711"/>
                  <a:pt x="82592" y="93753"/>
                </a:cubicBezTo>
                <a:cubicBezTo>
                  <a:pt x="100880" y="69151"/>
                  <a:pt x="130228" y="53433"/>
                  <a:pt x="163247" y="53433"/>
                </a:cubicBezTo>
                <a:cubicBezTo>
                  <a:pt x="186137" y="53872"/>
                  <a:pt x="201262" y="50984"/>
                  <a:pt x="211355" y="39116"/>
                </a:cubicBezTo>
                <a:cubicBezTo>
                  <a:pt x="212796" y="37420"/>
                  <a:pt x="214135" y="35542"/>
                  <a:pt x="215380" y="33463"/>
                </a:cubicBezTo>
                <a:lnTo>
                  <a:pt x="215236" y="0"/>
                </a:lnTo>
                <a:lnTo>
                  <a:pt x="223507" y="0"/>
                </a:lnTo>
                <a:cubicBezTo>
                  <a:pt x="219688" y="24354"/>
                  <a:pt x="227777" y="49750"/>
                  <a:pt x="246535" y="68520"/>
                </a:cubicBezTo>
                <a:lnTo>
                  <a:pt x="254763" y="60293"/>
                </a:lnTo>
                <a:cubicBezTo>
                  <a:pt x="254771" y="60299"/>
                  <a:pt x="254778" y="60307"/>
                  <a:pt x="254786" y="60315"/>
                </a:cubicBezTo>
                <a:lnTo>
                  <a:pt x="254808" y="60338"/>
                </a:lnTo>
                <a:lnTo>
                  <a:pt x="246580" y="68565"/>
                </a:lnTo>
                <a:cubicBezTo>
                  <a:pt x="279582" y="101547"/>
                  <a:pt x="333066" y="101547"/>
                  <a:pt x="366068" y="68565"/>
                </a:cubicBezTo>
                <a:lnTo>
                  <a:pt x="357840" y="60338"/>
                </a:lnTo>
                <a:cubicBezTo>
                  <a:pt x="357847" y="60330"/>
                  <a:pt x="357855" y="60322"/>
                  <a:pt x="357862" y="60315"/>
                </a:cubicBezTo>
                <a:lnTo>
                  <a:pt x="357885" y="60293"/>
                </a:lnTo>
                <a:lnTo>
                  <a:pt x="366113" y="68520"/>
                </a:lnTo>
                <a:cubicBezTo>
                  <a:pt x="384872" y="49750"/>
                  <a:pt x="392961" y="24354"/>
                  <a:pt x="389142" y="0"/>
                </a:cubicBezTo>
                <a:lnTo>
                  <a:pt x="397337" y="0"/>
                </a:lnTo>
                <a:cubicBezTo>
                  <a:pt x="401479" y="11094"/>
                  <a:pt x="400548" y="22668"/>
                  <a:pt x="397481" y="33790"/>
                </a:cubicBezTo>
                <a:cubicBezTo>
                  <a:pt x="407439" y="50142"/>
                  <a:pt x="423417" y="53932"/>
                  <a:pt x="449401" y="53433"/>
                </a:cubicBezTo>
                <a:cubicBezTo>
                  <a:pt x="482408" y="53434"/>
                  <a:pt x="511746" y="69140"/>
                  <a:pt x="530035" y="93727"/>
                </a:cubicBezTo>
                <a:cubicBezTo>
                  <a:pt x="546543" y="90718"/>
                  <a:pt x="562165" y="82561"/>
                  <a:pt x="574926" y="69800"/>
                </a:cubicBezTo>
                <a:cubicBezTo>
                  <a:pt x="591833" y="52893"/>
                  <a:pt x="600659" y="30964"/>
                  <a:pt x="601147" y="8808"/>
                </a:cubicBezTo>
                <a:lnTo>
                  <a:pt x="515982" y="8808"/>
                </a:lnTo>
                <a:lnTo>
                  <a:pt x="515981" y="8744"/>
                </a:lnTo>
                <a:lnTo>
                  <a:pt x="601147" y="8744"/>
                </a:lnTo>
                <a:lnTo>
                  <a:pt x="599275" y="0"/>
                </a:lnTo>
                <a:lnTo>
                  <a:pt x="610820" y="0"/>
                </a:lnTo>
                <a:cubicBezTo>
                  <a:pt x="612423" y="2826"/>
                  <a:pt x="612602" y="5800"/>
                  <a:pt x="612648" y="8776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19" name="Oval 1918"/>
          <p:cNvSpPr/>
          <p:nvPr/>
        </p:nvSpPr>
        <p:spPr>
          <a:xfrm>
            <a:off x="37745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20" name="Teardrop 3"/>
          <p:cNvSpPr/>
          <p:nvPr/>
        </p:nvSpPr>
        <p:spPr>
          <a:xfrm rot="5400000" flipH="1" flipV="1">
            <a:off x="138753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21" name="Teardrop 3"/>
          <p:cNvSpPr/>
          <p:nvPr/>
        </p:nvSpPr>
        <p:spPr>
          <a:xfrm rot="5400000" flipH="1" flipV="1">
            <a:off x="223007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22" name="Teardrop 3"/>
          <p:cNvSpPr/>
          <p:nvPr/>
        </p:nvSpPr>
        <p:spPr>
          <a:xfrm rot="5400000" flipH="1" flipV="1">
            <a:off x="307261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23" name="Teardrop 3"/>
          <p:cNvSpPr/>
          <p:nvPr/>
        </p:nvSpPr>
        <p:spPr>
          <a:xfrm rot="5400000" flipH="1" flipV="1">
            <a:off x="391515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24" name="Teardrop 3"/>
          <p:cNvSpPr/>
          <p:nvPr/>
        </p:nvSpPr>
        <p:spPr>
          <a:xfrm rot="5400000" flipH="1" flipV="1">
            <a:off x="475769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25" name="Teardrop 3"/>
          <p:cNvSpPr/>
          <p:nvPr/>
        </p:nvSpPr>
        <p:spPr>
          <a:xfrm rot="5400000" flipH="1" flipV="1">
            <a:off x="560023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26" name="Oval 1925"/>
          <p:cNvSpPr/>
          <p:nvPr/>
        </p:nvSpPr>
        <p:spPr>
          <a:xfrm>
            <a:off x="122033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27" name="Oval 1926"/>
          <p:cNvSpPr/>
          <p:nvPr/>
        </p:nvSpPr>
        <p:spPr>
          <a:xfrm>
            <a:off x="206321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28" name="Oval 1927"/>
          <p:cNvSpPr/>
          <p:nvPr/>
        </p:nvSpPr>
        <p:spPr>
          <a:xfrm>
            <a:off x="290609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29" name="Oval 1928"/>
          <p:cNvSpPr/>
          <p:nvPr/>
        </p:nvSpPr>
        <p:spPr>
          <a:xfrm>
            <a:off x="374897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30" name="Oval 1929"/>
          <p:cNvSpPr/>
          <p:nvPr/>
        </p:nvSpPr>
        <p:spPr>
          <a:xfrm>
            <a:off x="459185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31" name="Oval 1930"/>
          <p:cNvSpPr/>
          <p:nvPr/>
        </p:nvSpPr>
        <p:spPr>
          <a:xfrm>
            <a:off x="543473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32" name="Oval 1931"/>
          <p:cNvSpPr/>
          <p:nvPr/>
        </p:nvSpPr>
        <p:spPr>
          <a:xfrm>
            <a:off x="627761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33" name="Teardrop 3"/>
          <p:cNvSpPr/>
          <p:nvPr/>
        </p:nvSpPr>
        <p:spPr>
          <a:xfrm rot="5400000" flipH="1" flipV="1">
            <a:off x="812785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34" name="Oval 1933"/>
          <p:cNvSpPr/>
          <p:nvPr/>
        </p:nvSpPr>
        <p:spPr>
          <a:xfrm>
            <a:off x="880625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35" name="Teardrop 3"/>
          <p:cNvSpPr/>
          <p:nvPr/>
        </p:nvSpPr>
        <p:spPr>
          <a:xfrm rot="5400000" flipH="1" flipV="1">
            <a:off x="728531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36" name="Oval 1935"/>
          <p:cNvSpPr/>
          <p:nvPr/>
        </p:nvSpPr>
        <p:spPr>
          <a:xfrm>
            <a:off x="796337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37" name="Teardrop 3"/>
          <p:cNvSpPr/>
          <p:nvPr/>
        </p:nvSpPr>
        <p:spPr>
          <a:xfrm rot="5400000" flipH="1" flipV="1">
            <a:off x="981293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38" name="Oval 1937"/>
          <p:cNvSpPr/>
          <p:nvPr/>
        </p:nvSpPr>
        <p:spPr>
          <a:xfrm>
            <a:off x="1049201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39" name="Teardrop 3"/>
          <p:cNvSpPr/>
          <p:nvPr/>
        </p:nvSpPr>
        <p:spPr>
          <a:xfrm rot="5400000" flipH="1" flipV="1">
            <a:off x="897039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40" name="Oval 1939"/>
          <p:cNvSpPr/>
          <p:nvPr/>
        </p:nvSpPr>
        <p:spPr>
          <a:xfrm>
            <a:off x="964913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41" name="Teardrop 3"/>
          <p:cNvSpPr/>
          <p:nvPr/>
        </p:nvSpPr>
        <p:spPr>
          <a:xfrm rot="5400000" flipH="1" flipV="1">
            <a:off x="11498011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42" name="Teardrop 3"/>
          <p:cNvSpPr/>
          <p:nvPr/>
        </p:nvSpPr>
        <p:spPr>
          <a:xfrm rot="5400000" flipH="1" flipV="1">
            <a:off x="1065547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43" name="Oval 1942"/>
          <p:cNvSpPr/>
          <p:nvPr/>
        </p:nvSpPr>
        <p:spPr>
          <a:xfrm>
            <a:off x="1133489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44" name="Teardrop 3"/>
          <p:cNvSpPr/>
          <p:nvPr/>
        </p:nvSpPr>
        <p:spPr>
          <a:xfrm rot="5400000" flipH="1" flipV="1">
            <a:off x="54499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45" name="Oval 1944"/>
          <p:cNvSpPr/>
          <p:nvPr/>
        </p:nvSpPr>
        <p:spPr>
          <a:xfrm>
            <a:off x="666451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46" name="Oval 1945"/>
          <p:cNvSpPr/>
          <p:nvPr/>
        </p:nvSpPr>
        <p:spPr>
          <a:xfrm>
            <a:off x="76673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47" name="Oval 1946"/>
          <p:cNvSpPr/>
          <p:nvPr/>
        </p:nvSpPr>
        <p:spPr>
          <a:xfrm>
            <a:off x="160927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48" name="Oval 1947"/>
          <p:cNvSpPr/>
          <p:nvPr/>
        </p:nvSpPr>
        <p:spPr>
          <a:xfrm>
            <a:off x="245181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49" name="Oval 1948"/>
          <p:cNvSpPr/>
          <p:nvPr/>
        </p:nvSpPr>
        <p:spPr>
          <a:xfrm>
            <a:off x="329435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50" name="Oval 1949"/>
          <p:cNvSpPr/>
          <p:nvPr/>
        </p:nvSpPr>
        <p:spPr>
          <a:xfrm>
            <a:off x="413689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51" name="Oval 1950"/>
          <p:cNvSpPr/>
          <p:nvPr/>
        </p:nvSpPr>
        <p:spPr>
          <a:xfrm>
            <a:off x="497943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52" name="Oval 1951"/>
          <p:cNvSpPr/>
          <p:nvPr/>
        </p:nvSpPr>
        <p:spPr>
          <a:xfrm>
            <a:off x="582197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53" name="Oval 1952"/>
          <p:cNvSpPr/>
          <p:nvPr/>
        </p:nvSpPr>
        <p:spPr>
          <a:xfrm>
            <a:off x="834959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54" name="Oval 1953"/>
          <p:cNvSpPr/>
          <p:nvPr/>
        </p:nvSpPr>
        <p:spPr>
          <a:xfrm>
            <a:off x="750705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55" name="Oval 1954"/>
          <p:cNvSpPr/>
          <p:nvPr/>
        </p:nvSpPr>
        <p:spPr>
          <a:xfrm>
            <a:off x="1003467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56" name="Oval 1955"/>
          <p:cNvSpPr/>
          <p:nvPr/>
        </p:nvSpPr>
        <p:spPr>
          <a:xfrm>
            <a:off x="919213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57" name="Oval 1956"/>
          <p:cNvSpPr/>
          <p:nvPr/>
        </p:nvSpPr>
        <p:spPr>
          <a:xfrm>
            <a:off x="11719750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58" name="Oval 1957"/>
          <p:cNvSpPr/>
          <p:nvPr/>
        </p:nvSpPr>
        <p:spPr>
          <a:xfrm>
            <a:off x="1087721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59" name="Teardrop 3"/>
          <p:cNvSpPr/>
          <p:nvPr/>
        </p:nvSpPr>
        <p:spPr>
          <a:xfrm rot="5400000" flipH="1" flipV="1">
            <a:off x="602118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60" name="Teardrop 3"/>
          <p:cNvSpPr/>
          <p:nvPr/>
        </p:nvSpPr>
        <p:spPr>
          <a:xfrm rot="5400000" flipH="1" flipV="1">
            <a:off x="96594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61" name="Teardrop 3"/>
          <p:cNvSpPr/>
          <p:nvPr/>
        </p:nvSpPr>
        <p:spPr>
          <a:xfrm rot="5400000" flipH="1" flipV="1">
            <a:off x="180848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62" name="Teardrop 3"/>
          <p:cNvSpPr/>
          <p:nvPr/>
        </p:nvSpPr>
        <p:spPr>
          <a:xfrm rot="5400000" flipH="1" flipV="1">
            <a:off x="265102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63" name="Teardrop 3"/>
          <p:cNvSpPr/>
          <p:nvPr/>
        </p:nvSpPr>
        <p:spPr>
          <a:xfrm rot="5400000" flipH="1" flipV="1">
            <a:off x="349356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64" name="Teardrop 3"/>
          <p:cNvSpPr/>
          <p:nvPr/>
        </p:nvSpPr>
        <p:spPr>
          <a:xfrm rot="5400000" flipH="1" flipV="1">
            <a:off x="433610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65" name="Teardrop 3"/>
          <p:cNvSpPr/>
          <p:nvPr/>
        </p:nvSpPr>
        <p:spPr>
          <a:xfrm rot="5400000" flipH="1" flipV="1">
            <a:off x="517864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66" name="Teardrop 3"/>
          <p:cNvSpPr/>
          <p:nvPr/>
        </p:nvSpPr>
        <p:spPr>
          <a:xfrm rot="5400000" flipH="1" flipV="1">
            <a:off x="770626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67" name="Teardrop 3"/>
          <p:cNvSpPr/>
          <p:nvPr/>
        </p:nvSpPr>
        <p:spPr>
          <a:xfrm rot="5400000" flipH="1" flipV="1">
            <a:off x="686372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68" name="Teardrop 3"/>
          <p:cNvSpPr/>
          <p:nvPr/>
        </p:nvSpPr>
        <p:spPr>
          <a:xfrm rot="5400000" flipH="1" flipV="1">
            <a:off x="939134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69" name="Teardrop 3"/>
          <p:cNvSpPr/>
          <p:nvPr/>
        </p:nvSpPr>
        <p:spPr>
          <a:xfrm rot="5400000" flipH="1" flipV="1">
            <a:off x="854880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70" name="Teardrop 3"/>
          <p:cNvSpPr/>
          <p:nvPr/>
        </p:nvSpPr>
        <p:spPr>
          <a:xfrm rot="5400000" flipH="1" flipV="1">
            <a:off x="11076421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71" name="Teardrop 3"/>
          <p:cNvSpPr/>
          <p:nvPr/>
        </p:nvSpPr>
        <p:spPr>
          <a:xfrm rot="5400000" flipH="1" flipV="1">
            <a:off x="1023388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72" name="Teardrop 3"/>
          <p:cNvSpPr/>
          <p:nvPr/>
        </p:nvSpPr>
        <p:spPr>
          <a:xfrm rot="5400000" flipH="1" flipV="1">
            <a:off x="12340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73" name="Teardrop 3"/>
          <p:cNvSpPr/>
          <p:nvPr/>
        </p:nvSpPr>
        <p:spPr>
          <a:xfrm rot="5400000" flipH="1" flipV="1">
            <a:off x="11760002" y="4069935"/>
            <a:ext cx="595781" cy="268215"/>
          </a:xfrm>
          <a:custGeom>
            <a:avLst/>
            <a:gdLst/>
            <a:ahLst/>
            <a:cxnLst/>
            <a:rect l="l" t="t" r="r" b="b"/>
            <a:pathLst>
              <a:path w="595781" h="268215">
                <a:moveTo>
                  <a:pt x="230951" y="239431"/>
                </a:moveTo>
                <a:lnTo>
                  <a:pt x="89396" y="97876"/>
                </a:lnTo>
                <a:cubicBezTo>
                  <a:pt x="74075" y="113887"/>
                  <a:pt x="64809" y="135634"/>
                  <a:pt x="64809" y="159544"/>
                </a:cubicBezTo>
                <a:cubicBezTo>
                  <a:pt x="64809" y="209563"/>
                  <a:pt x="105358" y="250112"/>
                  <a:pt x="155376" y="250112"/>
                </a:cubicBezTo>
                <a:cubicBezTo>
                  <a:pt x="174455" y="249746"/>
                  <a:pt x="198601" y="254980"/>
                  <a:pt x="211458" y="268141"/>
                </a:cubicBezTo>
                <a:cubicBezTo>
                  <a:pt x="215886" y="257686"/>
                  <a:pt x="222436" y="247948"/>
                  <a:pt x="230951" y="239431"/>
                </a:cubicBezTo>
                <a:close/>
                <a:moveTo>
                  <a:pt x="259706" y="219892"/>
                </a:moveTo>
                <a:cubicBezTo>
                  <a:pt x="246546" y="207035"/>
                  <a:pt x="241311" y="182889"/>
                  <a:pt x="241677" y="163811"/>
                </a:cubicBezTo>
                <a:cubicBezTo>
                  <a:pt x="241677" y="113792"/>
                  <a:pt x="201129" y="73244"/>
                  <a:pt x="151110" y="73244"/>
                </a:cubicBezTo>
                <a:cubicBezTo>
                  <a:pt x="127200" y="73244"/>
                  <a:pt x="105453" y="82510"/>
                  <a:pt x="89441" y="97831"/>
                </a:cubicBezTo>
                <a:lnTo>
                  <a:pt x="230996" y="239386"/>
                </a:lnTo>
                <a:cubicBezTo>
                  <a:pt x="239514" y="230871"/>
                  <a:pt x="249252" y="224320"/>
                  <a:pt x="259706" y="219892"/>
                </a:cubicBezTo>
                <a:close/>
                <a:moveTo>
                  <a:pt x="382868" y="82592"/>
                </a:moveTo>
                <a:cubicBezTo>
                  <a:pt x="379825" y="66091"/>
                  <a:pt x="371670" y="50477"/>
                  <a:pt x="358914" y="37722"/>
                </a:cubicBezTo>
                <a:cubicBezTo>
                  <a:pt x="342007" y="20815"/>
                  <a:pt x="320078" y="11989"/>
                  <a:pt x="297922" y="11501"/>
                </a:cubicBezTo>
                <a:lnTo>
                  <a:pt x="297922" y="96667"/>
                </a:lnTo>
                <a:lnTo>
                  <a:pt x="297858" y="96667"/>
                </a:lnTo>
                <a:lnTo>
                  <a:pt x="297858" y="11501"/>
                </a:lnTo>
                <a:cubicBezTo>
                  <a:pt x="275703" y="11990"/>
                  <a:pt x="253774" y="20815"/>
                  <a:pt x="236866" y="37722"/>
                </a:cubicBezTo>
                <a:cubicBezTo>
                  <a:pt x="224105" y="50483"/>
                  <a:pt x="215948" y="66105"/>
                  <a:pt x="212939" y="82613"/>
                </a:cubicBezTo>
                <a:cubicBezTo>
                  <a:pt x="237527" y="100902"/>
                  <a:pt x="253233" y="130241"/>
                  <a:pt x="253233" y="163248"/>
                </a:cubicBezTo>
                <a:cubicBezTo>
                  <a:pt x="252735" y="189232"/>
                  <a:pt x="256525" y="205210"/>
                  <a:pt x="272877" y="215167"/>
                </a:cubicBezTo>
                <a:cubicBezTo>
                  <a:pt x="289126" y="210687"/>
                  <a:pt x="306340" y="210767"/>
                  <a:pt x="322577" y="215380"/>
                </a:cubicBezTo>
                <a:cubicBezTo>
                  <a:pt x="324655" y="214136"/>
                  <a:pt x="326534" y="212797"/>
                  <a:pt x="328229" y="211355"/>
                </a:cubicBezTo>
                <a:cubicBezTo>
                  <a:pt x="340097" y="201263"/>
                  <a:pt x="342986" y="186138"/>
                  <a:pt x="342547" y="163248"/>
                </a:cubicBezTo>
                <a:cubicBezTo>
                  <a:pt x="342547" y="130228"/>
                  <a:pt x="358265" y="100880"/>
                  <a:pt x="382868" y="82592"/>
                </a:cubicBezTo>
                <a:close/>
                <a:moveTo>
                  <a:pt x="506339" y="97830"/>
                </a:moveTo>
                <a:cubicBezTo>
                  <a:pt x="490327" y="82509"/>
                  <a:pt x="468581" y="73244"/>
                  <a:pt x="444670" y="73244"/>
                </a:cubicBezTo>
                <a:cubicBezTo>
                  <a:pt x="394652" y="73244"/>
                  <a:pt x="354103" y="113792"/>
                  <a:pt x="354103" y="163811"/>
                </a:cubicBezTo>
                <a:cubicBezTo>
                  <a:pt x="354470" y="182914"/>
                  <a:pt x="349220" y="207099"/>
                  <a:pt x="336023" y="219944"/>
                </a:cubicBezTo>
                <a:cubicBezTo>
                  <a:pt x="346519" y="224314"/>
                  <a:pt x="356263" y="230867"/>
                  <a:pt x="364783" y="239386"/>
                </a:cubicBezTo>
                <a:close/>
                <a:moveTo>
                  <a:pt x="530971" y="159544"/>
                </a:moveTo>
                <a:cubicBezTo>
                  <a:pt x="530971" y="135634"/>
                  <a:pt x="521705" y="113887"/>
                  <a:pt x="506384" y="97876"/>
                </a:cubicBezTo>
                <a:lnTo>
                  <a:pt x="364828" y="239431"/>
                </a:lnTo>
                <a:cubicBezTo>
                  <a:pt x="373348" y="247952"/>
                  <a:pt x="379901" y="257695"/>
                  <a:pt x="384270" y="268192"/>
                </a:cubicBezTo>
                <a:cubicBezTo>
                  <a:pt x="397115" y="254994"/>
                  <a:pt x="421300" y="249745"/>
                  <a:pt x="440404" y="250111"/>
                </a:cubicBezTo>
                <a:cubicBezTo>
                  <a:pt x="465413" y="250112"/>
                  <a:pt x="488055" y="239974"/>
                  <a:pt x="504444" y="223585"/>
                </a:cubicBezTo>
                <a:cubicBezTo>
                  <a:pt x="520834" y="207196"/>
                  <a:pt x="530971" y="184554"/>
                  <a:pt x="530971" y="159544"/>
                </a:cubicBezTo>
                <a:close/>
                <a:moveTo>
                  <a:pt x="595781" y="268215"/>
                </a:moveTo>
                <a:lnTo>
                  <a:pt x="581969" y="268215"/>
                </a:lnTo>
                <a:cubicBezTo>
                  <a:pt x="578743" y="259654"/>
                  <a:pt x="573266" y="252074"/>
                  <a:pt x="566492" y="245300"/>
                </a:cubicBezTo>
                <a:cubicBezTo>
                  <a:pt x="553737" y="232545"/>
                  <a:pt x="538123" y="224389"/>
                  <a:pt x="521623" y="221347"/>
                </a:cubicBezTo>
                <a:cubicBezTo>
                  <a:pt x="519174" y="225205"/>
                  <a:pt x="516174" y="228633"/>
                  <a:pt x="512960" y="231847"/>
                </a:cubicBezTo>
                <a:cubicBezTo>
                  <a:pt x="494535" y="250272"/>
                  <a:pt x="469082" y="261667"/>
                  <a:pt x="440967" y="261667"/>
                </a:cubicBezTo>
                <a:cubicBezTo>
                  <a:pt x="425629" y="261373"/>
                  <a:pt x="413777" y="262574"/>
                  <a:pt x="405186" y="268215"/>
                </a:cubicBezTo>
                <a:lnTo>
                  <a:pt x="372038" y="268215"/>
                </a:lnTo>
                <a:cubicBezTo>
                  <a:pt x="369178" y="260078"/>
                  <a:pt x="364042" y="252948"/>
                  <a:pt x="357679" y="246581"/>
                </a:cubicBezTo>
                <a:lnTo>
                  <a:pt x="349451" y="254808"/>
                </a:lnTo>
                <a:lnTo>
                  <a:pt x="349428" y="254786"/>
                </a:lnTo>
                <a:cubicBezTo>
                  <a:pt x="349421" y="254779"/>
                  <a:pt x="349413" y="254771"/>
                  <a:pt x="349406" y="254763"/>
                </a:cubicBezTo>
                <a:lnTo>
                  <a:pt x="357634" y="246536"/>
                </a:lnTo>
                <a:cubicBezTo>
                  <a:pt x="324632" y="213554"/>
                  <a:pt x="271148" y="213554"/>
                  <a:pt x="238147" y="246536"/>
                </a:cubicBezTo>
                <a:lnTo>
                  <a:pt x="246374" y="254763"/>
                </a:lnTo>
                <a:cubicBezTo>
                  <a:pt x="246367" y="254771"/>
                  <a:pt x="246360" y="254779"/>
                  <a:pt x="246352" y="254786"/>
                </a:cubicBezTo>
                <a:cubicBezTo>
                  <a:pt x="246345" y="254794"/>
                  <a:pt x="246337" y="254801"/>
                  <a:pt x="246329" y="254808"/>
                </a:cubicBezTo>
                <a:lnTo>
                  <a:pt x="238101" y="246581"/>
                </a:lnTo>
                <a:lnTo>
                  <a:pt x="223742" y="268215"/>
                </a:lnTo>
                <a:lnTo>
                  <a:pt x="190546" y="268215"/>
                </a:lnTo>
                <a:cubicBezTo>
                  <a:pt x="181970" y="262570"/>
                  <a:pt x="170130" y="261374"/>
                  <a:pt x="154813" y="261668"/>
                </a:cubicBezTo>
                <a:cubicBezTo>
                  <a:pt x="121806" y="261668"/>
                  <a:pt x="92467" y="245961"/>
                  <a:pt x="74179" y="221373"/>
                </a:cubicBezTo>
                <a:cubicBezTo>
                  <a:pt x="57671" y="224382"/>
                  <a:pt x="42049" y="232539"/>
                  <a:pt x="29288" y="245300"/>
                </a:cubicBezTo>
                <a:lnTo>
                  <a:pt x="13811" y="268215"/>
                </a:lnTo>
                <a:lnTo>
                  <a:pt x="0" y="268215"/>
                </a:lnTo>
                <a:cubicBezTo>
                  <a:pt x="4705" y="256723"/>
                  <a:pt x="11839" y="246048"/>
                  <a:pt x="21157" y="236731"/>
                </a:cubicBezTo>
                <a:cubicBezTo>
                  <a:pt x="34324" y="223564"/>
                  <a:pt x="50200" y="214757"/>
                  <a:pt x="67080" y="210684"/>
                </a:cubicBezTo>
                <a:cubicBezTo>
                  <a:pt x="57990" y="195895"/>
                  <a:pt x="53000" y="178457"/>
                  <a:pt x="53000" y="159854"/>
                </a:cubicBezTo>
                <a:cubicBezTo>
                  <a:pt x="53000" y="132604"/>
                  <a:pt x="63706" y="107854"/>
                  <a:pt x="81286" y="89721"/>
                </a:cubicBezTo>
                <a:cubicBezTo>
                  <a:pt x="99420" y="72140"/>
                  <a:pt x="124170" y="61435"/>
                  <a:pt x="151420" y="61435"/>
                </a:cubicBezTo>
                <a:cubicBezTo>
                  <a:pt x="170023" y="61435"/>
                  <a:pt x="187461" y="66424"/>
                  <a:pt x="202250" y="75515"/>
                </a:cubicBezTo>
                <a:cubicBezTo>
                  <a:pt x="206323" y="58635"/>
                  <a:pt x="215130" y="42758"/>
                  <a:pt x="228297" y="29591"/>
                </a:cubicBezTo>
                <a:cubicBezTo>
                  <a:pt x="247566" y="10322"/>
                  <a:pt x="272636" y="391"/>
                  <a:pt x="297890" y="0"/>
                </a:cubicBezTo>
                <a:cubicBezTo>
                  <a:pt x="323144" y="391"/>
                  <a:pt x="348215" y="10322"/>
                  <a:pt x="367484" y="29591"/>
                </a:cubicBezTo>
                <a:cubicBezTo>
                  <a:pt x="380644" y="42751"/>
                  <a:pt x="389448" y="58618"/>
                  <a:pt x="393604" y="75474"/>
                </a:cubicBezTo>
                <a:cubicBezTo>
                  <a:pt x="408376" y="66408"/>
                  <a:pt x="425787" y="61434"/>
                  <a:pt x="444360" y="61434"/>
                </a:cubicBezTo>
                <a:cubicBezTo>
                  <a:pt x="471611" y="61434"/>
                  <a:pt x="496360" y="72140"/>
                  <a:pt x="514494" y="89721"/>
                </a:cubicBezTo>
                <a:cubicBezTo>
                  <a:pt x="532075" y="107854"/>
                  <a:pt x="542780" y="132604"/>
                  <a:pt x="542780" y="159854"/>
                </a:cubicBezTo>
                <a:cubicBezTo>
                  <a:pt x="542780" y="178427"/>
                  <a:pt x="537807" y="195839"/>
                  <a:pt x="528740" y="210610"/>
                </a:cubicBezTo>
                <a:cubicBezTo>
                  <a:pt x="545596" y="214766"/>
                  <a:pt x="561463" y="223570"/>
                  <a:pt x="574624" y="236731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74" name="Oval 1973"/>
          <p:cNvSpPr/>
          <p:nvPr/>
        </p:nvSpPr>
        <p:spPr>
          <a:xfrm>
            <a:off x="708665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75" name="Oval 1974"/>
          <p:cNvSpPr/>
          <p:nvPr/>
        </p:nvSpPr>
        <p:spPr>
          <a:xfrm>
            <a:off x="34633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76" name="Oval 1975"/>
          <p:cNvSpPr/>
          <p:nvPr/>
        </p:nvSpPr>
        <p:spPr>
          <a:xfrm>
            <a:off x="118887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77" name="Oval 1976"/>
          <p:cNvSpPr/>
          <p:nvPr/>
        </p:nvSpPr>
        <p:spPr>
          <a:xfrm>
            <a:off x="203141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78" name="Oval 1977"/>
          <p:cNvSpPr/>
          <p:nvPr/>
        </p:nvSpPr>
        <p:spPr>
          <a:xfrm>
            <a:off x="287395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79" name="Oval 1978"/>
          <p:cNvSpPr/>
          <p:nvPr/>
        </p:nvSpPr>
        <p:spPr>
          <a:xfrm>
            <a:off x="371649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80" name="Oval 1979"/>
          <p:cNvSpPr/>
          <p:nvPr/>
        </p:nvSpPr>
        <p:spPr>
          <a:xfrm>
            <a:off x="455903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81" name="Oval 1980"/>
          <p:cNvSpPr/>
          <p:nvPr/>
        </p:nvSpPr>
        <p:spPr>
          <a:xfrm>
            <a:off x="540157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82" name="Oval 1981"/>
          <p:cNvSpPr/>
          <p:nvPr/>
        </p:nvSpPr>
        <p:spPr>
          <a:xfrm>
            <a:off x="624411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83" name="Oval 1982"/>
          <p:cNvSpPr/>
          <p:nvPr/>
        </p:nvSpPr>
        <p:spPr>
          <a:xfrm>
            <a:off x="877173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84" name="Oval 1983"/>
          <p:cNvSpPr/>
          <p:nvPr/>
        </p:nvSpPr>
        <p:spPr>
          <a:xfrm>
            <a:off x="792919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85" name="Oval 1984"/>
          <p:cNvSpPr/>
          <p:nvPr/>
        </p:nvSpPr>
        <p:spPr>
          <a:xfrm>
            <a:off x="1045681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86" name="Oval 1985"/>
          <p:cNvSpPr/>
          <p:nvPr/>
        </p:nvSpPr>
        <p:spPr>
          <a:xfrm>
            <a:off x="961427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87" name="Oval 1986"/>
          <p:cNvSpPr/>
          <p:nvPr/>
        </p:nvSpPr>
        <p:spPr>
          <a:xfrm>
            <a:off x="1129935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88" name="Teardrop 3"/>
          <p:cNvSpPr/>
          <p:nvPr/>
        </p:nvSpPr>
        <p:spPr>
          <a:xfrm rot="5400000" flipH="1" flipV="1">
            <a:off x="6636142" y="4185695"/>
            <a:ext cx="232840" cy="539773"/>
          </a:xfrm>
          <a:custGeom>
            <a:avLst/>
            <a:gdLst/>
            <a:ahLst/>
            <a:cxnLst/>
            <a:rect l="l" t="t" r="r" b="b"/>
            <a:pathLst>
              <a:path w="232840" h="539773">
                <a:moveTo>
                  <a:pt x="221340" y="269867"/>
                </a:moveTo>
                <a:cubicBezTo>
                  <a:pt x="220851" y="247712"/>
                  <a:pt x="212026" y="225783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3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1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7"/>
                  <a:pt x="157326" y="365540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4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3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4"/>
                </a:lnTo>
                <a:lnTo>
                  <a:pt x="0" y="462727"/>
                </a:lnTo>
                <a:cubicBezTo>
                  <a:pt x="14950" y="487415"/>
                  <a:pt x="42305" y="502981"/>
                  <a:pt x="73296" y="502981"/>
                </a:cubicBezTo>
                <a:cubicBezTo>
                  <a:pt x="97207" y="502981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7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9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90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6"/>
                </a:lnTo>
                <a:cubicBezTo>
                  <a:pt x="118953" y="46085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10"/>
                  <a:pt x="124986" y="35715"/>
                  <a:pt x="143120" y="53296"/>
                </a:cubicBezTo>
                <a:cubicBezTo>
                  <a:pt x="160701" y="71430"/>
                  <a:pt x="171406" y="96180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5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89" name="Teardrop 3"/>
          <p:cNvSpPr/>
          <p:nvPr/>
        </p:nvSpPr>
        <p:spPr>
          <a:xfrm rot="5400000" flipH="1" flipV="1">
            <a:off x="22905" y="4316257"/>
            <a:ext cx="232840" cy="278649"/>
          </a:xfrm>
          <a:custGeom>
            <a:avLst/>
            <a:gdLst/>
            <a:ahLst/>
            <a:cxnLst/>
            <a:rect l="l" t="t" r="r" b="b"/>
            <a:pathLst>
              <a:path w="232840" h="278649">
                <a:moveTo>
                  <a:pt x="232840" y="8776"/>
                </a:moveTo>
                <a:cubicBezTo>
                  <a:pt x="232449" y="34030"/>
                  <a:pt x="222519" y="59101"/>
                  <a:pt x="203250" y="78369"/>
                </a:cubicBezTo>
                <a:cubicBezTo>
                  <a:pt x="190082" y="91537"/>
                  <a:pt x="174206" y="100343"/>
                  <a:pt x="157326" y="104416"/>
                </a:cubicBezTo>
                <a:cubicBezTo>
                  <a:pt x="166417" y="119205"/>
                  <a:pt x="171406" y="136643"/>
                  <a:pt x="171406" y="155247"/>
                </a:cubicBezTo>
                <a:cubicBezTo>
                  <a:pt x="171406" y="182497"/>
                  <a:pt x="160701" y="207247"/>
                  <a:pt x="143120" y="225380"/>
                </a:cubicBezTo>
                <a:cubicBezTo>
                  <a:pt x="124986" y="242961"/>
                  <a:pt x="100237" y="253667"/>
                  <a:pt x="72986" y="253667"/>
                </a:cubicBezTo>
                <a:cubicBezTo>
                  <a:pt x="54383" y="253667"/>
                  <a:pt x="36945" y="248677"/>
                  <a:pt x="22156" y="239586"/>
                </a:cubicBezTo>
                <a:lnTo>
                  <a:pt x="0" y="278649"/>
                </a:lnTo>
                <a:lnTo>
                  <a:pt x="0" y="260595"/>
                </a:lnTo>
                <a:cubicBezTo>
                  <a:pt x="5973" y="252057"/>
                  <a:pt x="9654" y="242433"/>
                  <a:pt x="11467" y="232488"/>
                </a:cubicBezTo>
                <a:lnTo>
                  <a:pt x="0" y="218900"/>
                </a:lnTo>
                <a:lnTo>
                  <a:pt x="0" y="201603"/>
                </a:lnTo>
                <a:cubicBezTo>
                  <a:pt x="14950" y="226291"/>
                  <a:pt x="42305" y="241857"/>
                  <a:pt x="73296" y="241857"/>
                </a:cubicBezTo>
                <a:cubicBezTo>
                  <a:pt x="97207" y="241857"/>
                  <a:pt x="118953" y="232592"/>
                  <a:pt x="134965" y="217271"/>
                </a:cubicBezTo>
                <a:lnTo>
                  <a:pt x="0" y="82306"/>
                </a:lnTo>
                <a:lnTo>
                  <a:pt x="0" y="82216"/>
                </a:lnTo>
                <a:lnTo>
                  <a:pt x="135010" y="217225"/>
                </a:lnTo>
                <a:cubicBezTo>
                  <a:pt x="150331" y="201213"/>
                  <a:pt x="159597" y="179467"/>
                  <a:pt x="159597" y="155556"/>
                </a:cubicBezTo>
                <a:cubicBezTo>
                  <a:pt x="159597" y="105538"/>
                  <a:pt x="119048" y="64989"/>
                  <a:pt x="69030" y="64989"/>
                </a:cubicBezTo>
                <a:cubicBezTo>
                  <a:pt x="49952" y="65355"/>
                  <a:pt x="25806" y="60121"/>
                  <a:pt x="12948" y="46961"/>
                </a:cubicBezTo>
                <a:lnTo>
                  <a:pt x="0" y="66032"/>
                </a:lnTo>
                <a:lnTo>
                  <a:pt x="0" y="46474"/>
                </a:lnTo>
                <a:cubicBezTo>
                  <a:pt x="9193" y="32573"/>
                  <a:pt x="11853" y="16060"/>
                  <a:pt x="9334" y="0"/>
                </a:cubicBezTo>
                <a:lnTo>
                  <a:pt x="17529" y="0"/>
                </a:lnTo>
                <a:cubicBezTo>
                  <a:pt x="21671" y="11094"/>
                  <a:pt x="20740" y="22668"/>
                  <a:pt x="17673" y="33790"/>
                </a:cubicBezTo>
                <a:cubicBezTo>
                  <a:pt x="27631" y="50142"/>
                  <a:pt x="43609" y="53932"/>
                  <a:pt x="69593" y="53433"/>
                </a:cubicBezTo>
                <a:cubicBezTo>
                  <a:pt x="102600" y="53434"/>
                  <a:pt x="131938" y="69140"/>
                  <a:pt x="150227" y="93727"/>
                </a:cubicBezTo>
                <a:cubicBezTo>
                  <a:pt x="166735" y="90718"/>
                  <a:pt x="182357" y="82561"/>
                  <a:pt x="195118" y="69800"/>
                </a:cubicBezTo>
                <a:cubicBezTo>
                  <a:pt x="212026" y="52893"/>
                  <a:pt x="220851" y="30964"/>
                  <a:pt x="221339" y="8808"/>
                </a:cubicBezTo>
                <a:lnTo>
                  <a:pt x="136174" y="8808"/>
                </a:lnTo>
                <a:lnTo>
                  <a:pt x="136173" y="8744"/>
                </a:lnTo>
                <a:lnTo>
                  <a:pt x="221340" y="8744"/>
                </a:lnTo>
                <a:lnTo>
                  <a:pt x="219467" y="0"/>
                </a:lnTo>
                <a:lnTo>
                  <a:pt x="231012" y="0"/>
                </a:lnTo>
                <a:cubicBezTo>
                  <a:pt x="232616" y="2826"/>
                  <a:pt x="232794" y="5800"/>
                  <a:pt x="232840" y="8776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90" name="Teardrop 3"/>
          <p:cNvSpPr/>
          <p:nvPr/>
        </p:nvSpPr>
        <p:spPr>
          <a:xfrm rot="5400000" flipH="1" flipV="1">
            <a:off x="158090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2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7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3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79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lnTo>
                  <a:pt x="143120" y="53296"/>
                </a:ln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5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91" name="Teardrop 3"/>
          <p:cNvSpPr/>
          <p:nvPr/>
        </p:nvSpPr>
        <p:spPr>
          <a:xfrm rot="5400000" flipH="1" flipV="1">
            <a:off x="242344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2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79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09"/>
                  <a:pt x="124986" y="35715"/>
                  <a:pt x="143120" y="53296"/>
                </a:cubicBezTo>
                <a:lnTo>
                  <a:pt x="143120" y="53296"/>
                </a:ln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92" name="Teardrop 3"/>
          <p:cNvSpPr/>
          <p:nvPr/>
        </p:nvSpPr>
        <p:spPr>
          <a:xfrm rot="5400000" flipH="1" flipV="1">
            <a:off x="326598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2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79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09"/>
                  <a:pt x="124986" y="35715"/>
                  <a:pt x="143120" y="53296"/>
                </a:cubicBezTo>
                <a:lnTo>
                  <a:pt x="143120" y="53296"/>
                </a:ln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93" name="Teardrop 3"/>
          <p:cNvSpPr/>
          <p:nvPr/>
        </p:nvSpPr>
        <p:spPr>
          <a:xfrm rot="5400000" flipH="1" flipV="1">
            <a:off x="4108522" y="4185695"/>
            <a:ext cx="232840" cy="539773"/>
          </a:xfrm>
          <a:custGeom>
            <a:avLst/>
            <a:gdLst/>
            <a:ahLst/>
            <a:cxnLst/>
            <a:rect l="l" t="t" r="r" b="b"/>
            <a:pathLst>
              <a:path w="232840" h="539773">
                <a:moveTo>
                  <a:pt x="221340" y="269867"/>
                </a:moveTo>
                <a:cubicBezTo>
                  <a:pt x="220851" y="247712"/>
                  <a:pt x="212026" y="225782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2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1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7"/>
                  <a:pt x="157326" y="365540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4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3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4"/>
                </a:lnTo>
                <a:lnTo>
                  <a:pt x="0" y="462726"/>
                </a:lnTo>
                <a:cubicBezTo>
                  <a:pt x="14950" y="487415"/>
                  <a:pt x="42305" y="502981"/>
                  <a:pt x="73296" y="502981"/>
                </a:cubicBezTo>
                <a:cubicBezTo>
                  <a:pt x="97207" y="502981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7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9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79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09"/>
                  <a:pt x="124986" y="35715"/>
                  <a:pt x="143120" y="53296"/>
                </a:cubicBezTo>
                <a:lnTo>
                  <a:pt x="143120" y="53296"/>
                </a:ln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94" name="Teardrop 3"/>
          <p:cNvSpPr/>
          <p:nvPr/>
        </p:nvSpPr>
        <p:spPr>
          <a:xfrm rot="5400000" flipH="1" flipV="1">
            <a:off x="4951062" y="4185695"/>
            <a:ext cx="232840" cy="539773"/>
          </a:xfrm>
          <a:custGeom>
            <a:avLst/>
            <a:gdLst/>
            <a:ahLst/>
            <a:cxnLst/>
            <a:rect l="l" t="t" r="r" b="b"/>
            <a:pathLst>
              <a:path w="232840" h="539773">
                <a:moveTo>
                  <a:pt x="221340" y="269867"/>
                </a:moveTo>
                <a:cubicBezTo>
                  <a:pt x="220851" y="247712"/>
                  <a:pt x="212026" y="225783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3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1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7"/>
                  <a:pt x="157326" y="365540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4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3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4"/>
                </a:lnTo>
                <a:lnTo>
                  <a:pt x="0" y="462727"/>
                </a:lnTo>
                <a:cubicBezTo>
                  <a:pt x="14950" y="487415"/>
                  <a:pt x="42305" y="502981"/>
                  <a:pt x="73296" y="502981"/>
                </a:cubicBezTo>
                <a:cubicBezTo>
                  <a:pt x="97207" y="502981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7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9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90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6"/>
                </a:lnTo>
                <a:cubicBezTo>
                  <a:pt x="118953" y="46085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10"/>
                  <a:pt x="124986" y="35715"/>
                  <a:pt x="143120" y="53296"/>
                </a:cubicBezTo>
                <a:cubicBezTo>
                  <a:pt x="160701" y="71430"/>
                  <a:pt x="171406" y="96180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5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95" name="Teardrop 3"/>
          <p:cNvSpPr/>
          <p:nvPr/>
        </p:nvSpPr>
        <p:spPr>
          <a:xfrm rot="5400000" flipH="1" flipV="1">
            <a:off x="5793602" y="4185695"/>
            <a:ext cx="232840" cy="539773"/>
          </a:xfrm>
          <a:custGeom>
            <a:avLst/>
            <a:gdLst/>
            <a:ahLst/>
            <a:cxnLst/>
            <a:rect l="l" t="t" r="r" b="b"/>
            <a:pathLst>
              <a:path w="232840" h="539773">
                <a:moveTo>
                  <a:pt x="221340" y="269867"/>
                </a:moveTo>
                <a:cubicBezTo>
                  <a:pt x="220851" y="247712"/>
                  <a:pt x="212026" y="225783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3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1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7"/>
                  <a:pt x="157326" y="365540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4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3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4"/>
                </a:lnTo>
                <a:lnTo>
                  <a:pt x="0" y="462727"/>
                </a:lnTo>
                <a:cubicBezTo>
                  <a:pt x="14950" y="487415"/>
                  <a:pt x="42305" y="502981"/>
                  <a:pt x="73296" y="502981"/>
                </a:cubicBezTo>
                <a:cubicBezTo>
                  <a:pt x="97207" y="502981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7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9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90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6"/>
                </a:lnTo>
                <a:cubicBezTo>
                  <a:pt x="118953" y="46085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10"/>
                  <a:pt x="124986" y="35715"/>
                  <a:pt x="143120" y="53296"/>
                </a:cubicBezTo>
                <a:cubicBezTo>
                  <a:pt x="160701" y="71430"/>
                  <a:pt x="171406" y="96180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5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96" name="Teardrop 3"/>
          <p:cNvSpPr/>
          <p:nvPr/>
        </p:nvSpPr>
        <p:spPr>
          <a:xfrm rot="5400000" flipH="1" flipV="1">
            <a:off x="832122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2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6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5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09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90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6"/>
                </a:lnTo>
                <a:cubicBezTo>
                  <a:pt x="118953" y="46085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10"/>
                  <a:pt x="124986" y="35715"/>
                  <a:pt x="143120" y="53296"/>
                </a:cubicBezTo>
                <a:cubicBezTo>
                  <a:pt x="160701" y="71430"/>
                  <a:pt x="171406" y="96180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5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97" name="Teardrop 3"/>
          <p:cNvSpPr/>
          <p:nvPr/>
        </p:nvSpPr>
        <p:spPr>
          <a:xfrm rot="5400000" flipH="1" flipV="1">
            <a:off x="7478682" y="4185695"/>
            <a:ext cx="232840" cy="539773"/>
          </a:xfrm>
          <a:custGeom>
            <a:avLst/>
            <a:gdLst/>
            <a:ahLst/>
            <a:cxnLst/>
            <a:rect l="l" t="t" r="r" b="b"/>
            <a:pathLst>
              <a:path w="232840" h="539773">
                <a:moveTo>
                  <a:pt x="221340" y="269867"/>
                </a:moveTo>
                <a:cubicBezTo>
                  <a:pt x="220851" y="247712"/>
                  <a:pt x="212026" y="225783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3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1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7"/>
                  <a:pt x="157326" y="365540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4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3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4"/>
                </a:lnTo>
                <a:lnTo>
                  <a:pt x="0" y="462726"/>
                </a:lnTo>
                <a:cubicBezTo>
                  <a:pt x="14950" y="487415"/>
                  <a:pt x="42305" y="502981"/>
                  <a:pt x="73296" y="502981"/>
                </a:cubicBezTo>
                <a:cubicBezTo>
                  <a:pt x="97207" y="502981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7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9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90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6"/>
                </a:lnTo>
                <a:cubicBezTo>
                  <a:pt x="118953" y="46085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10"/>
                  <a:pt x="124986" y="35715"/>
                  <a:pt x="143120" y="53296"/>
                </a:cubicBezTo>
                <a:cubicBezTo>
                  <a:pt x="160701" y="71430"/>
                  <a:pt x="171406" y="96180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5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98" name="Teardrop 3"/>
          <p:cNvSpPr/>
          <p:nvPr/>
        </p:nvSpPr>
        <p:spPr>
          <a:xfrm rot="5400000" flipH="1" flipV="1">
            <a:off x="1000630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2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6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5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09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49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2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09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99" name="Teardrop 3"/>
          <p:cNvSpPr/>
          <p:nvPr/>
        </p:nvSpPr>
        <p:spPr>
          <a:xfrm rot="5400000" flipH="1" flipV="1">
            <a:off x="916376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2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6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5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09"/>
                </a:cubicBezTo>
                <a:lnTo>
                  <a:pt x="0" y="539772"/>
                </a:lnTo>
                <a:lnTo>
                  <a:pt x="0" y="521717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49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2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6"/>
                  <a:pt x="5972" y="26608"/>
                  <a:pt x="0" y="18073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09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00" name="Teardrop 3"/>
          <p:cNvSpPr/>
          <p:nvPr/>
        </p:nvSpPr>
        <p:spPr>
          <a:xfrm rot="5400000" flipH="1" flipV="1">
            <a:off x="11691380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2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6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5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09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49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2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09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01" name="Teardrop 3"/>
          <p:cNvSpPr/>
          <p:nvPr/>
        </p:nvSpPr>
        <p:spPr>
          <a:xfrm rot="5400000" flipH="1" flipV="1">
            <a:off x="1084884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2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6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5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09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49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2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6"/>
                  <a:pt x="5972" y="26608"/>
                  <a:pt x="0" y="18073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09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02" name="Teardrop 3"/>
          <p:cNvSpPr/>
          <p:nvPr/>
        </p:nvSpPr>
        <p:spPr>
          <a:xfrm rot="5400000" flipH="1" flipV="1">
            <a:off x="733383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3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8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79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09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lnTo>
                  <a:pt x="143120" y="53296"/>
                </a:ln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03" name="Oval 1651"/>
          <p:cNvSpPr/>
          <p:nvPr/>
        </p:nvSpPr>
        <p:spPr>
          <a:xfrm>
            <a:off x="812619" y="4561319"/>
            <a:ext cx="11030995" cy="10682"/>
          </a:xfrm>
          <a:custGeom>
            <a:avLst/>
            <a:gdLst/>
            <a:ahLst/>
            <a:cxnLst/>
            <a:rect l="l" t="t" r="r" b="b"/>
            <a:pathLst>
              <a:path w="11030995" h="10682">
                <a:moveTo>
                  <a:pt x="10992007" y="0"/>
                </a:moveTo>
                <a:cubicBezTo>
                  <a:pt x="11006265" y="0"/>
                  <a:pt x="11019702" y="3516"/>
                  <a:pt x="11030995" y="10682"/>
                </a:cubicBezTo>
                <a:lnTo>
                  <a:pt x="10953019" y="10682"/>
                </a:lnTo>
                <a:cubicBezTo>
                  <a:pt x="10964312" y="3516"/>
                  <a:pt x="10977749" y="0"/>
                  <a:pt x="10992007" y="0"/>
                </a:cubicBezTo>
                <a:close/>
                <a:moveTo>
                  <a:pt x="10149468" y="0"/>
                </a:moveTo>
                <a:cubicBezTo>
                  <a:pt x="10163726" y="0"/>
                  <a:pt x="10177163" y="3516"/>
                  <a:pt x="10188456" y="10682"/>
                </a:cubicBezTo>
                <a:lnTo>
                  <a:pt x="10110480" y="10682"/>
                </a:lnTo>
                <a:cubicBezTo>
                  <a:pt x="10121773" y="3516"/>
                  <a:pt x="10135210" y="0"/>
                  <a:pt x="10149468" y="0"/>
                </a:cubicBezTo>
                <a:close/>
                <a:moveTo>
                  <a:pt x="9306928" y="0"/>
                </a:moveTo>
                <a:cubicBezTo>
                  <a:pt x="9321186" y="0"/>
                  <a:pt x="9334623" y="3516"/>
                  <a:pt x="9345916" y="10682"/>
                </a:cubicBezTo>
                <a:lnTo>
                  <a:pt x="9267940" y="10682"/>
                </a:lnTo>
                <a:cubicBezTo>
                  <a:pt x="9279233" y="3516"/>
                  <a:pt x="9292670" y="0"/>
                  <a:pt x="9306928" y="0"/>
                </a:cubicBezTo>
                <a:close/>
                <a:moveTo>
                  <a:pt x="8464388" y="0"/>
                </a:moveTo>
                <a:cubicBezTo>
                  <a:pt x="8478646" y="0"/>
                  <a:pt x="8492083" y="3516"/>
                  <a:pt x="8503376" y="10682"/>
                </a:cubicBezTo>
                <a:lnTo>
                  <a:pt x="8425400" y="10682"/>
                </a:lnTo>
                <a:cubicBezTo>
                  <a:pt x="8436693" y="3516"/>
                  <a:pt x="8450130" y="0"/>
                  <a:pt x="8464388" y="0"/>
                </a:cubicBezTo>
                <a:close/>
                <a:moveTo>
                  <a:pt x="7621848" y="0"/>
                </a:moveTo>
                <a:cubicBezTo>
                  <a:pt x="7636106" y="0"/>
                  <a:pt x="7649543" y="3516"/>
                  <a:pt x="7660836" y="10682"/>
                </a:cubicBezTo>
                <a:lnTo>
                  <a:pt x="7582860" y="10682"/>
                </a:lnTo>
                <a:cubicBezTo>
                  <a:pt x="7594153" y="3516"/>
                  <a:pt x="7607590" y="0"/>
                  <a:pt x="7621848" y="0"/>
                </a:cubicBezTo>
                <a:close/>
                <a:moveTo>
                  <a:pt x="6779308" y="0"/>
                </a:moveTo>
                <a:cubicBezTo>
                  <a:pt x="6793566" y="0"/>
                  <a:pt x="6807003" y="3516"/>
                  <a:pt x="6818296" y="10682"/>
                </a:cubicBezTo>
                <a:lnTo>
                  <a:pt x="6740320" y="10682"/>
                </a:lnTo>
                <a:cubicBezTo>
                  <a:pt x="6751613" y="3516"/>
                  <a:pt x="6765050" y="0"/>
                  <a:pt x="6779308" y="0"/>
                </a:cubicBezTo>
                <a:close/>
                <a:moveTo>
                  <a:pt x="5936768" y="0"/>
                </a:moveTo>
                <a:cubicBezTo>
                  <a:pt x="5951026" y="0"/>
                  <a:pt x="5964463" y="3516"/>
                  <a:pt x="5975757" y="10682"/>
                </a:cubicBezTo>
                <a:lnTo>
                  <a:pt x="5897780" y="10682"/>
                </a:lnTo>
                <a:cubicBezTo>
                  <a:pt x="5909073" y="3516"/>
                  <a:pt x="5922510" y="0"/>
                  <a:pt x="5936768" y="0"/>
                </a:cubicBezTo>
                <a:close/>
                <a:moveTo>
                  <a:pt x="5094228" y="0"/>
                </a:moveTo>
                <a:cubicBezTo>
                  <a:pt x="5108486" y="0"/>
                  <a:pt x="5121923" y="3516"/>
                  <a:pt x="5133217" y="10682"/>
                </a:cubicBezTo>
                <a:lnTo>
                  <a:pt x="5055240" y="10682"/>
                </a:lnTo>
                <a:cubicBezTo>
                  <a:pt x="5066533" y="3516"/>
                  <a:pt x="5079970" y="0"/>
                  <a:pt x="5094228" y="0"/>
                </a:cubicBezTo>
                <a:close/>
                <a:moveTo>
                  <a:pt x="4251688" y="0"/>
                </a:moveTo>
                <a:cubicBezTo>
                  <a:pt x="4265946" y="0"/>
                  <a:pt x="4279383" y="3516"/>
                  <a:pt x="4290676" y="10682"/>
                </a:cubicBezTo>
                <a:lnTo>
                  <a:pt x="4212700" y="10682"/>
                </a:lnTo>
                <a:cubicBezTo>
                  <a:pt x="4223993" y="3516"/>
                  <a:pt x="4237430" y="0"/>
                  <a:pt x="4251688" y="0"/>
                </a:cubicBezTo>
                <a:close/>
                <a:moveTo>
                  <a:pt x="3409148" y="0"/>
                </a:moveTo>
                <a:cubicBezTo>
                  <a:pt x="3423406" y="0"/>
                  <a:pt x="3436843" y="3516"/>
                  <a:pt x="3448136" y="10682"/>
                </a:cubicBezTo>
                <a:lnTo>
                  <a:pt x="3370160" y="10682"/>
                </a:lnTo>
                <a:cubicBezTo>
                  <a:pt x="3381453" y="3516"/>
                  <a:pt x="3394890" y="0"/>
                  <a:pt x="3409148" y="0"/>
                </a:cubicBezTo>
                <a:close/>
                <a:moveTo>
                  <a:pt x="2566608" y="0"/>
                </a:moveTo>
                <a:cubicBezTo>
                  <a:pt x="2580866" y="0"/>
                  <a:pt x="2594303" y="3516"/>
                  <a:pt x="2605596" y="10682"/>
                </a:cubicBezTo>
                <a:lnTo>
                  <a:pt x="2527620" y="10682"/>
                </a:lnTo>
                <a:cubicBezTo>
                  <a:pt x="2538913" y="3516"/>
                  <a:pt x="2552350" y="0"/>
                  <a:pt x="2566608" y="0"/>
                </a:cubicBezTo>
                <a:close/>
                <a:moveTo>
                  <a:pt x="1724068" y="0"/>
                </a:moveTo>
                <a:cubicBezTo>
                  <a:pt x="1738326" y="0"/>
                  <a:pt x="1751763" y="3516"/>
                  <a:pt x="1763056" y="10682"/>
                </a:cubicBezTo>
                <a:lnTo>
                  <a:pt x="1685080" y="10682"/>
                </a:lnTo>
                <a:cubicBezTo>
                  <a:pt x="1696373" y="3516"/>
                  <a:pt x="1709810" y="0"/>
                  <a:pt x="1724068" y="0"/>
                </a:cubicBezTo>
                <a:close/>
                <a:moveTo>
                  <a:pt x="881528" y="0"/>
                </a:moveTo>
                <a:cubicBezTo>
                  <a:pt x="895786" y="0"/>
                  <a:pt x="909223" y="3516"/>
                  <a:pt x="920516" y="10682"/>
                </a:cubicBezTo>
                <a:lnTo>
                  <a:pt x="842540" y="10682"/>
                </a:lnTo>
                <a:cubicBezTo>
                  <a:pt x="853833" y="3516"/>
                  <a:pt x="867270" y="0"/>
                  <a:pt x="881528" y="0"/>
                </a:cubicBezTo>
                <a:close/>
                <a:moveTo>
                  <a:pt x="38988" y="0"/>
                </a:moveTo>
                <a:cubicBezTo>
                  <a:pt x="53246" y="0"/>
                  <a:pt x="66683" y="3516"/>
                  <a:pt x="77976" y="10682"/>
                </a:cubicBezTo>
                <a:lnTo>
                  <a:pt x="0" y="10682"/>
                </a:lnTo>
                <a:cubicBezTo>
                  <a:pt x="11293" y="3516"/>
                  <a:pt x="24730" y="0"/>
                  <a:pt x="3898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2DAEE9F-C3C2-4C80-BC92-030448559497}" type="datetime1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Dr. Muhammad Nur Yanhaona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87873-1BB1-4963-BFB6-47919668ED05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47873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834500"/>
            <a:ext cx="9720072" cy="9942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7" y="1930893"/>
            <a:ext cx="9720071" cy="4023360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3320D-6B3A-42D8-B5CC-FB90171A704E}" type="datetime1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By Dr. Muhammad Nur Yanhaona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87873-1BB1-4963-BFB6-47919668ED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07961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6" name="Group 525"/>
          <p:cNvGrpSpPr/>
          <p:nvPr/>
        </p:nvGrpSpPr>
        <p:grpSpPr>
          <a:xfrm>
            <a:off x="0" y="420256"/>
            <a:ext cx="12188952" cy="3795497"/>
            <a:chOff x="0" y="420256"/>
            <a:chExt cx="12188952" cy="3795497"/>
          </a:xfrm>
        </p:grpSpPr>
        <p:cxnSp>
          <p:nvCxnSpPr>
            <p:cNvPr id="527" name="Straight Connector 526"/>
            <p:cNvCxnSpPr/>
            <p:nvPr/>
          </p:nvCxnSpPr>
          <p:spPr>
            <a:xfrm>
              <a:off x="0" y="4215753"/>
              <a:ext cx="12188952" cy="0"/>
            </a:xfrm>
            <a:prstGeom prst="line">
              <a:avLst/>
            </a:prstGeom>
            <a:ln w="1397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8" name="Straight Connector 527"/>
            <p:cNvCxnSpPr/>
            <p:nvPr/>
          </p:nvCxnSpPr>
          <p:spPr>
            <a:xfrm>
              <a:off x="0" y="3794032"/>
              <a:ext cx="12188952" cy="0"/>
            </a:xfrm>
            <a:prstGeom prst="line">
              <a:avLst/>
            </a:prstGeom>
            <a:ln w="1397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9" name="Straight Connector 528"/>
            <p:cNvCxnSpPr/>
            <p:nvPr/>
          </p:nvCxnSpPr>
          <p:spPr>
            <a:xfrm>
              <a:off x="0" y="3372310"/>
              <a:ext cx="12188952" cy="0"/>
            </a:xfrm>
            <a:prstGeom prst="line">
              <a:avLst/>
            </a:prstGeom>
            <a:ln w="1397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0" name="Straight Connector 529"/>
            <p:cNvCxnSpPr/>
            <p:nvPr/>
          </p:nvCxnSpPr>
          <p:spPr>
            <a:xfrm>
              <a:off x="0" y="2950588"/>
              <a:ext cx="12188952" cy="0"/>
            </a:xfrm>
            <a:prstGeom prst="line">
              <a:avLst/>
            </a:prstGeom>
            <a:ln w="1397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1" name="Straight Connector 530"/>
            <p:cNvCxnSpPr/>
            <p:nvPr/>
          </p:nvCxnSpPr>
          <p:spPr>
            <a:xfrm>
              <a:off x="0" y="2528866"/>
              <a:ext cx="12188952" cy="0"/>
            </a:xfrm>
            <a:prstGeom prst="line">
              <a:avLst/>
            </a:prstGeom>
            <a:ln w="1397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2" name="Straight Connector 531"/>
            <p:cNvCxnSpPr/>
            <p:nvPr/>
          </p:nvCxnSpPr>
          <p:spPr>
            <a:xfrm>
              <a:off x="0" y="2107144"/>
              <a:ext cx="12188952" cy="0"/>
            </a:xfrm>
            <a:prstGeom prst="line">
              <a:avLst/>
            </a:prstGeom>
            <a:ln w="1397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3" name="Straight Connector 532"/>
            <p:cNvCxnSpPr/>
            <p:nvPr/>
          </p:nvCxnSpPr>
          <p:spPr>
            <a:xfrm>
              <a:off x="0" y="1685422"/>
              <a:ext cx="12188952" cy="0"/>
            </a:xfrm>
            <a:prstGeom prst="line">
              <a:avLst/>
            </a:prstGeom>
            <a:ln w="1397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4" name="Straight Connector 533"/>
            <p:cNvCxnSpPr/>
            <p:nvPr/>
          </p:nvCxnSpPr>
          <p:spPr>
            <a:xfrm>
              <a:off x="0" y="1263700"/>
              <a:ext cx="12188952" cy="0"/>
            </a:xfrm>
            <a:prstGeom prst="line">
              <a:avLst/>
            </a:prstGeom>
            <a:ln w="1397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5" name="Straight Connector 534"/>
            <p:cNvCxnSpPr/>
            <p:nvPr/>
          </p:nvCxnSpPr>
          <p:spPr>
            <a:xfrm>
              <a:off x="0" y="841978"/>
              <a:ext cx="12188952" cy="0"/>
            </a:xfrm>
            <a:prstGeom prst="line">
              <a:avLst/>
            </a:prstGeom>
            <a:ln w="1397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6" name="Straight Connector 535"/>
            <p:cNvCxnSpPr/>
            <p:nvPr/>
          </p:nvCxnSpPr>
          <p:spPr>
            <a:xfrm>
              <a:off x="0" y="420256"/>
              <a:ext cx="12188952" cy="0"/>
            </a:xfrm>
            <a:prstGeom prst="line">
              <a:avLst/>
            </a:prstGeom>
            <a:ln w="1397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37" name="Rectangle 379"/>
          <p:cNvSpPr/>
          <p:nvPr/>
        </p:nvSpPr>
        <p:spPr>
          <a:xfrm rot="18900000" flipV="1">
            <a:off x="9445819" y="-965459"/>
            <a:ext cx="13717" cy="6493220"/>
          </a:xfrm>
          <a:custGeom>
            <a:avLst/>
            <a:gdLst/>
            <a:ahLst/>
            <a:cxnLst/>
            <a:rect l="l" t="t" r="r" b="b"/>
            <a:pathLst>
              <a:path w="13717" h="6493220">
                <a:moveTo>
                  <a:pt x="1" y="6493220"/>
                </a:moveTo>
                <a:lnTo>
                  <a:pt x="13717" y="6479504"/>
                </a:lnTo>
                <a:lnTo>
                  <a:pt x="13716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38" name="Rectangle 56"/>
          <p:cNvSpPr/>
          <p:nvPr/>
        </p:nvSpPr>
        <p:spPr>
          <a:xfrm>
            <a:off x="0" y="0"/>
            <a:ext cx="11816540" cy="4572004"/>
          </a:xfrm>
          <a:custGeom>
            <a:avLst/>
            <a:gdLst/>
            <a:ahLst/>
            <a:cxnLst/>
            <a:rect l="l" t="t" r="r" b="b"/>
            <a:pathLst>
              <a:path w="11816540" h="4572004">
                <a:moveTo>
                  <a:pt x="11802824" y="4"/>
                </a:moveTo>
                <a:lnTo>
                  <a:pt x="11816540" y="4"/>
                </a:lnTo>
                <a:lnTo>
                  <a:pt x="11816540" y="4572004"/>
                </a:lnTo>
                <a:lnTo>
                  <a:pt x="11802824" y="4572004"/>
                </a:lnTo>
                <a:close/>
                <a:moveTo>
                  <a:pt x="5901406" y="4"/>
                </a:moveTo>
                <a:lnTo>
                  <a:pt x="5915122" y="4"/>
                </a:lnTo>
                <a:lnTo>
                  <a:pt x="5915122" y="4572004"/>
                </a:lnTo>
                <a:lnTo>
                  <a:pt x="5901406" y="4572004"/>
                </a:lnTo>
                <a:close/>
                <a:moveTo>
                  <a:pt x="10959754" y="3"/>
                </a:moveTo>
                <a:lnTo>
                  <a:pt x="10973470" y="3"/>
                </a:lnTo>
                <a:lnTo>
                  <a:pt x="10973470" y="4572003"/>
                </a:lnTo>
                <a:lnTo>
                  <a:pt x="10959754" y="4572003"/>
                </a:lnTo>
                <a:close/>
                <a:moveTo>
                  <a:pt x="5058348" y="3"/>
                </a:moveTo>
                <a:lnTo>
                  <a:pt x="5072064" y="3"/>
                </a:lnTo>
                <a:lnTo>
                  <a:pt x="5072064" y="4572003"/>
                </a:lnTo>
                <a:lnTo>
                  <a:pt x="5058348" y="4572003"/>
                </a:lnTo>
                <a:close/>
                <a:moveTo>
                  <a:pt x="11381283" y="2"/>
                </a:moveTo>
                <a:lnTo>
                  <a:pt x="11394999" y="2"/>
                </a:lnTo>
                <a:lnTo>
                  <a:pt x="11394999" y="4572002"/>
                </a:lnTo>
                <a:lnTo>
                  <a:pt x="11381283" y="4572002"/>
                </a:lnTo>
                <a:close/>
                <a:moveTo>
                  <a:pt x="10538225" y="2"/>
                </a:moveTo>
                <a:lnTo>
                  <a:pt x="10551941" y="2"/>
                </a:lnTo>
                <a:lnTo>
                  <a:pt x="10551941" y="4572002"/>
                </a:lnTo>
                <a:lnTo>
                  <a:pt x="10538225" y="4572002"/>
                </a:lnTo>
                <a:close/>
                <a:moveTo>
                  <a:pt x="10116696" y="2"/>
                </a:moveTo>
                <a:lnTo>
                  <a:pt x="10130412" y="2"/>
                </a:lnTo>
                <a:lnTo>
                  <a:pt x="10130412" y="4572002"/>
                </a:lnTo>
                <a:lnTo>
                  <a:pt x="10116696" y="4572002"/>
                </a:lnTo>
                <a:close/>
                <a:moveTo>
                  <a:pt x="6322935" y="2"/>
                </a:moveTo>
                <a:lnTo>
                  <a:pt x="6336651" y="2"/>
                </a:lnTo>
                <a:lnTo>
                  <a:pt x="6336651" y="4572002"/>
                </a:lnTo>
                <a:lnTo>
                  <a:pt x="6322935" y="4572002"/>
                </a:lnTo>
                <a:close/>
                <a:moveTo>
                  <a:pt x="5479877" y="2"/>
                </a:moveTo>
                <a:lnTo>
                  <a:pt x="5493593" y="2"/>
                </a:lnTo>
                <a:lnTo>
                  <a:pt x="5493593" y="4572002"/>
                </a:lnTo>
                <a:lnTo>
                  <a:pt x="5479877" y="4572002"/>
                </a:lnTo>
                <a:close/>
                <a:moveTo>
                  <a:pt x="4636819" y="2"/>
                </a:moveTo>
                <a:lnTo>
                  <a:pt x="4650535" y="2"/>
                </a:lnTo>
                <a:lnTo>
                  <a:pt x="4650535" y="4572002"/>
                </a:lnTo>
                <a:lnTo>
                  <a:pt x="4636819" y="4572002"/>
                </a:lnTo>
                <a:close/>
                <a:moveTo>
                  <a:pt x="4215290" y="2"/>
                </a:moveTo>
                <a:lnTo>
                  <a:pt x="4229006" y="2"/>
                </a:lnTo>
                <a:lnTo>
                  <a:pt x="4229006" y="4572002"/>
                </a:lnTo>
                <a:lnTo>
                  <a:pt x="4215290" y="4572002"/>
                </a:lnTo>
                <a:close/>
                <a:moveTo>
                  <a:pt x="421529" y="2"/>
                </a:moveTo>
                <a:lnTo>
                  <a:pt x="435245" y="2"/>
                </a:lnTo>
                <a:lnTo>
                  <a:pt x="435245" y="4572002"/>
                </a:lnTo>
                <a:lnTo>
                  <a:pt x="421529" y="4572002"/>
                </a:lnTo>
                <a:close/>
                <a:moveTo>
                  <a:pt x="0" y="2"/>
                </a:moveTo>
                <a:lnTo>
                  <a:pt x="13716" y="2"/>
                </a:lnTo>
                <a:lnTo>
                  <a:pt x="13716" y="4572002"/>
                </a:lnTo>
                <a:lnTo>
                  <a:pt x="0" y="4572002"/>
                </a:lnTo>
                <a:close/>
                <a:moveTo>
                  <a:pt x="9273638" y="1"/>
                </a:moveTo>
                <a:lnTo>
                  <a:pt x="9287354" y="1"/>
                </a:lnTo>
                <a:lnTo>
                  <a:pt x="9287354" y="4572001"/>
                </a:lnTo>
                <a:lnTo>
                  <a:pt x="9273638" y="4572001"/>
                </a:lnTo>
                <a:close/>
                <a:moveTo>
                  <a:pt x="3372232" y="1"/>
                </a:moveTo>
                <a:lnTo>
                  <a:pt x="3385948" y="1"/>
                </a:lnTo>
                <a:lnTo>
                  <a:pt x="3385948" y="4572001"/>
                </a:lnTo>
                <a:lnTo>
                  <a:pt x="3372232" y="4572001"/>
                </a:lnTo>
                <a:close/>
                <a:moveTo>
                  <a:pt x="9695167" y="0"/>
                </a:moveTo>
                <a:lnTo>
                  <a:pt x="9708883" y="0"/>
                </a:lnTo>
                <a:lnTo>
                  <a:pt x="9708883" y="4572000"/>
                </a:lnTo>
                <a:lnTo>
                  <a:pt x="9695167" y="4572000"/>
                </a:lnTo>
                <a:close/>
                <a:moveTo>
                  <a:pt x="8852109" y="0"/>
                </a:moveTo>
                <a:lnTo>
                  <a:pt x="8865825" y="0"/>
                </a:lnTo>
                <a:lnTo>
                  <a:pt x="8865825" y="4572000"/>
                </a:lnTo>
                <a:lnTo>
                  <a:pt x="8852109" y="4572000"/>
                </a:lnTo>
                <a:close/>
                <a:moveTo>
                  <a:pt x="8430580" y="0"/>
                </a:moveTo>
                <a:lnTo>
                  <a:pt x="8444296" y="0"/>
                </a:lnTo>
                <a:lnTo>
                  <a:pt x="8444296" y="4572000"/>
                </a:lnTo>
                <a:lnTo>
                  <a:pt x="8430580" y="4572000"/>
                </a:lnTo>
                <a:close/>
                <a:moveTo>
                  <a:pt x="8009051" y="0"/>
                </a:moveTo>
                <a:lnTo>
                  <a:pt x="8022767" y="0"/>
                </a:lnTo>
                <a:lnTo>
                  <a:pt x="8022767" y="4572000"/>
                </a:lnTo>
                <a:lnTo>
                  <a:pt x="8009051" y="4572000"/>
                </a:lnTo>
                <a:close/>
                <a:moveTo>
                  <a:pt x="7587522" y="0"/>
                </a:moveTo>
                <a:lnTo>
                  <a:pt x="7601238" y="0"/>
                </a:lnTo>
                <a:lnTo>
                  <a:pt x="7601238" y="4572000"/>
                </a:lnTo>
                <a:lnTo>
                  <a:pt x="7587522" y="4572000"/>
                </a:lnTo>
                <a:close/>
                <a:moveTo>
                  <a:pt x="7165993" y="0"/>
                </a:moveTo>
                <a:lnTo>
                  <a:pt x="7179709" y="0"/>
                </a:lnTo>
                <a:lnTo>
                  <a:pt x="7179709" y="4572000"/>
                </a:lnTo>
                <a:lnTo>
                  <a:pt x="7165993" y="4572000"/>
                </a:lnTo>
                <a:close/>
                <a:moveTo>
                  <a:pt x="6744464" y="0"/>
                </a:moveTo>
                <a:lnTo>
                  <a:pt x="6758180" y="0"/>
                </a:lnTo>
                <a:lnTo>
                  <a:pt x="6758180" y="4572000"/>
                </a:lnTo>
                <a:lnTo>
                  <a:pt x="6744464" y="4572000"/>
                </a:lnTo>
                <a:close/>
                <a:moveTo>
                  <a:pt x="3793761" y="0"/>
                </a:moveTo>
                <a:lnTo>
                  <a:pt x="3807477" y="0"/>
                </a:lnTo>
                <a:lnTo>
                  <a:pt x="3807477" y="4572000"/>
                </a:lnTo>
                <a:lnTo>
                  <a:pt x="3793761" y="4572000"/>
                </a:lnTo>
                <a:close/>
                <a:moveTo>
                  <a:pt x="2950703" y="0"/>
                </a:moveTo>
                <a:lnTo>
                  <a:pt x="2964419" y="0"/>
                </a:lnTo>
                <a:lnTo>
                  <a:pt x="2964419" y="4572000"/>
                </a:lnTo>
                <a:lnTo>
                  <a:pt x="2950703" y="4572000"/>
                </a:lnTo>
                <a:close/>
                <a:moveTo>
                  <a:pt x="2529174" y="0"/>
                </a:moveTo>
                <a:lnTo>
                  <a:pt x="2542890" y="0"/>
                </a:lnTo>
                <a:lnTo>
                  <a:pt x="2542890" y="4572000"/>
                </a:lnTo>
                <a:lnTo>
                  <a:pt x="2529174" y="4572000"/>
                </a:lnTo>
                <a:close/>
                <a:moveTo>
                  <a:pt x="2107645" y="0"/>
                </a:moveTo>
                <a:lnTo>
                  <a:pt x="2121361" y="0"/>
                </a:lnTo>
                <a:lnTo>
                  <a:pt x="2121361" y="4572000"/>
                </a:lnTo>
                <a:lnTo>
                  <a:pt x="2107645" y="4572000"/>
                </a:lnTo>
                <a:close/>
                <a:moveTo>
                  <a:pt x="1686116" y="0"/>
                </a:moveTo>
                <a:lnTo>
                  <a:pt x="1699832" y="0"/>
                </a:lnTo>
                <a:lnTo>
                  <a:pt x="1699832" y="4572000"/>
                </a:lnTo>
                <a:lnTo>
                  <a:pt x="1686116" y="4572000"/>
                </a:lnTo>
                <a:close/>
                <a:moveTo>
                  <a:pt x="1264587" y="0"/>
                </a:moveTo>
                <a:lnTo>
                  <a:pt x="1278303" y="0"/>
                </a:lnTo>
                <a:lnTo>
                  <a:pt x="1278303" y="4572000"/>
                </a:lnTo>
                <a:lnTo>
                  <a:pt x="1264587" y="4572000"/>
                </a:lnTo>
                <a:close/>
                <a:moveTo>
                  <a:pt x="843058" y="0"/>
                </a:moveTo>
                <a:lnTo>
                  <a:pt x="856774" y="0"/>
                </a:lnTo>
                <a:lnTo>
                  <a:pt x="856774" y="4572000"/>
                </a:lnTo>
                <a:lnTo>
                  <a:pt x="843058" y="457200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39" name="Rectangle 87"/>
          <p:cNvSpPr/>
          <p:nvPr/>
        </p:nvSpPr>
        <p:spPr>
          <a:xfrm rot="2700000">
            <a:off x="2311242" y="-967047"/>
            <a:ext cx="13716" cy="6570294"/>
          </a:xfrm>
          <a:custGeom>
            <a:avLst/>
            <a:gdLst/>
            <a:ahLst/>
            <a:cxnLst/>
            <a:rect l="l" t="t" r="r" b="b"/>
            <a:pathLst>
              <a:path w="13716" h="6570294">
                <a:moveTo>
                  <a:pt x="0" y="6556578"/>
                </a:moveTo>
                <a:lnTo>
                  <a:pt x="13716" y="6570294"/>
                </a:lnTo>
                <a:lnTo>
                  <a:pt x="13716" y="6570294"/>
                </a:lnTo>
                <a:lnTo>
                  <a:pt x="0" y="6556578"/>
                </a:lnTo>
                <a:close/>
                <a:moveTo>
                  <a:pt x="0" y="13716"/>
                </a:moveTo>
                <a:lnTo>
                  <a:pt x="13716" y="0"/>
                </a:lnTo>
                <a:lnTo>
                  <a:pt x="13716" y="6465786"/>
                </a:lnTo>
                <a:lnTo>
                  <a:pt x="0" y="6479502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0" name="Rectangle 88"/>
          <p:cNvSpPr/>
          <p:nvPr/>
        </p:nvSpPr>
        <p:spPr>
          <a:xfrm rot="2700000">
            <a:off x="3186527" y="-953751"/>
            <a:ext cx="13716" cy="6479503"/>
          </a:xfrm>
          <a:custGeom>
            <a:avLst/>
            <a:gdLst/>
            <a:ahLst/>
            <a:cxnLst/>
            <a:rect l="l" t="t" r="r" b="b"/>
            <a:pathLst>
              <a:path w="13716" h="6479503">
                <a:moveTo>
                  <a:pt x="0" y="13716"/>
                </a:moveTo>
                <a:lnTo>
                  <a:pt x="13716" y="0"/>
                </a:lnTo>
                <a:lnTo>
                  <a:pt x="13716" y="6465786"/>
                </a:lnTo>
                <a:lnTo>
                  <a:pt x="0" y="6479503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1" name="Rectangle 89"/>
          <p:cNvSpPr/>
          <p:nvPr/>
        </p:nvSpPr>
        <p:spPr>
          <a:xfrm rot="2700000">
            <a:off x="4029713" y="-953750"/>
            <a:ext cx="13716" cy="6479503"/>
          </a:xfrm>
          <a:custGeom>
            <a:avLst/>
            <a:gdLst/>
            <a:ahLst/>
            <a:cxnLst/>
            <a:rect l="l" t="t" r="r" b="b"/>
            <a:pathLst>
              <a:path w="13716" h="6479503">
                <a:moveTo>
                  <a:pt x="0" y="13716"/>
                </a:moveTo>
                <a:lnTo>
                  <a:pt x="13716" y="0"/>
                </a:lnTo>
                <a:lnTo>
                  <a:pt x="13716" y="6465787"/>
                </a:lnTo>
                <a:lnTo>
                  <a:pt x="0" y="6479503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2" name="Rectangle 90"/>
          <p:cNvSpPr/>
          <p:nvPr/>
        </p:nvSpPr>
        <p:spPr>
          <a:xfrm rot="2700000">
            <a:off x="4872899" y="-953750"/>
            <a:ext cx="13716" cy="6479503"/>
          </a:xfrm>
          <a:custGeom>
            <a:avLst/>
            <a:gdLst/>
            <a:ahLst/>
            <a:cxnLst/>
            <a:rect l="l" t="t" r="r" b="b"/>
            <a:pathLst>
              <a:path w="13716" h="6479503">
                <a:moveTo>
                  <a:pt x="0" y="13716"/>
                </a:moveTo>
                <a:lnTo>
                  <a:pt x="13716" y="0"/>
                </a:lnTo>
                <a:lnTo>
                  <a:pt x="13716" y="6465786"/>
                </a:lnTo>
                <a:lnTo>
                  <a:pt x="0" y="6479503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3" name="Rectangle 91"/>
          <p:cNvSpPr/>
          <p:nvPr/>
        </p:nvSpPr>
        <p:spPr>
          <a:xfrm rot="2700000">
            <a:off x="5716086" y="-953749"/>
            <a:ext cx="13716" cy="6479501"/>
          </a:xfrm>
          <a:custGeom>
            <a:avLst/>
            <a:gdLst/>
            <a:ahLst/>
            <a:cxnLst/>
            <a:rect l="l" t="t" r="r" b="b"/>
            <a:pathLst>
              <a:path w="13716" h="6479501">
                <a:moveTo>
                  <a:pt x="0" y="13716"/>
                </a:moveTo>
                <a:lnTo>
                  <a:pt x="13716" y="0"/>
                </a:lnTo>
                <a:lnTo>
                  <a:pt x="13716" y="6465785"/>
                </a:lnTo>
                <a:lnTo>
                  <a:pt x="0" y="6479501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4" name="Rectangle 92"/>
          <p:cNvSpPr/>
          <p:nvPr/>
        </p:nvSpPr>
        <p:spPr>
          <a:xfrm rot="2700000">
            <a:off x="6559272" y="-953750"/>
            <a:ext cx="13716" cy="6479502"/>
          </a:xfrm>
          <a:custGeom>
            <a:avLst/>
            <a:gdLst/>
            <a:ahLst/>
            <a:cxnLst/>
            <a:rect l="l" t="t" r="r" b="b"/>
            <a:pathLst>
              <a:path w="13716" h="6479502">
                <a:moveTo>
                  <a:pt x="0" y="13716"/>
                </a:moveTo>
                <a:lnTo>
                  <a:pt x="13716" y="0"/>
                </a:lnTo>
                <a:lnTo>
                  <a:pt x="13715" y="6465787"/>
                </a:lnTo>
                <a:lnTo>
                  <a:pt x="0" y="6479502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5" name="Rectangle 93"/>
          <p:cNvSpPr/>
          <p:nvPr/>
        </p:nvSpPr>
        <p:spPr>
          <a:xfrm rot="2700000">
            <a:off x="7402457" y="-944051"/>
            <a:ext cx="13717" cy="6479502"/>
          </a:xfrm>
          <a:custGeom>
            <a:avLst/>
            <a:gdLst/>
            <a:ahLst/>
            <a:cxnLst/>
            <a:rect l="l" t="t" r="r" b="b"/>
            <a:pathLst>
              <a:path w="13717" h="6479502">
                <a:moveTo>
                  <a:pt x="0" y="13716"/>
                </a:moveTo>
                <a:lnTo>
                  <a:pt x="13717" y="0"/>
                </a:lnTo>
                <a:lnTo>
                  <a:pt x="13716" y="6465787"/>
                </a:lnTo>
                <a:lnTo>
                  <a:pt x="1" y="6479502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6" name="Rectangle 94"/>
          <p:cNvSpPr/>
          <p:nvPr/>
        </p:nvSpPr>
        <p:spPr>
          <a:xfrm rot="2700000">
            <a:off x="8245644" y="-953750"/>
            <a:ext cx="13716" cy="6479502"/>
          </a:xfrm>
          <a:custGeom>
            <a:avLst/>
            <a:gdLst/>
            <a:ahLst/>
            <a:cxnLst/>
            <a:rect l="l" t="t" r="r" b="b"/>
            <a:pathLst>
              <a:path w="13716" h="6479502">
                <a:moveTo>
                  <a:pt x="0" y="13716"/>
                </a:moveTo>
                <a:lnTo>
                  <a:pt x="13716" y="0"/>
                </a:lnTo>
                <a:lnTo>
                  <a:pt x="13715" y="6465787"/>
                </a:lnTo>
                <a:lnTo>
                  <a:pt x="0" y="6479502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7" name="Rectangle 95"/>
          <p:cNvSpPr/>
          <p:nvPr/>
        </p:nvSpPr>
        <p:spPr>
          <a:xfrm rot="2700000">
            <a:off x="9088831" y="-953750"/>
            <a:ext cx="13717" cy="6479503"/>
          </a:xfrm>
          <a:custGeom>
            <a:avLst/>
            <a:gdLst/>
            <a:ahLst/>
            <a:cxnLst/>
            <a:rect l="l" t="t" r="r" b="b"/>
            <a:pathLst>
              <a:path w="13717" h="6479503">
                <a:moveTo>
                  <a:pt x="13717" y="0"/>
                </a:moveTo>
                <a:lnTo>
                  <a:pt x="13716" y="6465787"/>
                </a:lnTo>
                <a:lnTo>
                  <a:pt x="0" y="6479503"/>
                </a:lnTo>
                <a:lnTo>
                  <a:pt x="1" y="13717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8" name="Rectangle 96"/>
          <p:cNvSpPr/>
          <p:nvPr/>
        </p:nvSpPr>
        <p:spPr>
          <a:xfrm rot="2700000">
            <a:off x="9912896" y="-907596"/>
            <a:ext cx="13716" cy="6425429"/>
          </a:xfrm>
          <a:custGeom>
            <a:avLst/>
            <a:gdLst/>
            <a:ahLst/>
            <a:cxnLst/>
            <a:rect l="l" t="t" r="r" b="b"/>
            <a:pathLst>
              <a:path w="13716" h="6425429">
                <a:moveTo>
                  <a:pt x="0" y="0"/>
                </a:moveTo>
                <a:lnTo>
                  <a:pt x="13716" y="13717"/>
                </a:lnTo>
                <a:lnTo>
                  <a:pt x="13716" y="6411713"/>
                </a:lnTo>
                <a:lnTo>
                  <a:pt x="0" y="6425429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9" name="Rectangle 97"/>
          <p:cNvSpPr/>
          <p:nvPr/>
        </p:nvSpPr>
        <p:spPr>
          <a:xfrm rot="2700000">
            <a:off x="10334491" y="110221"/>
            <a:ext cx="13717" cy="5232981"/>
          </a:xfrm>
          <a:custGeom>
            <a:avLst/>
            <a:gdLst/>
            <a:ahLst/>
            <a:cxnLst/>
            <a:rect l="l" t="t" r="r" b="b"/>
            <a:pathLst>
              <a:path w="13717" h="5232981">
                <a:moveTo>
                  <a:pt x="0" y="0"/>
                </a:moveTo>
                <a:lnTo>
                  <a:pt x="13717" y="13716"/>
                </a:lnTo>
                <a:lnTo>
                  <a:pt x="13717" y="5219264"/>
                </a:lnTo>
                <a:lnTo>
                  <a:pt x="1" y="5232981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50" name="Rectangle 98"/>
          <p:cNvSpPr/>
          <p:nvPr/>
        </p:nvSpPr>
        <p:spPr>
          <a:xfrm rot="2700000">
            <a:off x="10756084" y="1128037"/>
            <a:ext cx="13716" cy="4040537"/>
          </a:xfrm>
          <a:custGeom>
            <a:avLst/>
            <a:gdLst/>
            <a:ahLst/>
            <a:cxnLst/>
            <a:rect l="l" t="t" r="r" b="b"/>
            <a:pathLst>
              <a:path w="13716" h="4040537">
                <a:moveTo>
                  <a:pt x="0" y="0"/>
                </a:moveTo>
                <a:lnTo>
                  <a:pt x="13716" y="13716"/>
                </a:lnTo>
                <a:lnTo>
                  <a:pt x="13715" y="4026822"/>
                </a:lnTo>
                <a:lnTo>
                  <a:pt x="1" y="4040537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51" name="Rectangle 99"/>
          <p:cNvSpPr/>
          <p:nvPr/>
        </p:nvSpPr>
        <p:spPr>
          <a:xfrm rot="2700000">
            <a:off x="11177678" y="2145853"/>
            <a:ext cx="13716" cy="2848091"/>
          </a:xfrm>
          <a:custGeom>
            <a:avLst/>
            <a:gdLst/>
            <a:ahLst/>
            <a:cxnLst/>
            <a:rect l="l" t="t" r="r" b="b"/>
            <a:pathLst>
              <a:path w="13716" h="2848091">
                <a:moveTo>
                  <a:pt x="0" y="0"/>
                </a:moveTo>
                <a:lnTo>
                  <a:pt x="13716" y="13716"/>
                </a:lnTo>
                <a:lnTo>
                  <a:pt x="13715" y="2834375"/>
                </a:lnTo>
                <a:lnTo>
                  <a:pt x="0" y="2848091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52" name="Rectangle 100"/>
          <p:cNvSpPr/>
          <p:nvPr/>
        </p:nvSpPr>
        <p:spPr>
          <a:xfrm rot="2700000">
            <a:off x="11599272" y="3163669"/>
            <a:ext cx="13715" cy="1655644"/>
          </a:xfrm>
          <a:custGeom>
            <a:avLst/>
            <a:gdLst/>
            <a:ahLst/>
            <a:cxnLst/>
            <a:rect l="l" t="t" r="r" b="b"/>
            <a:pathLst>
              <a:path w="13715" h="1655644">
                <a:moveTo>
                  <a:pt x="0" y="0"/>
                </a:moveTo>
                <a:lnTo>
                  <a:pt x="13715" y="13716"/>
                </a:lnTo>
                <a:lnTo>
                  <a:pt x="13715" y="1641929"/>
                </a:lnTo>
                <a:lnTo>
                  <a:pt x="0" y="1655644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53" name="Rectangle 101"/>
          <p:cNvSpPr/>
          <p:nvPr/>
        </p:nvSpPr>
        <p:spPr>
          <a:xfrm rot="2700000">
            <a:off x="12020868" y="4181493"/>
            <a:ext cx="13715" cy="463189"/>
          </a:xfrm>
          <a:custGeom>
            <a:avLst/>
            <a:gdLst/>
            <a:ahLst/>
            <a:cxnLst/>
            <a:rect l="l" t="t" r="r" b="b"/>
            <a:pathLst>
              <a:path w="13715" h="463189">
                <a:moveTo>
                  <a:pt x="1" y="0"/>
                </a:moveTo>
                <a:lnTo>
                  <a:pt x="13715" y="13716"/>
                </a:lnTo>
                <a:lnTo>
                  <a:pt x="13715" y="449474"/>
                </a:lnTo>
                <a:lnTo>
                  <a:pt x="0" y="463189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54" name="Rectangle 102"/>
          <p:cNvSpPr/>
          <p:nvPr/>
        </p:nvSpPr>
        <p:spPr>
          <a:xfrm rot="2700000">
            <a:off x="203277" y="-93899"/>
            <a:ext cx="13716" cy="608068"/>
          </a:xfrm>
          <a:custGeom>
            <a:avLst/>
            <a:gdLst/>
            <a:ahLst/>
            <a:cxnLst/>
            <a:rect l="l" t="t" r="r" b="b"/>
            <a:pathLst>
              <a:path w="13716" h="608068">
                <a:moveTo>
                  <a:pt x="0" y="13716"/>
                </a:moveTo>
                <a:lnTo>
                  <a:pt x="13716" y="0"/>
                </a:lnTo>
                <a:lnTo>
                  <a:pt x="13716" y="608068"/>
                </a:lnTo>
                <a:lnTo>
                  <a:pt x="0" y="594352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55" name="Rectangle 103"/>
          <p:cNvSpPr/>
          <p:nvPr/>
        </p:nvSpPr>
        <p:spPr>
          <a:xfrm rot="2700000">
            <a:off x="624870" y="-268529"/>
            <a:ext cx="13716" cy="1800514"/>
          </a:xfrm>
          <a:custGeom>
            <a:avLst/>
            <a:gdLst/>
            <a:ahLst/>
            <a:cxnLst/>
            <a:rect l="l" t="t" r="r" b="b"/>
            <a:pathLst>
              <a:path w="13716" h="1800514">
                <a:moveTo>
                  <a:pt x="0" y="13716"/>
                </a:moveTo>
                <a:lnTo>
                  <a:pt x="13716" y="0"/>
                </a:lnTo>
                <a:lnTo>
                  <a:pt x="13716" y="1800514"/>
                </a:lnTo>
                <a:lnTo>
                  <a:pt x="0" y="1786798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56" name="Rectangle 104"/>
          <p:cNvSpPr/>
          <p:nvPr/>
        </p:nvSpPr>
        <p:spPr>
          <a:xfrm rot="2700000">
            <a:off x="1046463" y="-443158"/>
            <a:ext cx="13716" cy="2992958"/>
          </a:xfrm>
          <a:custGeom>
            <a:avLst/>
            <a:gdLst/>
            <a:ahLst/>
            <a:cxnLst/>
            <a:rect l="l" t="t" r="r" b="b"/>
            <a:pathLst>
              <a:path w="13716" h="2992958">
                <a:moveTo>
                  <a:pt x="0" y="13716"/>
                </a:moveTo>
                <a:lnTo>
                  <a:pt x="13716" y="0"/>
                </a:lnTo>
                <a:lnTo>
                  <a:pt x="13716" y="2992958"/>
                </a:lnTo>
                <a:lnTo>
                  <a:pt x="0" y="2979242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57" name="Rectangle 105"/>
          <p:cNvSpPr/>
          <p:nvPr/>
        </p:nvSpPr>
        <p:spPr>
          <a:xfrm rot="2700000">
            <a:off x="1468056" y="-617788"/>
            <a:ext cx="13716" cy="4185404"/>
          </a:xfrm>
          <a:custGeom>
            <a:avLst/>
            <a:gdLst/>
            <a:ahLst/>
            <a:cxnLst/>
            <a:rect l="l" t="t" r="r" b="b"/>
            <a:pathLst>
              <a:path w="13716" h="4185404">
                <a:moveTo>
                  <a:pt x="0" y="13716"/>
                </a:moveTo>
                <a:lnTo>
                  <a:pt x="13716" y="0"/>
                </a:lnTo>
                <a:lnTo>
                  <a:pt x="13716" y="4185404"/>
                </a:lnTo>
                <a:lnTo>
                  <a:pt x="0" y="4171688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58" name="Rectangle 106"/>
          <p:cNvSpPr/>
          <p:nvPr/>
        </p:nvSpPr>
        <p:spPr>
          <a:xfrm rot="2700000">
            <a:off x="1889649" y="-792416"/>
            <a:ext cx="13716" cy="5377849"/>
          </a:xfrm>
          <a:custGeom>
            <a:avLst/>
            <a:gdLst/>
            <a:ahLst/>
            <a:cxnLst/>
            <a:rect l="l" t="t" r="r" b="b"/>
            <a:pathLst>
              <a:path w="13716" h="5377849">
                <a:moveTo>
                  <a:pt x="0" y="13716"/>
                </a:moveTo>
                <a:lnTo>
                  <a:pt x="13716" y="0"/>
                </a:lnTo>
                <a:lnTo>
                  <a:pt x="13716" y="5377849"/>
                </a:lnTo>
                <a:lnTo>
                  <a:pt x="0" y="5364133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59" name="Rectangle 148"/>
          <p:cNvSpPr/>
          <p:nvPr/>
        </p:nvSpPr>
        <p:spPr>
          <a:xfrm rot="18900000" flipV="1">
            <a:off x="2070569" y="-450209"/>
            <a:ext cx="13716" cy="5889566"/>
          </a:xfrm>
          <a:custGeom>
            <a:avLst/>
            <a:gdLst/>
            <a:ahLst/>
            <a:cxnLst/>
            <a:rect l="l" t="t" r="r" b="b"/>
            <a:pathLst>
              <a:path w="13716" h="5889566">
                <a:moveTo>
                  <a:pt x="13716" y="5889566"/>
                </a:moveTo>
                <a:lnTo>
                  <a:pt x="13716" y="0"/>
                </a:lnTo>
                <a:lnTo>
                  <a:pt x="0" y="13716"/>
                </a:lnTo>
                <a:lnTo>
                  <a:pt x="0" y="587585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0" name="Rectangle 323"/>
          <p:cNvSpPr/>
          <p:nvPr/>
        </p:nvSpPr>
        <p:spPr>
          <a:xfrm rot="18900000" flipV="1">
            <a:off x="1648976" y="567610"/>
            <a:ext cx="13716" cy="4697119"/>
          </a:xfrm>
          <a:custGeom>
            <a:avLst/>
            <a:gdLst/>
            <a:ahLst/>
            <a:cxnLst/>
            <a:rect l="l" t="t" r="r" b="b"/>
            <a:pathLst>
              <a:path w="13716" h="4697119">
                <a:moveTo>
                  <a:pt x="13716" y="4697119"/>
                </a:moveTo>
                <a:lnTo>
                  <a:pt x="13716" y="0"/>
                </a:lnTo>
                <a:lnTo>
                  <a:pt x="0" y="13716"/>
                </a:lnTo>
                <a:lnTo>
                  <a:pt x="0" y="4683403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1" name="Rectangle 324"/>
          <p:cNvSpPr/>
          <p:nvPr/>
        </p:nvSpPr>
        <p:spPr>
          <a:xfrm rot="18900000" flipV="1">
            <a:off x="1227383" y="1585424"/>
            <a:ext cx="13716" cy="3504674"/>
          </a:xfrm>
          <a:custGeom>
            <a:avLst/>
            <a:gdLst/>
            <a:ahLst/>
            <a:cxnLst/>
            <a:rect l="l" t="t" r="r" b="b"/>
            <a:pathLst>
              <a:path w="13716" h="3504674">
                <a:moveTo>
                  <a:pt x="13716" y="3504674"/>
                </a:moveTo>
                <a:lnTo>
                  <a:pt x="13716" y="0"/>
                </a:lnTo>
                <a:lnTo>
                  <a:pt x="0" y="13716"/>
                </a:lnTo>
                <a:lnTo>
                  <a:pt x="0" y="3490958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2" name="Rectangle 325"/>
          <p:cNvSpPr/>
          <p:nvPr/>
        </p:nvSpPr>
        <p:spPr>
          <a:xfrm rot="18900000" flipV="1">
            <a:off x="805790" y="2603242"/>
            <a:ext cx="13716" cy="2312226"/>
          </a:xfrm>
          <a:custGeom>
            <a:avLst/>
            <a:gdLst/>
            <a:ahLst/>
            <a:cxnLst/>
            <a:rect l="l" t="t" r="r" b="b"/>
            <a:pathLst>
              <a:path w="13716" h="2312226">
                <a:moveTo>
                  <a:pt x="13716" y="2312226"/>
                </a:moveTo>
                <a:lnTo>
                  <a:pt x="13716" y="0"/>
                </a:lnTo>
                <a:lnTo>
                  <a:pt x="0" y="13716"/>
                </a:lnTo>
                <a:lnTo>
                  <a:pt x="0" y="229851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3" name="Rectangle 326"/>
          <p:cNvSpPr/>
          <p:nvPr/>
        </p:nvSpPr>
        <p:spPr>
          <a:xfrm rot="18900000" flipV="1">
            <a:off x="384198" y="3621057"/>
            <a:ext cx="13716" cy="1119782"/>
          </a:xfrm>
          <a:custGeom>
            <a:avLst/>
            <a:gdLst/>
            <a:ahLst/>
            <a:cxnLst/>
            <a:rect l="l" t="t" r="r" b="b"/>
            <a:pathLst>
              <a:path w="13716" h="1119782">
                <a:moveTo>
                  <a:pt x="13716" y="1119782"/>
                </a:moveTo>
                <a:lnTo>
                  <a:pt x="13716" y="0"/>
                </a:lnTo>
                <a:lnTo>
                  <a:pt x="0" y="13716"/>
                </a:lnTo>
                <a:lnTo>
                  <a:pt x="0" y="1106066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4" name="Rectangle 371"/>
          <p:cNvSpPr/>
          <p:nvPr/>
        </p:nvSpPr>
        <p:spPr>
          <a:xfrm rot="18900000" flipV="1">
            <a:off x="2705180" y="-953749"/>
            <a:ext cx="13716" cy="6479500"/>
          </a:xfrm>
          <a:custGeom>
            <a:avLst/>
            <a:gdLst/>
            <a:ahLst/>
            <a:cxnLst/>
            <a:rect l="l" t="t" r="r" b="b"/>
            <a:pathLst>
              <a:path w="13716" h="6479500">
                <a:moveTo>
                  <a:pt x="0" y="6479500"/>
                </a:moveTo>
                <a:lnTo>
                  <a:pt x="13716" y="6465784"/>
                </a:lnTo>
                <a:lnTo>
                  <a:pt x="13716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5" name="Rectangle 373"/>
          <p:cNvSpPr/>
          <p:nvPr/>
        </p:nvSpPr>
        <p:spPr>
          <a:xfrm rot="18900000" flipV="1">
            <a:off x="4391552" y="-953749"/>
            <a:ext cx="13716" cy="6479500"/>
          </a:xfrm>
          <a:custGeom>
            <a:avLst/>
            <a:gdLst/>
            <a:ahLst/>
            <a:cxnLst/>
            <a:rect l="l" t="t" r="r" b="b"/>
            <a:pathLst>
              <a:path w="13716" h="6479500">
                <a:moveTo>
                  <a:pt x="0" y="6479500"/>
                </a:moveTo>
                <a:lnTo>
                  <a:pt x="13716" y="6465784"/>
                </a:lnTo>
                <a:lnTo>
                  <a:pt x="13716" y="0"/>
                </a:lnTo>
                <a:lnTo>
                  <a:pt x="0" y="13715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6" name="Rectangle 375"/>
          <p:cNvSpPr/>
          <p:nvPr/>
        </p:nvSpPr>
        <p:spPr>
          <a:xfrm rot="18900000" flipV="1">
            <a:off x="6077925" y="-953749"/>
            <a:ext cx="13716" cy="6479501"/>
          </a:xfrm>
          <a:custGeom>
            <a:avLst/>
            <a:gdLst/>
            <a:ahLst/>
            <a:cxnLst/>
            <a:rect l="l" t="t" r="r" b="b"/>
            <a:pathLst>
              <a:path w="13716" h="6479501">
                <a:moveTo>
                  <a:pt x="0" y="6479501"/>
                </a:moveTo>
                <a:lnTo>
                  <a:pt x="13716" y="6465785"/>
                </a:lnTo>
                <a:lnTo>
                  <a:pt x="13716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7" name="Rectangle 376"/>
          <p:cNvSpPr/>
          <p:nvPr/>
        </p:nvSpPr>
        <p:spPr>
          <a:xfrm rot="18900000" flipV="1">
            <a:off x="6916261" y="-965458"/>
            <a:ext cx="13716" cy="6493219"/>
          </a:xfrm>
          <a:custGeom>
            <a:avLst/>
            <a:gdLst/>
            <a:ahLst/>
            <a:cxnLst/>
            <a:rect l="l" t="t" r="r" b="b"/>
            <a:pathLst>
              <a:path w="13716" h="6493219">
                <a:moveTo>
                  <a:pt x="13716" y="6479504"/>
                </a:moveTo>
                <a:lnTo>
                  <a:pt x="13716" y="0"/>
                </a:lnTo>
                <a:lnTo>
                  <a:pt x="0" y="13717"/>
                </a:lnTo>
                <a:lnTo>
                  <a:pt x="0" y="6493219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8" name="Rectangle 377"/>
          <p:cNvSpPr/>
          <p:nvPr/>
        </p:nvSpPr>
        <p:spPr>
          <a:xfrm rot="18900000" flipV="1">
            <a:off x="7759447" y="-965458"/>
            <a:ext cx="13717" cy="6493219"/>
          </a:xfrm>
          <a:custGeom>
            <a:avLst/>
            <a:gdLst/>
            <a:ahLst/>
            <a:cxnLst/>
            <a:rect l="l" t="t" r="r" b="b"/>
            <a:pathLst>
              <a:path w="13717" h="6493219">
                <a:moveTo>
                  <a:pt x="0" y="6493219"/>
                </a:moveTo>
                <a:lnTo>
                  <a:pt x="13716" y="6479502"/>
                </a:lnTo>
                <a:lnTo>
                  <a:pt x="13717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9" name="Rectangle 378"/>
          <p:cNvSpPr/>
          <p:nvPr/>
        </p:nvSpPr>
        <p:spPr>
          <a:xfrm rot="18900000" flipV="1">
            <a:off x="8602633" y="-965458"/>
            <a:ext cx="13716" cy="6493219"/>
          </a:xfrm>
          <a:custGeom>
            <a:avLst/>
            <a:gdLst/>
            <a:ahLst/>
            <a:cxnLst/>
            <a:rect l="l" t="t" r="r" b="b"/>
            <a:pathLst>
              <a:path w="13716" h="6493219">
                <a:moveTo>
                  <a:pt x="13716" y="6479504"/>
                </a:moveTo>
                <a:lnTo>
                  <a:pt x="13716" y="0"/>
                </a:lnTo>
                <a:lnTo>
                  <a:pt x="0" y="13716"/>
                </a:lnTo>
                <a:lnTo>
                  <a:pt x="0" y="6493219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70" name="Rectangle 138"/>
          <p:cNvSpPr/>
          <p:nvPr/>
        </p:nvSpPr>
        <p:spPr>
          <a:xfrm rot="18900000" flipV="1">
            <a:off x="10088968" y="-882602"/>
            <a:ext cx="13716" cy="5927431"/>
          </a:xfrm>
          <a:custGeom>
            <a:avLst/>
            <a:gdLst/>
            <a:ahLst/>
            <a:cxnLst/>
            <a:rect l="l" t="t" r="r" b="b"/>
            <a:pathLst>
              <a:path w="13716" h="5927431">
                <a:moveTo>
                  <a:pt x="0" y="5927431"/>
                </a:moveTo>
                <a:lnTo>
                  <a:pt x="13715" y="5913716"/>
                </a:lnTo>
                <a:lnTo>
                  <a:pt x="13716" y="1371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71" name="Rectangle 139"/>
          <p:cNvSpPr/>
          <p:nvPr/>
        </p:nvSpPr>
        <p:spPr>
          <a:xfrm rot="18900000" flipV="1">
            <a:off x="10510562" y="-707971"/>
            <a:ext cx="13716" cy="4734985"/>
          </a:xfrm>
          <a:custGeom>
            <a:avLst/>
            <a:gdLst/>
            <a:ahLst/>
            <a:cxnLst/>
            <a:rect l="l" t="t" r="r" b="b"/>
            <a:pathLst>
              <a:path w="13716" h="4734985">
                <a:moveTo>
                  <a:pt x="0" y="4734985"/>
                </a:moveTo>
                <a:lnTo>
                  <a:pt x="13715" y="4721270"/>
                </a:lnTo>
                <a:lnTo>
                  <a:pt x="13716" y="1371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72" name="Rectangle 140"/>
          <p:cNvSpPr/>
          <p:nvPr/>
        </p:nvSpPr>
        <p:spPr>
          <a:xfrm rot="18900000" flipV="1">
            <a:off x="10932155" y="-533342"/>
            <a:ext cx="13716" cy="3542540"/>
          </a:xfrm>
          <a:custGeom>
            <a:avLst/>
            <a:gdLst/>
            <a:ahLst/>
            <a:cxnLst/>
            <a:rect l="l" t="t" r="r" b="b"/>
            <a:pathLst>
              <a:path w="13716" h="3542540">
                <a:moveTo>
                  <a:pt x="0" y="3542540"/>
                </a:moveTo>
                <a:lnTo>
                  <a:pt x="13715" y="3528825"/>
                </a:lnTo>
                <a:lnTo>
                  <a:pt x="13716" y="1371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73" name="Rectangle 141"/>
          <p:cNvSpPr/>
          <p:nvPr/>
        </p:nvSpPr>
        <p:spPr>
          <a:xfrm rot="18900000" flipV="1">
            <a:off x="11353748" y="-358712"/>
            <a:ext cx="13716" cy="2350095"/>
          </a:xfrm>
          <a:custGeom>
            <a:avLst/>
            <a:gdLst/>
            <a:ahLst/>
            <a:cxnLst/>
            <a:rect l="l" t="t" r="r" b="b"/>
            <a:pathLst>
              <a:path w="13716" h="2350095">
                <a:moveTo>
                  <a:pt x="0" y="2350095"/>
                </a:moveTo>
                <a:lnTo>
                  <a:pt x="13715" y="2336380"/>
                </a:lnTo>
                <a:lnTo>
                  <a:pt x="13716" y="1371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74" name="Rectangle 142"/>
          <p:cNvSpPr/>
          <p:nvPr/>
        </p:nvSpPr>
        <p:spPr>
          <a:xfrm rot="18900000" flipV="1">
            <a:off x="11775341" y="-184083"/>
            <a:ext cx="13716" cy="1157650"/>
          </a:xfrm>
          <a:custGeom>
            <a:avLst/>
            <a:gdLst/>
            <a:ahLst/>
            <a:cxnLst/>
            <a:rect l="l" t="t" r="r" b="b"/>
            <a:pathLst>
              <a:path w="13716" h="1157650">
                <a:moveTo>
                  <a:pt x="0" y="1157650"/>
                </a:moveTo>
                <a:lnTo>
                  <a:pt x="13716" y="1143934"/>
                </a:lnTo>
                <a:lnTo>
                  <a:pt x="13716" y="1371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75" name="Rectangle 372"/>
          <p:cNvSpPr/>
          <p:nvPr/>
        </p:nvSpPr>
        <p:spPr>
          <a:xfrm rot="18900000" flipV="1">
            <a:off x="3543517" y="-965458"/>
            <a:ext cx="13716" cy="6493219"/>
          </a:xfrm>
          <a:custGeom>
            <a:avLst/>
            <a:gdLst/>
            <a:ahLst/>
            <a:cxnLst/>
            <a:rect l="l" t="t" r="r" b="b"/>
            <a:pathLst>
              <a:path w="13716" h="6493219">
                <a:moveTo>
                  <a:pt x="0" y="6493219"/>
                </a:moveTo>
                <a:lnTo>
                  <a:pt x="13716" y="6479503"/>
                </a:lnTo>
                <a:lnTo>
                  <a:pt x="13716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76" name="Rectangle 374"/>
          <p:cNvSpPr/>
          <p:nvPr/>
        </p:nvSpPr>
        <p:spPr>
          <a:xfrm rot="18900000" flipV="1">
            <a:off x="5229889" y="-965458"/>
            <a:ext cx="13716" cy="6493220"/>
          </a:xfrm>
          <a:custGeom>
            <a:avLst/>
            <a:gdLst/>
            <a:ahLst/>
            <a:cxnLst/>
            <a:rect l="l" t="t" r="r" b="b"/>
            <a:pathLst>
              <a:path w="13716" h="6493220">
                <a:moveTo>
                  <a:pt x="0" y="6493220"/>
                </a:moveTo>
                <a:lnTo>
                  <a:pt x="13716" y="6479504"/>
                </a:lnTo>
                <a:lnTo>
                  <a:pt x="13716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77" name="Teardrop 3"/>
          <p:cNvSpPr/>
          <p:nvPr/>
        </p:nvSpPr>
        <p:spPr>
          <a:xfrm rot="5400000" flipH="1" flipV="1">
            <a:off x="644277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78" name="Teardrop 3"/>
          <p:cNvSpPr/>
          <p:nvPr/>
        </p:nvSpPr>
        <p:spPr>
          <a:xfrm rot="5400000" flipH="1" flipV="1">
            <a:off x="-148774" y="258315"/>
            <a:ext cx="612648" cy="315100"/>
          </a:xfrm>
          <a:custGeom>
            <a:avLst/>
            <a:gdLst/>
            <a:ahLst/>
            <a:cxnLst/>
            <a:rect l="l" t="t" r="r" b="b"/>
            <a:pathLst>
              <a:path w="612648" h="315100">
                <a:moveTo>
                  <a:pt x="239386" y="75670"/>
                </a:moveTo>
                <a:cubicBezTo>
                  <a:pt x="230866" y="67149"/>
                  <a:pt x="224313" y="57406"/>
                  <a:pt x="219944" y="46909"/>
                </a:cubicBezTo>
                <a:cubicBezTo>
                  <a:pt x="207099" y="60107"/>
                  <a:pt x="182914" y="65356"/>
                  <a:pt x="163810" y="64989"/>
                </a:cubicBezTo>
                <a:cubicBezTo>
                  <a:pt x="113791" y="64989"/>
                  <a:pt x="73243" y="105538"/>
                  <a:pt x="73243" y="155556"/>
                </a:cubicBezTo>
                <a:cubicBezTo>
                  <a:pt x="73243" y="179467"/>
                  <a:pt x="82509" y="201213"/>
                  <a:pt x="97830" y="217225"/>
                </a:cubicBezTo>
                <a:close/>
                <a:moveTo>
                  <a:pt x="268191" y="95157"/>
                </a:moveTo>
                <a:cubicBezTo>
                  <a:pt x="257695" y="90787"/>
                  <a:pt x="247952" y="84234"/>
                  <a:pt x="239431" y="75715"/>
                </a:cubicBezTo>
                <a:lnTo>
                  <a:pt x="97875" y="217270"/>
                </a:lnTo>
                <a:cubicBezTo>
                  <a:pt x="113887" y="232591"/>
                  <a:pt x="135634" y="241857"/>
                  <a:pt x="159544" y="241857"/>
                </a:cubicBezTo>
                <a:cubicBezTo>
                  <a:pt x="184553" y="241857"/>
                  <a:pt x="207195" y="231720"/>
                  <a:pt x="223585" y="215331"/>
                </a:cubicBezTo>
                <a:cubicBezTo>
                  <a:pt x="239974" y="198941"/>
                  <a:pt x="250111" y="176299"/>
                  <a:pt x="250111" y="151290"/>
                </a:cubicBezTo>
                <a:cubicBezTo>
                  <a:pt x="249745" y="132187"/>
                  <a:pt x="254994" y="108002"/>
                  <a:pt x="268191" y="95157"/>
                </a:cubicBezTo>
                <a:close/>
                <a:moveTo>
                  <a:pt x="391275" y="232488"/>
                </a:moveTo>
                <a:cubicBezTo>
                  <a:pt x="366688" y="214199"/>
                  <a:pt x="350981" y="184860"/>
                  <a:pt x="350981" y="151853"/>
                </a:cubicBezTo>
                <a:cubicBezTo>
                  <a:pt x="351479" y="125869"/>
                  <a:pt x="347689" y="109892"/>
                  <a:pt x="331337" y="99934"/>
                </a:cubicBezTo>
                <a:cubicBezTo>
                  <a:pt x="315088" y="104415"/>
                  <a:pt x="297874" y="104335"/>
                  <a:pt x="281637" y="99721"/>
                </a:cubicBezTo>
                <a:cubicBezTo>
                  <a:pt x="265010" y="109675"/>
                  <a:pt x="261165" y="125694"/>
                  <a:pt x="261667" y="151853"/>
                </a:cubicBezTo>
                <a:cubicBezTo>
                  <a:pt x="261667" y="179968"/>
                  <a:pt x="250271" y="205421"/>
                  <a:pt x="231846" y="223846"/>
                </a:cubicBezTo>
                <a:lnTo>
                  <a:pt x="221347" y="232509"/>
                </a:lnTo>
                <a:cubicBezTo>
                  <a:pt x="224389" y="249009"/>
                  <a:pt x="232545" y="264623"/>
                  <a:pt x="245300" y="277378"/>
                </a:cubicBezTo>
                <a:cubicBezTo>
                  <a:pt x="262207" y="294285"/>
                  <a:pt x="284136" y="303111"/>
                  <a:pt x="306292" y="303599"/>
                </a:cubicBezTo>
                <a:lnTo>
                  <a:pt x="306292" y="218433"/>
                </a:lnTo>
                <a:lnTo>
                  <a:pt x="306356" y="218433"/>
                </a:lnTo>
                <a:lnTo>
                  <a:pt x="306356" y="303599"/>
                </a:lnTo>
                <a:cubicBezTo>
                  <a:pt x="328512" y="303110"/>
                  <a:pt x="350441" y="294285"/>
                  <a:pt x="367348" y="277378"/>
                </a:cubicBezTo>
                <a:cubicBezTo>
                  <a:pt x="380109" y="264617"/>
                  <a:pt x="388266" y="248996"/>
                  <a:pt x="391275" y="232488"/>
                </a:cubicBezTo>
                <a:close/>
                <a:moveTo>
                  <a:pt x="514773" y="217271"/>
                </a:moveTo>
                <a:lnTo>
                  <a:pt x="373218" y="75716"/>
                </a:lnTo>
                <a:cubicBezTo>
                  <a:pt x="364700" y="84231"/>
                  <a:pt x="354962" y="90781"/>
                  <a:pt x="344508" y="95209"/>
                </a:cubicBezTo>
                <a:cubicBezTo>
                  <a:pt x="357668" y="108066"/>
                  <a:pt x="362903" y="132212"/>
                  <a:pt x="362537" y="151290"/>
                </a:cubicBezTo>
                <a:cubicBezTo>
                  <a:pt x="362537" y="201309"/>
                  <a:pt x="403085" y="241857"/>
                  <a:pt x="453104" y="241857"/>
                </a:cubicBezTo>
                <a:cubicBezTo>
                  <a:pt x="477015" y="241857"/>
                  <a:pt x="498761" y="232592"/>
                  <a:pt x="514773" y="217271"/>
                </a:cubicBezTo>
                <a:close/>
                <a:moveTo>
                  <a:pt x="539405" y="155556"/>
                </a:moveTo>
                <a:cubicBezTo>
                  <a:pt x="539405" y="105538"/>
                  <a:pt x="498856" y="64989"/>
                  <a:pt x="448838" y="64989"/>
                </a:cubicBezTo>
                <a:cubicBezTo>
                  <a:pt x="429760" y="65355"/>
                  <a:pt x="405614" y="60121"/>
                  <a:pt x="392756" y="46961"/>
                </a:cubicBezTo>
                <a:cubicBezTo>
                  <a:pt x="388329" y="57415"/>
                  <a:pt x="381778" y="67153"/>
                  <a:pt x="373263" y="75671"/>
                </a:cubicBezTo>
                <a:lnTo>
                  <a:pt x="514818" y="217225"/>
                </a:lnTo>
                <a:cubicBezTo>
                  <a:pt x="530139" y="201213"/>
                  <a:pt x="539405" y="179467"/>
                  <a:pt x="539405" y="155556"/>
                </a:cubicBezTo>
                <a:close/>
                <a:moveTo>
                  <a:pt x="612648" y="8776"/>
                </a:moveTo>
                <a:cubicBezTo>
                  <a:pt x="612257" y="34030"/>
                  <a:pt x="602326" y="59101"/>
                  <a:pt x="583058" y="78369"/>
                </a:cubicBezTo>
                <a:cubicBezTo>
                  <a:pt x="569890" y="91537"/>
                  <a:pt x="554014" y="100343"/>
                  <a:pt x="537134" y="104416"/>
                </a:cubicBezTo>
                <a:cubicBezTo>
                  <a:pt x="546224" y="119205"/>
                  <a:pt x="551214" y="136643"/>
                  <a:pt x="551214" y="155247"/>
                </a:cubicBezTo>
                <a:cubicBezTo>
                  <a:pt x="551214" y="182497"/>
                  <a:pt x="540509" y="207247"/>
                  <a:pt x="522928" y="225380"/>
                </a:cubicBezTo>
                <a:lnTo>
                  <a:pt x="522928" y="225380"/>
                </a:lnTo>
                <a:cubicBezTo>
                  <a:pt x="504794" y="242961"/>
                  <a:pt x="480044" y="253667"/>
                  <a:pt x="452794" y="253667"/>
                </a:cubicBezTo>
                <a:cubicBezTo>
                  <a:pt x="434191" y="253667"/>
                  <a:pt x="416753" y="248677"/>
                  <a:pt x="401964" y="239586"/>
                </a:cubicBezTo>
                <a:cubicBezTo>
                  <a:pt x="397891" y="256466"/>
                  <a:pt x="389084" y="272342"/>
                  <a:pt x="375917" y="285509"/>
                </a:cubicBezTo>
                <a:cubicBezTo>
                  <a:pt x="356649" y="304778"/>
                  <a:pt x="331578" y="314709"/>
                  <a:pt x="306324" y="315100"/>
                </a:cubicBezTo>
                <a:lnTo>
                  <a:pt x="306324" y="315100"/>
                </a:lnTo>
                <a:cubicBezTo>
                  <a:pt x="281070" y="314709"/>
                  <a:pt x="255999" y="304778"/>
                  <a:pt x="236731" y="285509"/>
                </a:cubicBezTo>
                <a:cubicBezTo>
                  <a:pt x="223570" y="272349"/>
                  <a:pt x="214766" y="256482"/>
                  <a:pt x="210610" y="239626"/>
                </a:cubicBezTo>
                <a:cubicBezTo>
                  <a:pt x="195839" y="248693"/>
                  <a:pt x="178427" y="253666"/>
                  <a:pt x="159854" y="253666"/>
                </a:cubicBezTo>
                <a:cubicBezTo>
                  <a:pt x="132604" y="253666"/>
                  <a:pt x="107854" y="242961"/>
                  <a:pt x="89720" y="225380"/>
                </a:cubicBezTo>
                <a:lnTo>
                  <a:pt x="89720" y="225380"/>
                </a:lnTo>
                <a:cubicBezTo>
                  <a:pt x="72139" y="207247"/>
                  <a:pt x="61434" y="182497"/>
                  <a:pt x="61434" y="155247"/>
                </a:cubicBezTo>
                <a:cubicBezTo>
                  <a:pt x="61434" y="136673"/>
                  <a:pt x="66407" y="119262"/>
                  <a:pt x="75474" y="104490"/>
                </a:cubicBezTo>
                <a:cubicBezTo>
                  <a:pt x="58618" y="100334"/>
                  <a:pt x="42751" y="91530"/>
                  <a:pt x="29591" y="78369"/>
                </a:cubicBezTo>
                <a:cubicBezTo>
                  <a:pt x="10322" y="59101"/>
                  <a:pt x="391" y="34030"/>
                  <a:pt x="0" y="8776"/>
                </a:cubicBezTo>
                <a:lnTo>
                  <a:pt x="0" y="8776"/>
                </a:lnTo>
                <a:lnTo>
                  <a:pt x="1828" y="0"/>
                </a:lnTo>
                <a:lnTo>
                  <a:pt x="13374" y="0"/>
                </a:lnTo>
                <a:cubicBezTo>
                  <a:pt x="11782" y="2802"/>
                  <a:pt x="11567" y="5771"/>
                  <a:pt x="11501" y="8744"/>
                </a:cubicBezTo>
                <a:lnTo>
                  <a:pt x="96667" y="8744"/>
                </a:lnTo>
                <a:lnTo>
                  <a:pt x="96667" y="8808"/>
                </a:lnTo>
                <a:lnTo>
                  <a:pt x="11501" y="8808"/>
                </a:lnTo>
                <a:cubicBezTo>
                  <a:pt x="11989" y="30964"/>
                  <a:pt x="20815" y="52893"/>
                  <a:pt x="37722" y="69800"/>
                </a:cubicBezTo>
                <a:cubicBezTo>
                  <a:pt x="50477" y="82555"/>
                  <a:pt x="66091" y="90711"/>
                  <a:pt x="82591" y="93753"/>
                </a:cubicBezTo>
                <a:cubicBezTo>
                  <a:pt x="100880" y="69151"/>
                  <a:pt x="130228" y="53433"/>
                  <a:pt x="163247" y="53433"/>
                </a:cubicBezTo>
                <a:cubicBezTo>
                  <a:pt x="186137" y="53872"/>
                  <a:pt x="201262" y="50984"/>
                  <a:pt x="211354" y="39116"/>
                </a:cubicBezTo>
                <a:cubicBezTo>
                  <a:pt x="212796" y="37420"/>
                  <a:pt x="214135" y="35542"/>
                  <a:pt x="215380" y="33463"/>
                </a:cubicBezTo>
                <a:lnTo>
                  <a:pt x="215236" y="0"/>
                </a:lnTo>
                <a:lnTo>
                  <a:pt x="223506" y="0"/>
                </a:lnTo>
                <a:cubicBezTo>
                  <a:pt x="219687" y="24354"/>
                  <a:pt x="227777" y="49750"/>
                  <a:pt x="246535" y="68520"/>
                </a:cubicBezTo>
                <a:lnTo>
                  <a:pt x="254763" y="60293"/>
                </a:lnTo>
                <a:cubicBezTo>
                  <a:pt x="254771" y="60299"/>
                  <a:pt x="254778" y="60307"/>
                  <a:pt x="254786" y="60315"/>
                </a:cubicBezTo>
                <a:lnTo>
                  <a:pt x="254808" y="60338"/>
                </a:lnTo>
                <a:lnTo>
                  <a:pt x="246580" y="68565"/>
                </a:lnTo>
                <a:cubicBezTo>
                  <a:pt x="279582" y="101547"/>
                  <a:pt x="333066" y="101547"/>
                  <a:pt x="366068" y="68565"/>
                </a:cubicBezTo>
                <a:lnTo>
                  <a:pt x="357840" y="60338"/>
                </a:lnTo>
                <a:cubicBezTo>
                  <a:pt x="357847" y="60330"/>
                  <a:pt x="357855" y="60322"/>
                  <a:pt x="357862" y="60315"/>
                </a:cubicBezTo>
                <a:lnTo>
                  <a:pt x="357885" y="60293"/>
                </a:lnTo>
                <a:lnTo>
                  <a:pt x="366113" y="68520"/>
                </a:lnTo>
                <a:cubicBezTo>
                  <a:pt x="384871" y="49750"/>
                  <a:pt x="392961" y="24354"/>
                  <a:pt x="389142" y="0"/>
                </a:cubicBezTo>
                <a:lnTo>
                  <a:pt x="397337" y="0"/>
                </a:lnTo>
                <a:cubicBezTo>
                  <a:pt x="401478" y="11094"/>
                  <a:pt x="400548" y="22668"/>
                  <a:pt x="397481" y="33790"/>
                </a:cubicBezTo>
                <a:cubicBezTo>
                  <a:pt x="407439" y="50142"/>
                  <a:pt x="423417" y="53932"/>
                  <a:pt x="449401" y="53433"/>
                </a:cubicBezTo>
                <a:cubicBezTo>
                  <a:pt x="482407" y="53434"/>
                  <a:pt x="511746" y="69140"/>
                  <a:pt x="530035" y="93727"/>
                </a:cubicBezTo>
                <a:cubicBezTo>
                  <a:pt x="546543" y="90718"/>
                  <a:pt x="562165" y="82561"/>
                  <a:pt x="574926" y="69800"/>
                </a:cubicBezTo>
                <a:cubicBezTo>
                  <a:pt x="591833" y="52893"/>
                  <a:pt x="600658" y="30964"/>
                  <a:pt x="601147" y="8808"/>
                </a:cubicBezTo>
                <a:lnTo>
                  <a:pt x="515981" y="8808"/>
                </a:lnTo>
                <a:lnTo>
                  <a:pt x="515981" y="8744"/>
                </a:lnTo>
                <a:lnTo>
                  <a:pt x="601147" y="8744"/>
                </a:lnTo>
                <a:lnTo>
                  <a:pt x="599274" y="0"/>
                </a:lnTo>
                <a:lnTo>
                  <a:pt x="610820" y="0"/>
                </a:lnTo>
                <a:cubicBezTo>
                  <a:pt x="612423" y="2826"/>
                  <a:pt x="612602" y="5800"/>
                  <a:pt x="612648" y="8776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79" name="Teardrop 3"/>
          <p:cNvSpPr/>
          <p:nvPr/>
        </p:nvSpPr>
        <p:spPr>
          <a:xfrm rot="5400000" flipH="1" flipV="1">
            <a:off x="138753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0" name="Teardrop 3"/>
          <p:cNvSpPr/>
          <p:nvPr/>
        </p:nvSpPr>
        <p:spPr>
          <a:xfrm rot="5400000" flipH="1" flipV="1">
            <a:off x="223007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1" name="Teardrop 3"/>
          <p:cNvSpPr/>
          <p:nvPr/>
        </p:nvSpPr>
        <p:spPr>
          <a:xfrm rot="5400000" flipH="1" flipV="1">
            <a:off x="307261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2" name="Teardrop 3"/>
          <p:cNvSpPr/>
          <p:nvPr/>
        </p:nvSpPr>
        <p:spPr>
          <a:xfrm rot="5400000" flipH="1" flipV="1">
            <a:off x="391515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3" name="Teardrop 3"/>
          <p:cNvSpPr/>
          <p:nvPr/>
        </p:nvSpPr>
        <p:spPr>
          <a:xfrm rot="5400000" flipH="1" flipV="1">
            <a:off x="475769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4" name="Teardrop 3"/>
          <p:cNvSpPr/>
          <p:nvPr/>
        </p:nvSpPr>
        <p:spPr>
          <a:xfrm rot="5400000" flipH="1" flipV="1">
            <a:off x="560023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5" name="Teardrop 3"/>
          <p:cNvSpPr/>
          <p:nvPr/>
        </p:nvSpPr>
        <p:spPr>
          <a:xfrm rot="5400000" flipH="1" flipV="1">
            <a:off x="812785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6" name="Teardrop 3"/>
          <p:cNvSpPr/>
          <p:nvPr/>
        </p:nvSpPr>
        <p:spPr>
          <a:xfrm rot="5400000" flipH="1" flipV="1">
            <a:off x="728531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7" name="Teardrop 3"/>
          <p:cNvSpPr/>
          <p:nvPr/>
        </p:nvSpPr>
        <p:spPr>
          <a:xfrm rot="5400000" flipH="1" flipV="1">
            <a:off x="981293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8" name="Teardrop 3"/>
          <p:cNvSpPr/>
          <p:nvPr/>
        </p:nvSpPr>
        <p:spPr>
          <a:xfrm rot="5400000" flipH="1" flipV="1">
            <a:off x="897039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9" name="Teardrop 3"/>
          <p:cNvSpPr/>
          <p:nvPr/>
        </p:nvSpPr>
        <p:spPr>
          <a:xfrm rot="5400000" flipH="1" flipV="1">
            <a:off x="11498011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90" name="Teardrop 3"/>
          <p:cNvSpPr/>
          <p:nvPr/>
        </p:nvSpPr>
        <p:spPr>
          <a:xfrm rot="5400000" flipH="1" flipV="1">
            <a:off x="1065547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91" name="Teardrop 3"/>
          <p:cNvSpPr/>
          <p:nvPr/>
        </p:nvSpPr>
        <p:spPr>
          <a:xfrm rot="5400000" flipH="1" flipV="1">
            <a:off x="54499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92" name="Oval 591"/>
          <p:cNvSpPr/>
          <p:nvPr/>
        </p:nvSpPr>
        <p:spPr>
          <a:xfrm>
            <a:off x="666451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93" name="Oval 167"/>
          <p:cNvSpPr/>
          <p:nvPr/>
        </p:nvSpPr>
        <p:spPr>
          <a:xfrm>
            <a:off x="0" y="331699"/>
            <a:ext cx="93942" cy="4240302"/>
          </a:xfrm>
          <a:custGeom>
            <a:avLst/>
            <a:gdLst/>
            <a:ahLst/>
            <a:cxnLst/>
            <a:rect l="l" t="t" r="r" b="b"/>
            <a:pathLst>
              <a:path w="93942" h="4240302">
                <a:moveTo>
                  <a:pt x="9066" y="4229620"/>
                </a:moveTo>
                <a:cubicBezTo>
                  <a:pt x="23324" y="4229620"/>
                  <a:pt x="36761" y="4233136"/>
                  <a:pt x="48054" y="4240302"/>
                </a:cubicBezTo>
                <a:lnTo>
                  <a:pt x="0" y="4240302"/>
                </a:lnTo>
                <a:lnTo>
                  <a:pt x="0" y="4231451"/>
                </a:lnTo>
                <a:cubicBezTo>
                  <a:pt x="2881" y="4229788"/>
                  <a:pt x="5954" y="4229620"/>
                  <a:pt x="9066" y="4229620"/>
                </a:cubicBezTo>
                <a:close/>
                <a:moveTo>
                  <a:pt x="9066" y="3380947"/>
                </a:moveTo>
                <a:cubicBezTo>
                  <a:pt x="55942" y="3380947"/>
                  <a:pt x="93942" y="3418947"/>
                  <a:pt x="93942" y="3465822"/>
                </a:cubicBezTo>
                <a:cubicBezTo>
                  <a:pt x="93942" y="3512697"/>
                  <a:pt x="55942" y="3550697"/>
                  <a:pt x="9066" y="3550697"/>
                </a:cubicBezTo>
                <a:lnTo>
                  <a:pt x="0" y="3548867"/>
                </a:lnTo>
                <a:lnTo>
                  <a:pt x="0" y="3382777"/>
                </a:lnTo>
                <a:cubicBezTo>
                  <a:pt x="2881" y="3381115"/>
                  <a:pt x="5954" y="3380947"/>
                  <a:pt x="9066" y="3380947"/>
                </a:cubicBezTo>
                <a:close/>
                <a:moveTo>
                  <a:pt x="9066" y="2536768"/>
                </a:moveTo>
                <a:cubicBezTo>
                  <a:pt x="55942" y="2536768"/>
                  <a:pt x="93942" y="2574768"/>
                  <a:pt x="93942" y="2621643"/>
                </a:cubicBezTo>
                <a:cubicBezTo>
                  <a:pt x="93942" y="2668518"/>
                  <a:pt x="55942" y="2706518"/>
                  <a:pt x="9066" y="2706518"/>
                </a:cubicBezTo>
                <a:lnTo>
                  <a:pt x="0" y="2704688"/>
                </a:lnTo>
                <a:lnTo>
                  <a:pt x="0" y="2538598"/>
                </a:lnTo>
                <a:cubicBezTo>
                  <a:pt x="2881" y="2536936"/>
                  <a:pt x="5954" y="2536768"/>
                  <a:pt x="9066" y="2536768"/>
                </a:cubicBezTo>
                <a:close/>
                <a:moveTo>
                  <a:pt x="9066" y="1688095"/>
                </a:moveTo>
                <a:cubicBezTo>
                  <a:pt x="55942" y="1688095"/>
                  <a:pt x="93942" y="1726095"/>
                  <a:pt x="93942" y="1772970"/>
                </a:cubicBezTo>
                <a:cubicBezTo>
                  <a:pt x="93942" y="1819845"/>
                  <a:pt x="55942" y="1857845"/>
                  <a:pt x="9066" y="1857845"/>
                </a:cubicBezTo>
                <a:lnTo>
                  <a:pt x="0" y="1856015"/>
                </a:lnTo>
                <a:lnTo>
                  <a:pt x="0" y="1689925"/>
                </a:lnTo>
                <a:cubicBezTo>
                  <a:pt x="2881" y="1688263"/>
                  <a:pt x="5954" y="1688095"/>
                  <a:pt x="9066" y="1688095"/>
                </a:cubicBezTo>
                <a:close/>
                <a:moveTo>
                  <a:pt x="9066" y="845498"/>
                </a:moveTo>
                <a:cubicBezTo>
                  <a:pt x="55942" y="845498"/>
                  <a:pt x="93942" y="883498"/>
                  <a:pt x="93942" y="930373"/>
                </a:cubicBezTo>
                <a:cubicBezTo>
                  <a:pt x="93942" y="977248"/>
                  <a:pt x="55942" y="1015248"/>
                  <a:pt x="9066" y="1015248"/>
                </a:cubicBezTo>
                <a:lnTo>
                  <a:pt x="0" y="1013418"/>
                </a:lnTo>
                <a:lnTo>
                  <a:pt x="0" y="847328"/>
                </a:lnTo>
                <a:cubicBezTo>
                  <a:pt x="2881" y="845666"/>
                  <a:pt x="5954" y="845498"/>
                  <a:pt x="9066" y="845498"/>
                </a:cubicBezTo>
                <a:close/>
                <a:moveTo>
                  <a:pt x="9066" y="0"/>
                </a:moveTo>
                <a:cubicBezTo>
                  <a:pt x="55942" y="0"/>
                  <a:pt x="93942" y="38000"/>
                  <a:pt x="93942" y="84875"/>
                </a:cubicBezTo>
                <a:cubicBezTo>
                  <a:pt x="93942" y="131750"/>
                  <a:pt x="55942" y="169750"/>
                  <a:pt x="9066" y="169750"/>
                </a:cubicBezTo>
                <a:lnTo>
                  <a:pt x="0" y="167920"/>
                </a:lnTo>
                <a:lnTo>
                  <a:pt x="0" y="1830"/>
                </a:lnTo>
                <a:cubicBezTo>
                  <a:pt x="2881" y="167"/>
                  <a:pt x="5954" y="0"/>
                  <a:pt x="906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94" name="Oval 593"/>
          <p:cNvSpPr/>
          <p:nvPr/>
        </p:nvSpPr>
        <p:spPr>
          <a:xfrm>
            <a:off x="76673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95" name="Oval 594"/>
          <p:cNvSpPr/>
          <p:nvPr/>
        </p:nvSpPr>
        <p:spPr>
          <a:xfrm>
            <a:off x="160927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96" name="Oval 595"/>
          <p:cNvSpPr/>
          <p:nvPr/>
        </p:nvSpPr>
        <p:spPr>
          <a:xfrm>
            <a:off x="245181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97" name="Oval 596"/>
          <p:cNvSpPr/>
          <p:nvPr/>
        </p:nvSpPr>
        <p:spPr>
          <a:xfrm>
            <a:off x="329435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98" name="Oval 597"/>
          <p:cNvSpPr/>
          <p:nvPr/>
        </p:nvSpPr>
        <p:spPr>
          <a:xfrm>
            <a:off x="413689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99" name="Oval 598"/>
          <p:cNvSpPr/>
          <p:nvPr/>
        </p:nvSpPr>
        <p:spPr>
          <a:xfrm>
            <a:off x="497943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00" name="Oval 599"/>
          <p:cNvSpPr/>
          <p:nvPr/>
        </p:nvSpPr>
        <p:spPr>
          <a:xfrm>
            <a:off x="582197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01" name="Oval 600"/>
          <p:cNvSpPr/>
          <p:nvPr/>
        </p:nvSpPr>
        <p:spPr>
          <a:xfrm>
            <a:off x="834959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02" name="Oval 601"/>
          <p:cNvSpPr/>
          <p:nvPr/>
        </p:nvSpPr>
        <p:spPr>
          <a:xfrm>
            <a:off x="750705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03" name="Oval 602"/>
          <p:cNvSpPr/>
          <p:nvPr/>
        </p:nvSpPr>
        <p:spPr>
          <a:xfrm>
            <a:off x="1003467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04" name="Oval 603"/>
          <p:cNvSpPr/>
          <p:nvPr/>
        </p:nvSpPr>
        <p:spPr>
          <a:xfrm>
            <a:off x="919213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05" name="Oval 604"/>
          <p:cNvSpPr/>
          <p:nvPr/>
        </p:nvSpPr>
        <p:spPr>
          <a:xfrm>
            <a:off x="11719750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06" name="Oval 605"/>
          <p:cNvSpPr/>
          <p:nvPr/>
        </p:nvSpPr>
        <p:spPr>
          <a:xfrm>
            <a:off x="1087721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07" name="Teardrop 3"/>
          <p:cNvSpPr/>
          <p:nvPr/>
        </p:nvSpPr>
        <p:spPr>
          <a:xfrm rot="5400000" flipH="1" flipV="1">
            <a:off x="602118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08" name="Teardrop 3"/>
          <p:cNvSpPr/>
          <p:nvPr/>
        </p:nvSpPr>
        <p:spPr>
          <a:xfrm rot="5400000" flipH="1" flipV="1">
            <a:off x="96594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09" name="Teardrop 3"/>
          <p:cNvSpPr/>
          <p:nvPr/>
        </p:nvSpPr>
        <p:spPr>
          <a:xfrm rot="5400000" flipH="1" flipV="1">
            <a:off x="180848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10" name="Teardrop 3"/>
          <p:cNvSpPr/>
          <p:nvPr/>
        </p:nvSpPr>
        <p:spPr>
          <a:xfrm rot="5400000" flipH="1" flipV="1">
            <a:off x="265102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11" name="Teardrop 3"/>
          <p:cNvSpPr/>
          <p:nvPr/>
        </p:nvSpPr>
        <p:spPr>
          <a:xfrm rot="5400000" flipH="1" flipV="1">
            <a:off x="349356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12" name="Teardrop 3"/>
          <p:cNvSpPr/>
          <p:nvPr/>
        </p:nvSpPr>
        <p:spPr>
          <a:xfrm rot="5400000" flipH="1" flipV="1">
            <a:off x="433610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13" name="Teardrop 3"/>
          <p:cNvSpPr/>
          <p:nvPr/>
        </p:nvSpPr>
        <p:spPr>
          <a:xfrm rot="5400000" flipH="1" flipV="1">
            <a:off x="517864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14" name="Teardrop 3"/>
          <p:cNvSpPr/>
          <p:nvPr/>
        </p:nvSpPr>
        <p:spPr>
          <a:xfrm rot="5400000" flipH="1" flipV="1">
            <a:off x="770626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15" name="Teardrop 3"/>
          <p:cNvSpPr/>
          <p:nvPr/>
        </p:nvSpPr>
        <p:spPr>
          <a:xfrm rot="5400000" flipH="1" flipV="1">
            <a:off x="686372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16" name="Teardrop 3"/>
          <p:cNvSpPr/>
          <p:nvPr/>
        </p:nvSpPr>
        <p:spPr>
          <a:xfrm rot="5400000" flipH="1" flipV="1">
            <a:off x="939134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17" name="Teardrop 3"/>
          <p:cNvSpPr/>
          <p:nvPr/>
        </p:nvSpPr>
        <p:spPr>
          <a:xfrm rot="5400000" flipH="1" flipV="1">
            <a:off x="854880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18" name="Teardrop 3"/>
          <p:cNvSpPr/>
          <p:nvPr/>
        </p:nvSpPr>
        <p:spPr>
          <a:xfrm rot="5400000" flipH="1" flipV="1">
            <a:off x="11076421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19" name="Teardrop 3"/>
          <p:cNvSpPr/>
          <p:nvPr/>
        </p:nvSpPr>
        <p:spPr>
          <a:xfrm rot="5400000" flipH="1" flipV="1">
            <a:off x="1023388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20" name="Teardrop 3"/>
          <p:cNvSpPr/>
          <p:nvPr/>
        </p:nvSpPr>
        <p:spPr>
          <a:xfrm rot="5400000" flipH="1" flipV="1">
            <a:off x="12340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21" name="Teardrop 3"/>
          <p:cNvSpPr/>
          <p:nvPr/>
        </p:nvSpPr>
        <p:spPr>
          <a:xfrm rot="5400000" flipH="1" flipV="1">
            <a:off x="11760003" y="685578"/>
            <a:ext cx="595780" cy="268215"/>
          </a:xfrm>
          <a:custGeom>
            <a:avLst/>
            <a:gdLst/>
            <a:ahLst/>
            <a:cxnLst/>
            <a:rect l="l" t="t" r="r" b="b"/>
            <a:pathLst>
              <a:path w="595780" h="268215">
                <a:moveTo>
                  <a:pt x="230951" y="239431"/>
                </a:moveTo>
                <a:lnTo>
                  <a:pt x="89396" y="97876"/>
                </a:lnTo>
                <a:cubicBezTo>
                  <a:pt x="74075" y="113887"/>
                  <a:pt x="64809" y="135634"/>
                  <a:pt x="64809" y="159544"/>
                </a:cubicBezTo>
                <a:cubicBezTo>
                  <a:pt x="64809" y="209563"/>
                  <a:pt x="105357" y="250112"/>
                  <a:pt x="155376" y="250112"/>
                </a:cubicBezTo>
                <a:cubicBezTo>
                  <a:pt x="174454" y="249746"/>
                  <a:pt x="198601" y="254980"/>
                  <a:pt x="211458" y="268141"/>
                </a:cubicBezTo>
                <a:cubicBezTo>
                  <a:pt x="215885" y="257686"/>
                  <a:pt x="222436" y="247948"/>
                  <a:pt x="230951" y="239431"/>
                </a:cubicBezTo>
                <a:close/>
                <a:moveTo>
                  <a:pt x="259706" y="219892"/>
                </a:moveTo>
                <a:cubicBezTo>
                  <a:pt x="246546" y="207035"/>
                  <a:pt x="241311" y="182889"/>
                  <a:pt x="241677" y="163811"/>
                </a:cubicBezTo>
                <a:cubicBezTo>
                  <a:pt x="241677" y="113792"/>
                  <a:pt x="201129" y="73244"/>
                  <a:pt x="151110" y="73244"/>
                </a:cubicBezTo>
                <a:cubicBezTo>
                  <a:pt x="127200" y="73244"/>
                  <a:pt x="105453" y="82510"/>
                  <a:pt x="89441" y="97831"/>
                </a:cubicBezTo>
                <a:lnTo>
                  <a:pt x="230996" y="239386"/>
                </a:lnTo>
                <a:cubicBezTo>
                  <a:pt x="239514" y="230871"/>
                  <a:pt x="249252" y="224320"/>
                  <a:pt x="259706" y="219892"/>
                </a:cubicBezTo>
                <a:close/>
                <a:moveTo>
                  <a:pt x="382868" y="82592"/>
                </a:moveTo>
                <a:cubicBezTo>
                  <a:pt x="379825" y="66091"/>
                  <a:pt x="371670" y="50477"/>
                  <a:pt x="358914" y="37722"/>
                </a:cubicBezTo>
                <a:cubicBezTo>
                  <a:pt x="342007" y="20815"/>
                  <a:pt x="320078" y="11989"/>
                  <a:pt x="297922" y="11501"/>
                </a:cubicBezTo>
                <a:lnTo>
                  <a:pt x="297922" y="96667"/>
                </a:lnTo>
                <a:lnTo>
                  <a:pt x="297858" y="96667"/>
                </a:lnTo>
                <a:lnTo>
                  <a:pt x="297858" y="11501"/>
                </a:lnTo>
                <a:cubicBezTo>
                  <a:pt x="275703" y="11990"/>
                  <a:pt x="253773" y="20815"/>
                  <a:pt x="236866" y="37722"/>
                </a:cubicBezTo>
                <a:cubicBezTo>
                  <a:pt x="224105" y="50483"/>
                  <a:pt x="215948" y="66105"/>
                  <a:pt x="212939" y="82613"/>
                </a:cubicBezTo>
                <a:cubicBezTo>
                  <a:pt x="237526" y="100902"/>
                  <a:pt x="253233" y="130241"/>
                  <a:pt x="253233" y="163248"/>
                </a:cubicBezTo>
                <a:cubicBezTo>
                  <a:pt x="252735" y="189232"/>
                  <a:pt x="256525" y="205210"/>
                  <a:pt x="272877" y="215167"/>
                </a:cubicBezTo>
                <a:cubicBezTo>
                  <a:pt x="289126" y="210687"/>
                  <a:pt x="306340" y="210767"/>
                  <a:pt x="322577" y="215380"/>
                </a:cubicBezTo>
                <a:cubicBezTo>
                  <a:pt x="324655" y="214136"/>
                  <a:pt x="326534" y="212797"/>
                  <a:pt x="328229" y="211355"/>
                </a:cubicBezTo>
                <a:cubicBezTo>
                  <a:pt x="340097" y="201263"/>
                  <a:pt x="342986" y="186138"/>
                  <a:pt x="342547" y="163248"/>
                </a:cubicBezTo>
                <a:cubicBezTo>
                  <a:pt x="342547" y="130228"/>
                  <a:pt x="358265" y="100880"/>
                  <a:pt x="382868" y="82592"/>
                </a:cubicBezTo>
                <a:close/>
                <a:moveTo>
                  <a:pt x="506339" y="97830"/>
                </a:moveTo>
                <a:cubicBezTo>
                  <a:pt x="490327" y="82509"/>
                  <a:pt x="468581" y="73244"/>
                  <a:pt x="444670" y="73244"/>
                </a:cubicBezTo>
                <a:cubicBezTo>
                  <a:pt x="394651" y="73244"/>
                  <a:pt x="354103" y="113792"/>
                  <a:pt x="354103" y="163811"/>
                </a:cubicBezTo>
                <a:cubicBezTo>
                  <a:pt x="354469" y="182914"/>
                  <a:pt x="349220" y="207099"/>
                  <a:pt x="336023" y="219944"/>
                </a:cubicBezTo>
                <a:cubicBezTo>
                  <a:pt x="346519" y="224314"/>
                  <a:pt x="356263" y="230867"/>
                  <a:pt x="364783" y="239386"/>
                </a:cubicBezTo>
                <a:close/>
                <a:moveTo>
                  <a:pt x="530971" y="159544"/>
                </a:moveTo>
                <a:cubicBezTo>
                  <a:pt x="530971" y="135634"/>
                  <a:pt x="521705" y="113887"/>
                  <a:pt x="506384" y="97876"/>
                </a:cubicBezTo>
                <a:lnTo>
                  <a:pt x="364828" y="239431"/>
                </a:lnTo>
                <a:cubicBezTo>
                  <a:pt x="373348" y="247952"/>
                  <a:pt x="379901" y="257695"/>
                  <a:pt x="384270" y="268192"/>
                </a:cubicBezTo>
                <a:cubicBezTo>
                  <a:pt x="397115" y="254994"/>
                  <a:pt x="421300" y="249745"/>
                  <a:pt x="440404" y="250111"/>
                </a:cubicBezTo>
                <a:cubicBezTo>
                  <a:pt x="465413" y="250112"/>
                  <a:pt x="488055" y="239974"/>
                  <a:pt x="504444" y="223585"/>
                </a:cubicBezTo>
                <a:cubicBezTo>
                  <a:pt x="520834" y="207196"/>
                  <a:pt x="530971" y="184554"/>
                  <a:pt x="530971" y="159544"/>
                </a:cubicBezTo>
                <a:close/>
                <a:moveTo>
                  <a:pt x="595780" y="268215"/>
                </a:moveTo>
                <a:lnTo>
                  <a:pt x="581969" y="268215"/>
                </a:lnTo>
                <a:cubicBezTo>
                  <a:pt x="578743" y="259654"/>
                  <a:pt x="573266" y="252074"/>
                  <a:pt x="566492" y="245300"/>
                </a:cubicBezTo>
                <a:cubicBezTo>
                  <a:pt x="553737" y="232545"/>
                  <a:pt x="538123" y="224389"/>
                  <a:pt x="521623" y="221347"/>
                </a:cubicBezTo>
                <a:cubicBezTo>
                  <a:pt x="519174" y="225205"/>
                  <a:pt x="516174" y="228633"/>
                  <a:pt x="512960" y="231847"/>
                </a:cubicBezTo>
                <a:cubicBezTo>
                  <a:pt x="494535" y="250272"/>
                  <a:pt x="469082" y="261667"/>
                  <a:pt x="440967" y="261667"/>
                </a:cubicBezTo>
                <a:cubicBezTo>
                  <a:pt x="425629" y="261373"/>
                  <a:pt x="413777" y="262574"/>
                  <a:pt x="405186" y="268215"/>
                </a:cubicBezTo>
                <a:lnTo>
                  <a:pt x="372038" y="268215"/>
                </a:lnTo>
                <a:cubicBezTo>
                  <a:pt x="369178" y="260078"/>
                  <a:pt x="364042" y="252948"/>
                  <a:pt x="357679" y="246581"/>
                </a:cubicBezTo>
                <a:lnTo>
                  <a:pt x="349451" y="254808"/>
                </a:lnTo>
                <a:lnTo>
                  <a:pt x="349428" y="254786"/>
                </a:lnTo>
                <a:cubicBezTo>
                  <a:pt x="349421" y="254779"/>
                  <a:pt x="349413" y="254771"/>
                  <a:pt x="349406" y="254763"/>
                </a:cubicBezTo>
                <a:lnTo>
                  <a:pt x="357634" y="246536"/>
                </a:lnTo>
                <a:cubicBezTo>
                  <a:pt x="324632" y="213554"/>
                  <a:pt x="271148" y="213554"/>
                  <a:pt x="238147" y="246536"/>
                </a:cubicBezTo>
                <a:lnTo>
                  <a:pt x="246374" y="254763"/>
                </a:lnTo>
                <a:cubicBezTo>
                  <a:pt x="246367" y="254771"/>
                  <a:pt x="246359" y="254779"/>
                  <a:pt x="246352" y="254786"/>
                </a:cubicBezTo>
                <a:cubicBezTo>
                  <a:pt x="246344" y="254794"/>
                  <a:pt x="246337" y="254801"/>
                  <a:pt x="246329" y="254808"/>
                </a:cubicBezTo>
                <a:lnTo>
                  <a:pt x="238101" y="246581"/>
                </a:lnTo>
                <a:lnTo>
                  <a:pt x="223742" y="268215"/>
                </a:lnTo>
                <a:lnTo>
                  <a:pt x="190546" y="268215"/>
                </a:lnTo>
                <a:cubicBezTo>
                  <a:pt x="181969" y="262570"/>
                  <a:pt x="170130" y="261374"/>
                  <a:pt x="154813" y="261668"/>
                </a:cubicBezTo>
                <a:cubicBezTo>
                  <a:pt x="121806" y="261668"/>
                  <a:pt x="92467" y="245961"/>
                  <a:pt x="74178" y="221373"/>
                </a:cubicBezTo>
                <a:cubicBezTo>
                  <a:pt x="57671" y="224382"/>
                  <a:pt x="42049" y="232539"/>
                  <a:pt x="29288" y="245300"/>
                </a:cubicBezTo>
                <a:lnTo>
                  <a:pt x="13811" y="268215"/>
                </a:lnTo>
                <a:lnTo>
                  <a:pt x="0" y="268215"/>
                </a:lnTo>
                <a:cubicBezTo>
                  <a:pt x="4705" y="256723"/>
                  <a:pt x="11839" y="246048"/>
                  <a:pt x="21157" y="236731"/>
                </a:cubicBezTo>
                <a:cubicBezTo>
                  <a:pt x="34324" y="223564"/>
                  <a:pt x="50200" y="214757"/>
                  <a:pt x="67080" y="210684"/>
                </a:cubicBezTo>
                <a:cubicBezTo>
                  <a:pt x="57989" y="195895"/>
                  <a:pt x="53000" y="178457"/>
                  <a:pt x="53000" y="159854"/>
                </a:cubicBezTo>
                <a:cubicBezTo>
                  <a:pt x="53000" y="132604"/>
                  <a:pt x="63705" y="107854"/>
                  <a:pt x="81286" y="89721"/>
                </a:cubicBezTo>
                <a:lnTo>
                  <a:pt x="81286" y="89721"/>
                </a:lnTo>
                <a:cubicBezTo>
                  <a:pt x="99420" y="72140"/>
                  <a:pt x="124170" y="61435"/>
                  <a:pt x="151420" y="61435"/>
                </a:cubicBezTo>
                <a:cubicBezTo>
                  <a:pt x="170023" y="61435"/>
                  <a:pt x="187461" y="66424"/>
                  <a:pt x="202250" y="75515"/>
                </a:cubicBezTo>
                <a:cubicBezTo>
                  <a:pt x="206323" y="58635"/>
                  <a:pt x="215130" y="42758"/>
                  <a:pt x="228297" y="29591"/>
                </a:cubicBezTo>
                <a:cubicBezTo>
                  <a:pt x="247566" y="10322"/>
                  <a:pt x="272636" y="391"/>
                  <a:pt x="297890" y="0"/>
                </a:cubicBezTo>
                <a:lnTo>
                  <a:pt x="297890" y="0"/>
                </a:lnTo>
                <a:cubicBezTo>
                  <a:pt x="323144" y="391"/>
                  <a:pt x="348215" y="10322"/>
                  <a:pt x="367484" y="29591"/>
                </a:cubicBezTo>
                <a:cubicBezTo>
                  <a:pt x="380644" y="42751"/>
                  <a:pt x="389448" y="58618"/>
                  <a:pt x="393604" y="75474"/>
                </a:cubicBezTo>
                <a:cubicBezTo>
                  <a:pt x="408376" y="66408"/>
                  <a:pt x="425787" y="61434"/>
                  <a:pt x="444360" y="61434"/>
                </a:cubicBezTo>
                <a:cubicBezTo>
                  <a:pt x="471610" y="61434"/>
                  <a:pt x="496360" y="72140"/>
                  <a:pt x="514494" y="89721"/>
                </a:cubicBezTo>
                <a:cubicBezTo>
                  <a:pt x="532075" y="107854"/>
                  <a:pt x="542780" y="132604"/>
                  <a:pt x="542780" y="159854"/>
                </a:cubicBezTo>
                <a:cubicBezTo>
                  <a:pt x="542780" y="178427"/>
                  <a:pt x="537807" y="195839"/>
                  <a:pt x="528740" y="210610"/>
                </a:cubicBezTo>
                <a:cubicBezTo>
                  <a:pt x="545596" y="214766"/>
                  <a:pt x="561463" y="223570"/>
                  <a:pt x="574624" y="236731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22" name="Oval 621"/>
          <p:cNvSpPr/>
          <p:nvPr/>
        </p:nvSpPr>
        <p:spPr>
          <a:xfrm>
            <a:off x="708665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23" name="Oval 622"/>
          <p:cNvSpPr/>
          <p:nvPr/>
        </p:nvSpPr>
        <p:spPr>
          <a:xfrm>
            <a:off x="34633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24" name="Oval 623"/>
          <p:cNvSpPr/>
          <p:nvPr/>
        </p:nvSpPr>
        <p:spPr>
          <a:xfrm>
            <a:off x="118887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25" name="Oval 624"/>
          <p:cNvSpPr/>
          <p:nvPr/>
        </p:nvSpPr>
        <p:spPr>
          <a:xfrm>
            <a:off x="203141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26" name="Oval 625"/>
          <p:cNvSpPr/>
          <p:nvPr/>
        </p:nvSpPr>
        <p:spPr>
          <a:xfrm>
            <a:off x="287395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27" name="Oval 626"/>
          <p:cNvSpPr/>
          <p:nvPr/>
        </p:nvSpPr>
        <p:spPr>
          <a:xfrm>
            <a:off x="371649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28" name="Oval 627"/>
          <p:cNvSpPr/>
          <p:nvPr/>
        </p:nvSpPr>
        <p:spPr>
          <a:xfrm>
            <a:off x="455903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29" name="Oval 628"/>
          <p:cNvSpPr/>
          <p:nvPr/>
        </p:nvSpPr>
        <p:spPr>
          <a:xfrm>
            <a:off x="540157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30" name="Oval 629"/>
          <p:cNvSpPr/>
          <p:nvPr/>
        </p:nvSpPr>
        <p:spPr>
          <a:xfrm>
            <a:off x="624411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31" name="Oval 630"/>
          <p:cNvSpPr/>
          <p:nvPr/>
        </p:nvSpPr>
        <p:spPr>
          <a:xfrm>
            <a:off x="877173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32" name="Oval 631"/>
          <p:cNvSpPr/>
          <p:nvPr/>
        </p:nvSpPr>
        <p:spPr>
          <a:xfrm>
            <a:off x="792919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33" name="Oval 632"/>
          <p:cNvSpPr/>
          <p:nvPr/>
        </p:nvSpPr>
        <p:spPr>
          <a:xfrm>
            <a:off x="1045681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34" name="Oval 633"/>
          <p:cNvSpPr/>
          <p:nvPr/>
        </p:nvSpPr>
        <p:spPr>
          <a:xfrm>
            <a:off x="961427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35" name="Oval 860"/>
          <p:cNvSpPr/>
          <p:nvPr/>
        </p:nvSpPr>
        <p:spPr>
          <a:xfrm>
            <a:off x="12141892" y="758852"/>
            <a:ext cx="50109" cy="3538433"/>
          </a:xfrm>
          <a:custGeom>
            <a:avLst/>
            <a:gdLst/>
            <a:ahLst/>
            <a:cxnLst/>
            <a:rect l="l" t="t" r="r" b="b"/>
            <a:pathLst>
              <a:path w="50109" h="3538433">
                <a:moveTo>
                  <a:pt x="50109" y="3384355"/>
                </a:moveTo>
                <a:lnTo>
                  <a:pt x="50109" y="3538433"/>
                </a:lnTo>
                <a:cubicBezTo>
                  <a:pt x="20497" y="3525461"/>
                  <a:pt x="0" y="3495821"/>
                  <a:pt x="0" y="3461394"/>
                </a:cubicBezTo>
                <a:cubicBezTo>
                  <a:pt x="0" y="3426967"/>
                  <a:pt x="20497" y="3397327"/>
                  <a:pt x="50109" y="3384355"/>
                </a:cubicBezTo>
                <a:close/>
                <a:moveTo>
                  <a:pt x="50109" y="2538350"/>
                </a:moveTo>
                <a:lnTo>
                  <a:pt x="50109" y="2692428"/>
                </a:lnTo>
                <a:cubicBezTo>
                  <a:pt x="20497" y="2679456"/>
                  <a:pt x="0" y="2649816"/>
                  <a:pt x="0" y="2615389"/>
                </a:cubicBezTo>
                <a:cubicBezTo>
                  <a:pt x="0" y="2580962"/>
                  <a:pt x="20497" y="2551322"/>
                  <a:pt x="50109" y="2538350"/>
                </a:cubicBezTo>
                <a:close/>
                <a:moveTo>
                  <a:pt x="50109" y="1688095"/>
                </a:moveTo>
                <a:lnTo>
                  <a:pt x="50109" y="1842173"/>
                </a:lnTo>
                <a:cubicBezTo>
                  <a:pt x="20497" y="1829201"/>
                  <a:pt x="0" y="1799561"/>
                  <a:pt x="0" y="1765134"/>
                </a:cubicBezTo>
                <a:cubicBezTo>
                  <a:pt x="0" y="1730707"/>
                  <a:pt x="20497" y="1701067"/>
                  <a:pt x="50109" y="1688095"/>
                </a:cubicBezTo>
                <a:close/>
                <a:moveTo>
                  <a:pt x="50109" y="845498"/>
                </a:moveTo>
                <a:lnTo>
                  <a:pt x="50109" y="999576"/>
                </a:lnTo>
                <a:cubicBezTo>
                  <a:pt x="20497" y="986604"/>
                  <a:pt x="0" y="956964"/>
                  <a:pt x="0" y="922537"/>
                </a:cubicBezTo>
                <a:cubicBezTo>
                  <a:pt x="0" y="888110"/>
                  <a:pt x="20497" y="858470"/>
                  <a:pt x="50109" y="845498"/>
                </a:cubicBezTo>
                <a:close/>
                <a:moveTo>
                  <a:pt x="50109" y="0"/>
                </a:moveTo>
                <a:lnTo>
                  <a:pt x="50109" y="154078"/>
                </a:lnTo>
                <a:cubicBezTo>
                  <a:pt x="20497" y="141106"/>
                  <a:pt x="0" y="111466"/>
                  <a:pt x="0" y="77039"/>
                </a:cubicBezTo>
                <a:cubicBezTo>
                  <a:pt x="0" y="42612"/>
                  <a:pt x="20497" y="12972"/>
                  <a:pt x="5010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36" name="Oval 635"/>
          <p:cNvSpPr/>
          <p:nvPr/>
        </p:nvSpPr>
        <p:spPr>
          <a:xfrm>
            <a:off x="1129935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37" name="Teardrop 3"/>
          <p:cNvSpPr/>
          <p:nvPr/>
        </p:nvSpPr>
        <p:spPr>
          <a:xfrm rot="5400000" flipH="1" flipV="1">
            <a:off x="617401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2"/>
                </a:moveTo>
                <a:cubicBezTo>
                  <a:pt x="210766" y="314775"/>
                  <a:pt x="210686" y="297561"/>
                  <a:pt x="215167" y="281312"/>
                </a:cubicBezTo>
                <a:cubicBezTo>
                  <a:pt x="205209" y="264960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2"/>
                </a:cubicBezTo>
                <a:cubicBezTo>
                  <a:pt x="100880" y="366700"/>
                  <a:pt x="130228" y="350982"/>
                  <a:pt x="163247" y="350982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9"/>
                  <a:pt x="214135" y="333090"/>
                  <a:pt x="215380" y="331012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9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2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3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8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4"/>
                  <a:pt x="224382" y="66106"/>
                  <a:pt x="221373" y="82614"/>
                </a:cubicBezTo>
                <a:cubicBezTo>
                  <a:pt x="245960" y="100903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8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7"/>
                </a:cubicBezTo>
                <a:cubicBezTo>
                  <a:pt x="254778" y="254794"/>
                  <a:pt x="254771" y="254802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4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2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1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1"/>
                  <a:pt x="210610" y="537175"/>
                </a:cubicBezTo>
                <a:cubicBezTo>
                  <a:pt x="195839" y="546241"/>
                  <a:pt x="178427" y="551215"/>
                  <a:pt x="159854" y="551215"/>
                </a:cubicBezTo>
                <a:cubicBezTo>
                  <a:pt x="132604" y="551215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2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6"/>
                  <a:pt x="61434" y="178458"/>
                  <a:pt x="61434" y="159855"/>
                </a:cubicBezTo>
                <a:cubicBezTo>
                  <a:pt x="61434" y="132604"/>
                  <a:pt x="72139" y="107855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38" name="Teardrop 3"/>
          <p:cNvSpPr/>
          <p:nvPr/>
        </p:nvSpPr>
        <p:spPr>
          <a:xfrm rot="5400000" flipH="1" flipV="1">
            <a:off x="111877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2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2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4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4"/>
                  <a:pt x="306324" y="612648"/>
                </a:cubicBezTo>
                <a:lnTo>
                  <a:pt x="306324" y="612648"/>
                </a:ln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39" name="Teardrop 3"/>
          <p:cNvSpPr/>
          <p:nvPr/>
        </p:nvSpPr>
        <p:spPr>
          <a:xfrm rot="5400000" flipH="1" flipV="1">
            <a:off x="196131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1"/>
                </a:cubicBezTo>
                <a:cubicBezTo>
                  <a:pt x="100880" y="366700"/>
                  <a:pt x="130228" y="350981"/>
                  <a:pt x="163247" y="350981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4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90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4"/>
                  <a:pt x="306324" y="612648"/>
                </a:cubicBezTo>
                <a:lnTo>
                  <a:pt x="306324" y="612648"/>
                </a:ln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5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5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0" name="Teardrop 3"/>
          <p:cNvSpPr/>
          <p:nvPr/>
        </p:nvSpPr>
        <p:spPr>
          <a:xfrm rot="5400000" flipH="1" flipV="1">
            <a:off x="280385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1"/>
                </a:cubicBezTo>
                <a:cubicBezTo>
                  <a:pt x="100880" y="366700"/>
                  <a:pt x="130228" y="350981"/>
                  <a:pt x="163247" y="350981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4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4"/>
                  <a:pt x="306324" y="612648"/>
                </a:cubicBezTo>
                <a:lnTo>
                  <a:pt x="306324" y="612648"/>
                </a:ln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5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8"/>
                  <a:pt x="61434" y="159855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1" name="Teardrop 3"/>
          <p:cNvSpPr/>
          <p:nvPr/>
        </p:nvSpPr>
        <p:spPr>
          <a:xfrm rot="5400000" flipH="1" flipV="1">
            <a:off x="364639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1"/>
                </a:cubicBezTo>
                <a:cubicBezTo>
                  <a:pt x="100880" y="366700"/>
                  <a:pt x="130228" y="350981"/>
                  <a:pt x="163247" y="350981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4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4"/>
                  <a:pt x="306324" y="612648"/>
                </a:cubicBezTo>
                <a:lnTo>
                  <a:pt x="306324" y="612648"/>
                </a:ln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5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8"/>
                  <a:pt x="61434" y="159855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2" name="Teardrop 3"/>
          <p:cNvSpPr/>
          <p:nvPr/>
        </p:nvSpPr>
        <p:spPr>
          <a:xfrm rot="5400000" flipH="1" flipV="1">
            <a:off x="448893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2"/>
                </a:moveTo>
                <a:cubicBezTo>
                  <a:pt x="210766" y="314775"/>
                  <a:pt x="210686" y="297561"/>
                  <a:pt x="215167" y="281312"/>
                </a:cubicBezTo>
                <a:cubicBezTo>
                  <a:pt x="205209" y="264960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2"/>
                </a:cubicBezTo>
                <a:cubicBezTo>
                  <a:pt x="100880" y="366700"/>
                  <a:pt x="130228" y="350982"/>
                  <a:pt x="163247" y="350982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9"/>
                  <a:pt x="214135" y="333090"/>
                  <a:pt x="215380" y="331012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9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2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3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8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4"/>
                  <a:pt x="224382" y="66106"/>
                  <a:pt x="221373" y="82614"/>
                </a:cubicBezTo>
                <a:cubicBezTo>
                  <a:pt x="245960" y="100903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8"/>
                </a:cubicBezTo>
                <a:lnTo>
                  <a:pt x="306986" y="215278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7"/>
                </a:cubicBezTo>
                <a:cubicBezTo>
                  <a:pt x="254778" y="254794"/>
                  <a:pt x="254771" y="254802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4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2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1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1"/>
                  <a:pt x="210610" y="537175"/>
                </a:cubicBezTo>
                <a:cubicBezTo>
                  <a:pt x="195839" y="546241"/>
                  <a:pt x="178427" y="551215"/>
                  <a:pt x="159854" y="551215"/>
                </a:cubicBezTo>
                <a:cubicBezTo>
                  <a:pt x="132604" y="551215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2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6"/>
                  <a:pt x="61434" y="178458"/>
                  <a:pt x="61434" y="159855"/>
                </a:cubicBezTo>
                <a:cubicBezTo>
                  <a:pt x="61434" y="132604"/>
                  <a:pt x="72139" y="107855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3" name="Teardrop 3"/>
          <p:cNvSpPr/>
          <p:nvPr/>
        </p:nvSpPr>
        <p:spPr>
          <a:xfrm rot="5400000" flipH="1" flipV="1">
            <a:off x="533147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2"/>
                </a:moveTo>
                <a:cubicBezTo>
                  <a:pt x="210766" y="314775"/>
                  <a:pt x="210686" y="297561"/>
                  <a:pt x="215167" y="281312"/>
                </a:cubicBezTo>
                <a:cubicBezTo>
                  <a:pt x="205209" y="264960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2"/>
                </a:cubicBezTo>
                <a:cubicBezTo>
                  <a:pt x="100880" y="366700"/>
                  <a:pt x="130228" y="350982"/>
                  <a:pt x="163247" y="350982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9"/>
                  <a:pt x="214135" y="333090"/>
                  <a:pt x="215380" y="331012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9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2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3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8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4"/>
                  <a:pt x="224382" y="66106"/>
                  <a:pt x="221373" y="82614"/>
                </a:cubicBezTo>
                <a:cubicBezTo>
                  <a:pt x="245960" y="100903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8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7"/>
                </a:cubicBezTo>
                <a:cubicBezTo>
                  <a:pt x="254778" y="254794"/>
                  <a:pt x="254771" y="254802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4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2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1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1"/>
                  <a:pt x="210610" y="537175"/>
                </a:cubicBezTo>
                <a:cubicBezTo>
                  <a:pt x="195839" y="546241"/>
                  <a:pt x="178427" y="551215"/>
                  <a:pt x="159854" y="551215"/>
                </a:cubicBezTo>
                <a:cubicBezTo>
                  <a:pt x="132604" y="551215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2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6"/>
                  <a:pt x="61434" y="178458"/>
                  <a:pt x="61434" y="159855"/>
                </a:cubicBezTo>
                <a:cubicBezTo>
                  <a:pt x="61434" y="132604"/>
                  <a:pt x="72139" y="107855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4" name="Teardrop 3"/>
          <p:cNvSpPr/>
          <p:nvPr/>
        </p:nvSpPr>
        <p:spPr>
          <a:xfrm rot="5400000" flipH="1" flipV="1">
            <a:off x="785909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2"/>
                </a:moveTo>
                <a:cubicBezTo>
                  <a:pt x="210766" y="314775"/>
                  <a:pt x="210686" y="297561"/>
                  <a:pt x="215167" y="281312"/>
                </a:cubicBezTo>
                <a:cubicBezTo>
                  <a:pt x="205209" y="264960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2"/>
                </a:cubicBezTo>
                <a:cubicBezTo>
                  <a:pt x="100880" y="366700"/>
                  <a:pt x="130228" y="350982"/>
                  <a:pt x="163247" y="350982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9"/>
                  <a:pt x="214135" y="333090"/>
                  <a:pt x="215380" y="331012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9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2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3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8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4"/>
                  <a:pt x="224382" y="66106"/>
                  <a:pt x="221373" y="82614"/>
                </a:cubicBezTo>
                <a:cubicBezTo>
                  <a:pt x="245960" y="100903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8"/>
                </a:cubicBezTo>
                <a:lnTo>
                  <a:pt x="306986" y="215278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7"/>
                </a:cubicBezTo>
                <a:cubicBezTo>
                  <a:pt x="254778" y="254794"/>
                  <a:pt x="254771" y="254802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4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2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1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1"/>
                  <a:pt x="210610" y="537175"/>
                </a:cubicBezTo>
                <a:cubicBezTo>
                  <a:pt x="195839" y="546241"/>
                  <a:pt x="178427" y="551215"/>
                  <a:pt x="159854" y="551215"/>
                </a:cubicBezTo>
                <a:cubicBezTo>
                  <a:pt x="132604" y="551215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2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6"/>
                  <a:pt x="61434" y="178458"/>
                  <a:pt x="61434" y="159855"/>
                </a:cubicBezTo>
                <a:cubicBezTo>
                  <a:pt x="61434" y="132604"/>
                  <a:pt x="72139" y="107855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5" name="Teardrop 3"/>
          <p:cNvSpPr/>
          <p:nvPr/>
        </p:nvSpPr>
        <p:spPr>
          <a:xfrm rot="5400000" flipH="1" flipV="1">
            <a:off x="701655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2"/>
                </a:moveTo>
                <a:cubicBezTo>
                  <a:pt x="210766" y="314775"/>
                  <a:pt x="210686" y="297561"/>
                  <a:pt x="215167" y="281312"/>
                </a:cubicBezTo>
                <a:cubicBezTo>
                  <a:pt x="205209" y="264960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2"/>
                </a:cubicBezTo>
                <a:cubicBezTo>
                  <a:pt x="100880" y="366700"/>
                  <a:pt x="130228" y="350982"/>
                  <a:pt x="163247" y="350982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9"/>
                  <a:pt x="214135" y="333090"/>
                  <a:pt x="215380" y="331012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9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2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3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8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4"/>
                  <a:pt x="224382" y="66106"/>
                  <a:pt x="221373" y="82614"/>
                </a:cubicBezTo>
                <a:cubicBezTo>
                  <a:pt x="245960" y="100903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8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7"/>
                </a:cubicBezTo>
                <a:cubicBezTo>
                  <a:pt x="254778" y="254794"/>
                  <a:pt x="254771" y="254802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4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2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1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1"/>
                  <a:pt x="210610" y="537175"/>
                </a:cubicBezTo>
                <a:cubicBezTo>
                  <a:pt x="195839" y="546241"/>
                  <a:pt x="178427" y="551215"/>
                  <a:pt x="159854" y="551215"/>
                </a:cubicBezTo>
                <a:cubicBezTo>
                  <a:pt x="132604" y="551215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2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6"/>
                  <a:pt x="61434" y="178458"/>
                  <a:pt x="61434" y="159855"/>
                </a:cubicBezTo>
                <a:cubicBezTo>
                  <a:pt x="61434" y="132604"/>
                  <a:pt x="72139" y="107855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6" name="Teardrop 3"/>
          <p:cNvSpPr/>
          <p:nvPr/>
        </p:nvSpPr>
        <p:spPr>
          <a:xfrm rot="5400000" flipH="1" flipV="1">
            <a:off x="954417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2"/>
                  <a:pt x="50483" y="232539"/>
                  <a:pt x="37722" y="245300"/>
                </a:cubicBezTo>
                <a:cubicBezTo>
                  <a:pt x="20815" y="262207"/>
                  <a:pt x="11990" y="284136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3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0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7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6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2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2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8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3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8"/>
                </a:lnTo>
                <a:cubicBezTo>
                  <a:pt x="285145" y="221632"/>
                  <a:pt x="263250" y="229876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7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90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7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7" name="Teardrop 3"/>
          <p:cNvSpPr/>
          <p:nvPr/>
        </p:nvSpPr>
        <p:spPr>
          <a:xfrm rot="5400000" flipH="1" flipV="1">
            <a:off x="870163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2"/>
                  <a:pt x="50483" y="232539"/>
                  <a:pt x="37722" y="245300"/>
                </a:cubicBezTo>
                <a:cubicBezTo>
                  <a:pt x="20815" y="262207"/>
                  <a:pt x="11990" y="284136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3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0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7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6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2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2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8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3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8"/>
                </a:lnTo>
                <a:cubicBezTo>
                  <a:pt x="285145" y="221632"/>
                  <a:pt x="263250" y="229876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7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7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8" name="Teardrop 3"/>
          <p:cNvSpPr/>
          <p:nvPr/>
        </p:nvSpPr>
        <p:spPr>
          <a:xfrm rot="5400000" flipH="1" flipV="1">
            <a:off x="11229252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2"/>
                  <a:pt x="50483" y="232539"/>
                  <a:pt x="37722" y="245300"/>
                </a:cubicBezTo>
                <a:cubicBezTo>
                  <a:pt x="20815" y="262207"/>
                  <a:pt x="11990" y="284136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3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0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7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6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2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2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8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3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8"/>
                </a:lnTo>
                <a:cubicBezTo>
                  <a:pt x="285145" y="221632"/>
                  <a:pt x="263250" y="229876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7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7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9" name="Teardrop 3"/>
          <p:cNvSpPr/>
          <p:nvPr/>
        </p:nvSpPr>
        <p:spPr>
          <a:xfrm rot="5400000" flipH="1" flipV="1">
            <a:off x="1038671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2"/>
                  <a:pt x="50483" y="232539"/>
                  <a:pt x="37722" y="245300"/>
                </a:cubicBezTo>
                <a:cubicBezTo>
                  <a:pt x="20815" y="262207"/>
                  <a:pt x="11990" y="284136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3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0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7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6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2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2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8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3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8"/>
                </a:lnTo>
                <a:cubicBezTo>
                  <a:pt x="285145" y="221632"/>
                  <a:pt x="263250" y="229876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7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7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0" name="Teardrop 3"/>
          <p:cNvSpPr/>
          <p:nvPr/>
        </p:nvSpPr>
        <p:spPr>
          <a:xfrm rot="5400000" flipH="1" flipV="1">
            <a:off x="27623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2"/>
                  <a:pt x="50483" y="232539"/>
                  <a:pt x="37722" y="245300"/>
                </a:cubicBezTo>
                <a:cubicBezTo>
                  <a:pt x="20815" y="262208"/>
                  <a:pt x="11990" y="284136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3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0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7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6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8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4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7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2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4"/>
                  <a:pt x="306324" y="612648"/>
                </a:cubicBezTo>
                <a:lnTo>
                  <a:pt x="306324" y="612648"/>
                </a:ln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7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1" name="Teardrop 3"/>
          <p:cNvSpPr/>
          <p:nvPr/>
        </p:nvSpPr>
        <p:spPr>
          <a:xfrm rot="5400000" flipH="1" flipV="1">
            <a:off x="11908617" y="4923"/>
            <a:ext cx="298552" cy="268215"/>
          </a:xfrm>
          <a:custGeom>
            <a:avLst/>
            <a:gdLst/>
            <a:ahLst/>
            <a:cxnLst/>
            <a:rect l="l" t="t" r="r" b="b"/>
            <a:pathLst>
              <a:path w="298552" h="268215">
                <a:moveTo>
                  <a:pt x="230951" y="239431"/>
                </a:moveTo>
                <a:lnTo>
                  <a:pt x="89396" y="97876"/>
                </a:lnTo>
                <a:cubicBezTo>
                  <a:pt x="74075" y="113887"/>
                  <a:pt x="64809" y="135634"/>
                  <a:pt x="64809" y="159544"/>
                </a:cubicBezTo>
                <a:cubicBezTo>
                  <a:pt x="64809" y="209563"/>
                  <a:pt x="105357" y="250112"/>
                  <a:pt x="155376" y="250112"/>
                </a:cubicBezTo>
                <a:cubicBezTo>
                  <a:pt x="174454" y="249746"/>
                  <a:pt x="198601" y="254980"/>
                  <a:pt x="211458" y="268141"/>
                </a:cubicBezTo>
                <a:cubicBezTo>
                  <a:pt x="215885" y="257686"/>
                  <a:pt x="222436" y="247948"/>
                  <a:pt x="230951" y="239431"/>
                </a:cubicBezTo>
                <a:close/>
                <a:moveTo>
                  <a:pt x="259706" y="219892"/>
                </a:moveTo>
                <a:cubicBezTo>
                  <a:pt x="246546" y="207035"/>
                  <a:pt x="241311" y="182889"/>
                  <a:pt x="241677" y="163811"/>
                </a:cubicBezTo>
                <a:cubicBezTo>
                  <a:pt x="241677" y="113792"/>
                  <a:pt x="201129" y="73244"/>
                  <a:pt x="151110" y="73244"/>
                </a:cubicBezTo>
                <a:cubicBezTo>
                  <a:pt x="127200" y="73244"/>
                  <a:pt x="105453" y="82510"/>
                  <a:pt x="89441" y="97831"/>
                </a:cubicBezTo>
                <a:lnTo>
                  <a:pt x="230996" y="239386"/>
                </a:lnTo>
                <a:cubicBezTo>
                  <a:pt x="239514" y="230871"/>
                  <a:pt x="249252" y="224320"/>
                  <a:pt x="259706" y="219892"/>
                </a:cubicBezTo>
                <a:close/>
                <a:moveTo>
                  <a:pt x="298552" y="138"/>
                </a:moveTo>
                <a:lnTo>
                  <a:pt x="298552" y="11636"/>
                </a:lnTo>
                <a:cubicBezTo>
                  <a:pt x="298344" y="11511"/>
                  <a:pt x="298133" y="11506"/>
                  <a:pt x="297922" y="11501"/>
                </a:cubicBezTo>
                <a:lnTo>
                  <a:pt x="297922" y="96667"/>
                </a:lnTo>
                <a:lnTo>
                  <a:pt x="297858" y="96667"/>
                </a:lnTo>
                <a:lnTo>
                  <a:pt x="297858" y="11501"/>
                </a:lnTo>
                <a:cubicBezTo>
                  <a:pt x="275703" y="11990"/>
                  <a:pt x="253773" y="20815"/>
                  <a:pt x="236866" y="37722"/>
                </a:cubicBezTo>
                <a:cubicBezTo>
                  <a:pt x="224105" y="50483"/>
                  <a:pt x="215948" y="66105"/>
                  <a:pt x="212939" y="82613"/>
                </a:cubicBezTo>
                <a:cubicBezTo>
                  <a:pt x="237526" y="100902"/>
                  <a:pt x="253233" y="130241"/>
                  <a:pt x="253233" y="163248"/>
                </a:cubicBezTo>
                <a:cubicBezTo>
                  <a:pt x="252734" y="189232"/>
                  <a:pt x="256525" y="205210"/>
                  <a:pt x="272877" y="215167"/>
                </a:cubicBezTo>
                <a:lnTo>
                  <a:pt x="298552" y="215277"/>
                </a:lnTo>
                <a:lnTo>
                  <a:pt x="298552" y="221928"/>
                </a:lnTo>
                <a:cubicBezTo>
                  <a:pt x="276711" y="221632"/>
                  <a:pt x="254816" y="229876"/>
                  <a:pt x="238146" y="246536"/>
                </a:cubicBezTo>
                <a:lnTo>
                  <a:pt x="246374" y="254763"/>
                </a:lnTo>
                <a:cubicBezTo>
                  <a:pt x="246367" y="254771"/>
                  <a:pt x="246359" y="254779"/>
                  <a:pt x="246352" y="254786"/>
                </a:cubicBezTo>
                <a:cubicBezTo>
                  <a:pt x="246344" y="254794"/>
                  <a:pt x="246337" y="254801"/>
                  <a:pt x="246329" y="254808"/>
                </a:cubicBezTo>
                <a:lnTo>
                  <a:pt x="238101" y="246581"/>
                </a:lnTo>
                <a:lnTo>
                  <a:pt x="223742" y="268215"/>
                </a:lnTo>
                <a:lnTo>
                  <a:pt x="190546" y="268215"/>
                </a:lnTo>
                <a:cubicBezTo>
                  <a:pt x="181969" y="262570"/>
                  <a:pt x="170130" y="261374"/>
                  <a:pt x="154813" y="261668"/>
                </a:cubicBezTo>
                <a:cubicBezTo>
                  <a:pt x="121806" y="261668"/>
                  <a:pt x="92467" y="245961"/>
                  <a:pt x="74178" y="221373"/>
                </a:cubicBezTo>
                <a:cubicBezTo>
                  <a:pt x="57670" y="224382"/>
                  <a:pt x="42049" y="232539"/>
                  <a:pt x="29288" y="245300"/>
                </a:cubicBezTo>
                <a:lnTo>
                  <a:pt x="13811" y="268215"/>
                </a:lnTo>
                <a:lnTo>
                  <a:pt x="0" y="268215"/>
                </a:lnTo>
                <a:cubicBezTo>
                  <a:pt x="4705" y="256723"/>
                  <a:pt x="11839" y="246048"/>
                  <a:pt x="21157" y="236731"/>
                </a:cubicBezTo>
                <a:cubicBezTo>
                  <a:pt x="34324" y="223564"/>
                  <a:pt x="50200" y="214757"/>
                  <a:pt x="67080" y="210684"/>
                </a:cubicBezTo>
                <a:cubicBezTo>
                  <a:pt x="57989" y="195895"/>
                  <a:pt x="53000" y="178457"/>
                  <a:pt x="53000" y="159854"/>
                </a:cubicBezTo>
                <a:cubicBezTo>
                  <a:pt x="53000" y="132604"/>
                  <a:pt x="63705" y="107854"/>
                  <a:pt x="81286" y="89721"/>
                </a:cubicBezTo>
                <a:cubicBezTo>
                  <a:pt x="99420" y="72140"/>
                  <a:pt x="124170" y="61435"/>
                  <a:pt x="151420" y="61435"/>
                </a:cubicBezTo>
                <a:cubicBezTo>
                  <a:pt x="170023" y="61435"/>
                  <a:pt x="187461" y="66424"/>
                  <a:pt x="202250" y="75515"/>
                </a:cubicBezTo>
                <a:cubicBezTo>
                  <a:pt x="206323" y="58635"/>
                  <a:pt x="215129" y="42758"/>
                  <a:pt x="228297" y="29591"/>
                </a:cubicBezTo>
                <a:cubicBezTo>
                  <a:pt x="247566" y="10322"/>
                  <a:pt x="272636" y="391"/>
                  <a:pt x="297890" y="0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2" name="Oval 881"/>
          <p:cNvSpPr/>
          <p:nvPr/>
        </p:nvSpPr>
        <p:spPr>
          <a:xfrm>
            <a:off x="346332" y="-10245"/>
            <a:ext cx="169752" cy="84875"/>
          </a:xfrm>
          <a:custGeom>
            <a:avLst/>
            <a:gdLst/>
            <a:ahLst/>
            <a:cxnLst/>
            <a:rect l="l" t="t" r="r" b="b"/>
            <a:pathLst>
              <a:path w="169752" h="84875">
                <a:moveTo>
                  <a:pt x="0" y="0"/>
                </a:moveTo>
                <a:lnTo>
                  <a:pt x="169752" y="0"/>
                </a:lnTo>
                <a:cubicBezTo>
                  <a:pt x="169752" y="46875"/>
                  <a:pt x="131752" y="84875"/>
                  <a:pt x="84876" y="84875"/>
                </a:cubicBezTo>
                <a:cubicBezTo>
                  <a:pt x="38000" y="84875"/>
                  <a:pt x="0" y="46875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3" name="Oval 882"/>
          <p:cNvSpPr/>
          <p:nvPr/>
        </p:nvSpPr>
        <p:spPr>
          <a:xfrm>
            <a:off x="1188872" y="-10245"/>
            <a:ext cx="169752" cy="84875"/>
          </a:xfrm>
          <a:custGeom>
            <a:avLst/>
            <a:gdLst/>
            <a:ahLst/>
            <a:cxnLst/>
            <a:rect l="l" t="t" r="r" b="b"/>
            <a:pathLst>
              <a:path w="169752" h="84875">
                <a:moveTo>
                  <a:pt x="0" y="0"/>
                </a:moveTo>
                <a:lnTo>
                  <a:pt x="169752" y="0"/>
                </a:lnTo>
                <a:cubicBezTo>
                  <a:pt x="169752" y="46875"/>
                  <a:pt x="131752" y="84875"/>
                  <a:pt x="84876" y="84875"/>
                </a:cubicBezTo>
                <a:cubicBezTo>
                  <a:pt x="38000" y="84875"/>
                  <a:pt x="0" y="46875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4" name="Oval 883"/>
          <p:cNvSpPr/>
          <p:nvPr/>
        </p:nvSpPr>
        <p:spPr>
          <a:xfrm>
            <a:off x="2031413" y="-10245"/>
            <a:ext cx="10160587" cy="84875"/>
          </a:xfrm>
          <a:custGeom>
            <a:avLst/>
            <a:gdLst/>
            <a:ahLst/>
            <a:cxnLst/>
            <a:rect l="l" t="t" r="r" b="b"/>
            <a:pathLst>
              <a:path w="10160587" h="84875">
                <a:moveTo>
                  <a:pt x="10110479" y="0"/>
                </a:moveTo>
                <a:lnTo>
                  <a:pt x="10160587" y="0"/>
                </a:lnTo>
                <a:lnTo>
                  <a:pt x="10160587" y="77038"/>
                </a:lnTo>
                <a:cubicBezTo>
                  <a:pt x="10130976" y="64066"/>
                  <a:pt x="10110479" y="34427"/>
                  <a:pt x="10110479" y="0"/>
                </a:cubicBezTo>
                <a:close/>
                <a:moveTo>
                  <a:pt x="9267940" y="0"/>
                </a:moveTo>
                <a:lnTo>
                  <a:pt x="9437692" y="0"/>
                </a:lnTo>
                <a:cubicBezTo>
                  <a:pt x="9437692" y="46875"/>
                  <a:pt x="9399692" y="84875"/>
                  <a:pt x="9352816" y="84875"/>
                </a:cubicBezTo>
                <a:cubicBezTo>
                  <a:pt x="9305940" y="84875"/>
                  <a:pt x="9267940" y="46875"/>
                  <a:pt x="9267940" y="0"/>
                </a:cubicBezTo>
                <a:close/>
                <a:moveTo>
                  <a:pt x="8425400" y="0"/>
                </a:moveTo>
                <a:lnTo>
                  <a:pt x="8595152" y="0"/>
                </a:lnTo>
                <a:cubicBezTo>
                  <a:pt x="8595152" y="46875"/>
                  <a:pt x="8557152" y="84875"/>
                  <a:pt x="8510276" y="84875"/>
                </a:cubicBezTo>
                <a:cubicBezTo>
                  <a:pt x="8463400" y="84875"/>
                  <a:pt x="8425400" y="46875"/>
                  <a:pt x="8425400" y="0"/>
                </a:cubicBezTo>
                <a:close/>
                <a:moveTo>
                  <a:pt x="7582860" y="0"/>
                </a:moveTo>
                <a:lnTo>
                  <a:pt x="7752612" y="0"/>
                </a:lnTo>
                <a:cubicBezTo>
                  <a:pt x="7752612" y="46875"/>
                  <a:pt x="7714612" y="84875"/>
                  <a:pt x="7667736" y="84875"/>
                </a:cubicBezTo>
                <a:cubicBezTo>
                  <a:pt x="7620860" y="84875"/>
                  <a:pt x="7582860" y="46875"/>
                  <a:pt x="7582860" y="0"/>
                </a:cubicBezTo>
                <a:close/>
                <a:moveTo>
                  <a:pt x="6740320" y="0"/>
                </a:moveTo>
                <a:lnTo>
                  <a:pt x="6910072" y="0"/>
                </a:lnTo>
                <a:cubicBezTo>
                  <a:pt x="6910072" y="46875"/>
                  <a:pt x="6872072" y="84875"/>
                  <a:pt x="6825196" y="84875"/>
                </a:cubicBezTo>
                <a:cubicBezTo>
                  <a:pt x="6778320" y="84875"/>
                  <a:pt x="6740320" y="46875"/>
                  <a:pt x="6740320" y="0"/>
                </a:cubicBezTo>
                <a:close/>
                <a:moveTo>
                  <a:pt x="5897780" y="0"/>
                </a:moveTo>
                <a:lnTo>
                  <a:pt x="6067532" y="0"/>
                </a:lnTo>
                <a:cubicBezTo>
                  <a:pt x="6067532" y="46875"/>
                  <a:pt x="6029532" y="84875"/>
                  <a:pt x="5982656" y="84875"/>
                </a:cubicBezTo>
                <a:cubicBezTo>
                  <a:pt x="5935780" y="84875"/>
                  <a:pt x="5897780" y="46875"/>
                  <a:pt x="5897780" y="0"/>
                </a:cubicBezTo>
                <a:close/>
                <a:moveTo>
                  <a:pt x="5055240" y="0"/>
                </a:moveTo>
                <a:lnTo>
                  <a:pt x="5224992" y="0"/>
                </a:lnTo>
                <a:cubicBezTo>
                  <a:pt x="5224992" y="46875"/>
                  <a:pt x="5186992" y="84875"/>
                  <a:pt x="5140116" y="84875"/>
                </a:cubicBezTo>
                <a:cubicBezTo>
                  <a:pt x="5093240" y="84875"/>
                  <a:pt x="5055240" y="46875"/>
                  <a:pt x="5055240" y="0"/>
                </a:cubicBezTo>
                <a:close/>
                <a:moveTo>
                  <a:pt x="4212700" y="0"/>
                </a:moveTo>
                <a:lnTo>
                  <a:pt x="4382452" y="0"/>
                </a:lnTo>
                <a:cubicBezTo>
                  <a:pt x="4382452" y="46875"/>
                  <a:pt x="4344452" y="84875"/>
                  <a:pt x="4297576" y="84875"/>
                </a:cubicBezTo>
                <a:cubicBezTo>
                  <a:pt x="4250700" y="84875"/>
                  <a:pt x="4212700" y="46875"/>
                  <a:pt x="4212700" y="0"/>
                </a:cubicBezTo>
                <a:close/>
                <a:moveTo>
                  <a:pt x="3370160" y="0"/>
                </a:moveTo>
                <a:lnTo>
                  <a:pt x="3539912" y="0"/>
                </a:lnTo>
                <a:cubicBezTo>
                  <a:pt x="3539912" y="46875"/>
                  <a:pt x="3501912" y="84875"/>
                  <a:pt x="3455036" y="84875"/>
                </a:cubicBezTo>
                <a:cubicBezTo>
                  <a:pt x="3408160" y="84875"/>
                  <a:pt x="3370160" y="46875"/>
                  <a:pt x="3370160" y="0"/>
                </a:cubicBezTo>
                <a:close/>
                <a:moveTo>
                  <a:pt x="2527620" y="0"/>
                </a:moveTo>
                <a:lnTo>
                  <a:pt x="2697372" y="0"/>
                </a:lnTo>
                <a:cubicBezTo>
                  <a:pt x="2697372" y="46875"/>
                  <a:pt x="2659372" y="84875"/>
                  <a:pt x="2612496" y="84875"/>
                </a:cubicBezTo>
                <a:cubicBezTo>
                  <a:pt x="2565620" y="84875"/>
                  <a:pt x="2527620" y="46875"/>
                  <a:pt x="2527620" y="0"/>
                </a:cubicBezTo>
                <a:close/>
                <a:moveTo>
                  <a:pt x="1685080" y="0"/>
                </a:moveTo>
                <a:lnTo>
                  <a:pt x="1854832" y="0"/>
                </a:lnTo>
                <a:cubicBezTo>
                  <a:pt x="1854832" y="46875"/>
                  <a:pt x="1816832" y="84875"/>
                  <a:pt x="1769956" y="84875"/>
                </a:cubicBezTo>
                <a:cubicBezTo>
                  <a:pt x="1723080" y="84875"/>
                  <a:pt x="1685080" y="46875"/>
                  <a:pt x="1685080" y="0"/>
                </a:cubicBezTo>
                <a:close/>
                <a:moveTo>
                  <a:pt x="842540" y="0"/>
                </a:moveTo>
                <a:lnTo>
                  <a:pt x="1012292" y="0"/>
                </a:lnTo>
                <a:cubicBezTo>
                  <a:pt x="1012292" y="46875"/>
                  <a:pt x="974292" y="84875"/>
                  <a:pt x="927416" y="84875"/>
                </a:cubicBezTo>
                <a:cubicBezTo>
                  <a:pt x="880540" y="84875"/>
                  <a:pt x="842540" y="46875"/>
                  <a:pt x="842540" y="0"/>
                </a:cubicBezTo>
                <a:close/>
                <a:moveTo>
                  <a:pt x="0" y="0"/>
                </a:moveTo>
                <a:lnTo>
                  <a:pt x="169752" y="0"/>
                </a:lnTo>
                <a:cubicBezTo>
                  <a:pt x="169752" y="46875"/>
                  <a:pt x="131752" y="84875"/>
                  <a:pt x="84876" y="84875"/>
                </a:cubicBezTo>
                <a:cubicBezTo>
                  <a:pt x="38000" y="84875"/>
                  <a:pt x="0" y="46875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5" name="Teardrop 3"/>
          <p:cNvSpPr/>
          <p:nvPr/>
        </p:nvSpPr>
        <p:spPr>
          <a:xfrm rot="5400000" flipH="1" flipV="1">
            <a:off x="644277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6" name="Teardrop 3"/>
          <p:cNvSpPr/>
          <p:nvPr/>
        </p:nvSpPr>
        <p:spPr>
          <a:xfrm rot="5400000" flipH="1" flipV="1">
            <a:off x="-148774" y="1103813"/>
            <a:ext cx="612648" cy="315100"/>
          </a:xfrm>
          <a:custGeom>
            <a:avLst/>
            <a:gdLst/>
            <a:ahLst/>
            <a:cxnLst/>
            <a:rect l="l" t="t" r="r" b="b"/>
            <a:pathLst>
              <a:path w="612648" h="315100">
                <a:moveTo>
                  <a:pt x="239386" y="75670"/>
                </a:moveTo>
                <a:cubicBezTo>
                  <a:pt x="230866" y="67149"/>
                  <a:pt x="224313" y="57406"/>
                  <a:pt x="219944" y="46909"/>
                </a:cubicBezTo>
                <a:cubicBezTo>
                  <a:pt x="207099" y="60107"/>
                  <a:pt x="182914" y="65356"/>
                  <a:pt x="163810" y="64989"/>
                </a:cubicBezTo>
                <a:cubicBezTo>
                  <a:pt x="113792" y="64989"/>
                  <a:pt x="73243" y="105538"/>
                  <a:pt x="73243" y="155556"/>
                </a:cubicBezTo>
                <a:cubicBezTo>
                  <a:pt x="73243" y="179467"/>
                  <a:pt x="82509" y="201213"/>
                  <a:pt x="97830" y="217225"/>
                </a:cubicBezTo>
                <a:close/>
                <a:moveTo>
                  <a:pt x="268191" y="95157"/>
                </a:moveTo>
                <a:cubicBezTo>
                  <a:pt x="257695" y="90787"/>
                  <a:pt x="247952" y="84234"/>
                  <a:pt x="239431" y="75715"/>
                </a:cubicBezTo>
                <a:lnTo>
                  <a:pt x="97875" y="217270"/>
                </a:lnTo>
                <a:cubicBezTo>
                  <a:pt x="113887" y="232591"/>
                  <a:pt x="135634" y="241857"/>
                  <a:pt x="159544" y="241857"/>
                </a:cubicBezTo>
                <a:cubicBezTo>
                  <a:pt x="184553" y="241857"/>
                  <a:pt x="207195" y="231720"/>
                  <a:pt x="223585" y="215331"/>
                </a:cubicBezTo>
                <a:cubicBezTo>
                  <a:pt x="239974" y="198941"/>
                  <a:pt x="250111" y="176299"/>
                  <a:pt x="250111" y="151290"/>
                </a:cubicBezTo>
                <a:cubicBezTo>
                  <a:pt x="249745" y="132187"/>
                  <a:pt x="254994" y="108002"/>
                  <a:pt x="268191" y="95157"/>
                </a:cubicBezTo>
                <a:close/>
                <a:moveTo>
                  <a:pt x="391275" y="232488"/>
                </a:moveTo>
                <a:cubicBezTo>
                  <a:pt x="366688" y="214199"/>
                  <a:pt x="350981" y="184860"/>
                  <a:pt x="350981" y="151853"/>
                </a:cubicBezTo>
                <a:cubicBezTo>
                  <a:pt x="351479" y="125869"/>
                  <a:pt x="347689" y="109892"/>
                  <a:pt x="331337" y="99934"/>
                </a:cubicBezTo>
                <a:cubicBezTo>
                  <a:pt x="315088" y="104415"/>
                  <a:pt x="297874" y="104335"/>
                  <a:pt x="281637" y="99721"/>
                </a:cubicBezTo>
                <a:cubicBezTo>
                  <a:pt x="265010" y="109675"/>
                  <a:pt x="261165" y="125694"/>
                  <a:pt x="261667" y="151853"/>
                </a:cubicBezTo>
                <a:cubicBezTo>
                  <a:pt x="261667" y="179968"/>
                  <a:pt x="250271" y="205421"/>
                  <a:pt x="231847" y="223846"/>
                </a:cubicBezTo>
                <a:lnTo>
                  <a:pt x="221347" y="232509"/>
                </a:lnTo>
                <a:cubicBezTo>
                  <a:pt x="224390" y="249009"/>
                  <a:pt x="232545" y="264623"/>
                  <a:pt x="245300" y="277378"/>
                </a:cubicBezTo>
                <a:cubicBezTo>
                  <a:pt x="262207" y="294285"/>
                  <a:pt x="284136" y="303111"/>
                  <a:pt x="306292" y="303599"/>
                </a:cubicBezTo>
                <a:lnTo>
                  <a:pt x="306292" y="218433"/>
                </a:lnTo>
                <a:lnTo>
                  <a:pt x="306356" y="218433"/>
                </a:lnTo>
                <a:lnTo>
                  <a:pt x="306356" y="303599"/>
                </a:lnTo>
                <a:cubicBezTo>
                  <a:pt x="328512" y="303110"/>
                  <a:pt x="350441" y="294285"/>
                  <a:pt x="367348" y="277378"/>
                </a:cubicBezTo>
                <a:cubicBezTo>
                  <a:pt x="380109" y="264617"/>
                  <a:pt x="388266" y="248996"/>
                  <a:pt x="391275" y="232488"/>
                </a:cubicBezTo>
                <a:close/>
                <a:moveTo>
                  <a:pt x="514773" y="217271"/>
                </a:moveTo>
                <a:lnTo>
                  <a:pt x="373218" y="75716"/>
                </a:lnTo>
                <a:cubicBezTo>
                  <a:pt x="364700" y="84231"/>
                  <a:pt x="354962" y="90781"/>
                  <a:pt x="344508" y="95209"/>
                </a:cubicBezTo>
                <a:cubicBezTo>
                  <a:pt x="357668" y="108066"/>
                  <a:pt x="362903" y="132212"/>
                  <a:pt x="362537" y="151290"/>
                </a:cubicBezTo>
                <a:cubicBezTo>
                  <a:pt x="362537" y="201309"/>
                  <a:pt x="403085" y="241857"/>
                  <a:pt x="453104" y="241857"/>
                </a:cubicBezTo>
                <a:cubicBezTo>
                  <a:pt x="477015" y="241857"/>
                  <a:pt x="498761" y="232592"/>
                  <a:pt x="514773" y="217271"/>
                </a:cubicBezTo>
                <a:close/>
                <a:moveTo>
                  <a:pt x="539405" y="155556"/>
                </a:moveTo>
                <a:cubicBezTo>
                  <a:pt x="539405" y="105538"/>
                  <a:pt x="498856" y="64989"/>
                  <a:pt x="448838" y="64989"/>
                </a:cubicBezTo>
                <a:cubicBezTo>
                  <a:pt x="429760" y="65355"/>
                  <a:pt x="405614" y="60121"/>
                  <a:pt x="392756" y="46961"/>
                </a:cubicBezTo>
                <a:cubicBezTo>
                  <a:pt x="388329" y="57415"/>
                  <a:pt x="381778" y="67153"/>
                  <a:pt x="373263" y="75671"/>
                </a:cubicBezTo>
                <a:lnTo>
                  <a:pt x="514818" y="217225"/>
                </a:lnTo>
                <a:cubicBezTo>
                  <a:pt x="530139" y="201213"/>
                  <a:pt x="539405" y="179467"/>
                  <a:pt x="539405" y="155556"/>
                </a:cubicBezTo>
                <a:close/>
                <a:moveTo>
                  <a:pt x="612648" y="8776"/>
                </a:moveTo>
                <a:cubicBezTo>
                  <a:pt x="612257" y="34030"/>
                  <a:pt x="602326" y="59101"/>
                  <a:pt x="583058" y="78369"/>
                </a:cubicBezTo>
                <a:cubicBezTo>
                  <a:pt x="569890" y="91537"/>
                  <a:pt x="554014" y="100343"/>
                  <a:pt x="537134" y="104416"/>
                </a:cubicBezTo>
                <a:cubicBezTo>
                  <a:pt x="546224" y="119205"/>
                  <a:pt x="551214" y="136643"/>
                  <a:pt x="551214" y="155247"/>
                </a:cubicBezTo>
                <a:cubicBezTo>
                  <a:pt x="551214" y="182497"/>
                  <a:pt x="540509" y="207247"/>
                  <a:pt x="522928" y="225380"/>
                </a:cubicBezTo>
                <a:lnTo>
                  <a:pt x="522928" y="225380"/>
                </a:lnTo>
                <a:cubicBezTo>
                  <a:pt x="504794" y="242961"/>
                  <a:pt x="480044" y="253667"/>
                  <a:pt x="452794" y="253667"/>
                </a:cubicBezTo>
                <a:cubicBezTo>
                  <a:pt x="434191" y="253667"/>
                  <a:pt x="416753" y="248677"/>
                  <a:pt x="401964" y="239586"/>
                </a:cubicBezTo>
                <a:cubicBezTo>
                  <a:pt x="397891" y="256466"/>
                  <a:pt x="389084" y="272342"/>
                  <a:pt x="375917" y="285509"/>
                </a:cubicBezTo>
                <a:cubicBezTo>
                  <a:pt x="356649" y="304778"/>
                  <a:pt x="331578" y="314709"/>
                  <a:pt x="306324" y="315100"/>
                </a:cubicBezTo>
                <a:lnTo>
                  <a:pt x="306324" y="315100"/>
                </a:lnTo>
                <a:cubicBezTo>
                  <a:pt x="281070" y="314709"/>
                  <a:pt x="255999" y="304778"/>
                  <a:pt x="236731" y="285509"/>
                </a:cubicBezTo>
                <a:cubicBezTo>
                  <a:pt x="223571" y="272349"/>
                  <a:pt x="214766" y="256482"/>
                  <a:pt x="210610" y="239626"/>
                </a:cubicBezTo>
                <a:cubicBezTo>
                  <a:pt x="195839" y="248693"/>
                  <a:pt x="178427" y="253666"/>
                  <a:pt x="159854" y="253666"/>
                </a:cubicBezTo>
                <a:cubicBezTo>
                  <a:pt x="132604" y="253666"/>
                  <a:pt x="107854" y="242961"/>
                  <a:pt x="89720" y="225380"/>
                </a:cubicBezTo>
                <a:lnTo>
                  <a:pt x="89720" y="225380"/>
                </a:lnTo>
                <a:cubicBezTo>
                  <a:pt x="72139" y="207247"/>
                  <a:pt x="61434" y="182497"/>
                  <a:pt x="61434" y="155247"/>
                </a:cubicBezTo>
                <a:cubicBezTo>
                  <a:pt x="61434" y="136673"/>
                  <a:pt x="66407" y="119262"/>
                  <a:pt x="75474" y="104490"/>
                </a:cubicBezTo>
                <a:cubicBezTo>
                  <a:pt x="58618" y="100334"/>
                  <a:pt x="42751" y="91530"/>
                  <a:pt x="29591" y="78369"/>
                </a:cubicBezTo>
                <a:cubicBezTo>
                  <a:pt x="10322" y="59101"/>
                  <a:pt x="391" y="34030"/>
                  <a:pt x="0" y="8776"/>
                </a:cubicBezTo>
                <a:lnTo>
                  <a:pt x="0" y="8776"/>
                </a:lnTo>
                <a:lnTo>
                  <a:pt x="1828" y="0"/>
                </a:lnTo>
                <a:lnTo>
                  <a:pt x="13374" y="0"/>
                </a:lnTo>
                <a:cubicBezTo>
                  <a:pt x="11782" y="2802"/>
                  <a:pt x="11567" y="5771"/>
                  <a:pt x="11501" y="8744"/>
                </a:cubicBezTo>
                <a:lnTo>
                  <a:pt x="96667" y="8744"/>
                </a:lnTo>
                <a:lnTo>
                  <a:pt x="96667" y="8808"/>
                </a:lnTo>
                <a:lnTo>
                  <a:pt x="11501" y="8808"/>
                </a:lnTo>
                <a:cubicBezTo>
                  <a:pt x="11989" y="30964"/>
                  <a:pt x="20815" y="52893"/>
                  <a:pt x="37722" y="69800"/>
                </a:cubicBezTo>
                <a:cubicBezTo>
                  <a:pt x="50477" y="82555"/>
                  <a:pt x="66091" y="90711"/>
                  <a:pt x="82592" y="93753"/>
                </a:cubicBezTo>
                <a:cubicBezTo>
                  <a:pt x="100880" y="69151"/>
                  <a:pt x="130228" y="53433"/>
                  <a:pt x="163247" y="53433"/>
                </a:cubicBezTo>
                <a:cubicBezTo>
                  <a:pt x="186137" y="53872"/>
                  <a:pt x="201262" y="50984"/>
                  <a:pt x="211355" y="39116"/>
                </a:cubicBezTo>
                <a:cubicBezTo>
                  <a:pt x="212796" y="37420"/>
                  <a:pt x="214135" y="35542"/>
                  <a:pt x="215380" y="33463"/>
                </a:cubicBezTo>
                <a:lnTo>
                  <a:pt x="215236" y="0"/>
                </a:lnTo>
                <a:lnTo>
                  <a:pt x="223506" y="0"/>
                </a:lnTo>
                <a:cubicBezTo>
                  <a:pt x="219687" y="24354"/>
                  <a:pt x="227777" y="49750"/>
                  <a:pt x="246535" y="68520"/>
                </a:cubicBezTo>
                <a:lnTo>
                  <a:pt x="254763" y="60293"/>
                </a:lnTo>
                <a:cubicBezTo>
                  <a:pt x="254771" y="60299"/>
                  <a:pt x="254778" y="60307"/>
                  <a:pt x="254786" y="60315"/>
                </a:cubicBezTo>
                <a:lnTo>
                  <a:pt x="254808" y="60338"/>
                </a:lnTo>
                <a:lnTo>
                  <a:pt x="246580" y="68565"/>
                </a:lnTo>
                <a:cubicBezTo>
                  <a:pt x="279582" y="101547"/>
                  <a:pt x="333066" y="101547"/>
                  <a:pt x="366068" y="68565"/>
                </a:cubicBezTo>
                <a:lnTo>
                  <a:pt x="357840" y="60338"/>
                </a:lnTo>
                <a:cubicBezTo>
                  <a:pt x="357847" y="60330"/>
                  <a:pt x="357855" y="60322"/>
                  <a:pt x="357862" y="60315"/>
                </a:cubicBezTo>
                <a:lnTo>
                  <a:pt x="357885" y="60293"/>
                </a:lnTo>
                <a:lnTo>
                  <a:pt x="366113" y="68520"/>
                </a:lnTo>
                <a:cubicBezTo>
                  <a:pt x="384871" y="49750"/>
                  <a:pt x="392961" y="24354"/>
                  <a:pt x="389142" y="0"/>
                </a:cubicBezTo>
                <a:lnTo>
                  <a:pt x="397337" y="0"/>
                </a:lnTo>
                <a:cubicBezTo>
                  <a:pt x="401479" y="11094"/>
                  <a:pt x="400548" y="22668"/>
                  <a:pt x="397481" y="33790"/>
                </a:cubicBezTo>
                <a:cubicBezTo>
                  <a:pt x="407439" y="50142"/>
                  <a:pt x="423417" y="53932"/>
                  <a:pt x="449401" y="53433"/>
                </a:cubicBezTo>
                <a:cubicBezTo>
                  <a:pt x="482407" y="53434"/>
                  <a:pt x="511746" y="69140"/>
                  <a:pt x="530035" y="93727"/>
                </a:cubicBezTo>
                <a:cubicBezTo>
                  <a:pt x="546543" y="90718"/>
                  <a:pt x="562165" y="82561"/>
                  <a:pt x="574926" y="69800"/>
                </a:cubicBezTo>
                <a:cubicBezTo>
                  <a:pt x="591833" y="52893"/>
                  <a:pt x="600658" y="30964"/>
                  <a:pt x="601147" y="8808"/>
                </a:cubicBezTo>
                <a:lnTo>
                  <a:pt x="515982" y="8808"/>
                </a:lnTo>
                <a:lnTo>
                  <a:pt x="515981" y="8744"/>
                </a:lnTo>
                <a:lnTo>
                  <a:pt x="601147" y="8744"/>
                </a:lnTo>
                <a:lnTo>
                  <a:pt x="599274" y="0"/>
                </a:lnTo>
                <a:lnTo>
                  <a:pt x="610820" y="0"/>
                </a:lnTo>
                <a:cubicBezTo>
                  <a:pt x="612423" y="2826"/>
                  <a:pt x="612602" y="5800"/>
                  <a:pt x="612648" y="8776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7" name="Teardrop 3"/>
          <p:cNvSpPr/>
          <p:nvPr/>
        </p:nvSpPr>
        <p:spPr>
          <a:xfrm rot="5400000" flipH="1" flipV="1">
            <a:off x="138753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8" name="Teardrop 3"/>
          <p:cNvSpPr/>
          <p:nvPr/>
        </p:nvSpPr>
        <p:spPr>
          <a:xfrm rot="5400000" flipH="1" flipV="1">
            <a:off x="223007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9" name="Teardrop 3"/>
          <p:cNvSpPr/>
          <p:nvPr/>
        </p:nvSpPr>
        <p:spPr>
          <a:xfrm rot="5400000" flipH="1" flipV="1">
            <a:off x="307261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60" name="Teardrop 3"/>
          <p:cNvSpPr/>
          <p:nvPr/>
        </p:nvSpPr>
        <p:spPr>
          <a:xfrm rot="5400000" flipH="1" flipV="1">
            <a:off x="391515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61" name="Teardrop 3"/>
          <p:cNvSpPr/>
          <p:nvPr/>
        </p:nvSpPr>
        <p:spPr>
          <a:xfrm rot="5400000" flipH="1" flipV="1">
            <a:off x="475769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62" name="Teardrop 3"/>
          <p:cNvSpPr/>
          <p:nvPr/>
        </p:nvSpPr>
        <p:spPr>
          <a:xfrm rot="5400000" flipH="1" flipV="1">
            <a:off x="560023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63" name="Teardrop 3"/>
          <p:cNvSpPr/>
          <p:nvPr/>
        </p:nvSpPr>
        <p:spPr>
          <a:xfrm rot="5400000" flipH="1" flipV="1">
            <a:off x="812785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64" name="Teardrop 3"/>
          <p:cNvSpPr/>
          <p:nvPr/>
        </p:nvSpPr>
        <p:spPr>
          <a:xfrm rot="5400000" flipH="1" flipV="1">
            <a:off x="728531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65" name="Teardrop 3"/>
          <p:cNvSpPr/>
          <p:nvPr/>
        </p:nvSpPr>
        <p:spPr>
          <a:xfrm rot="5400000" flipH="1" flipV="1">
            <a:off x="981293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66" name="Teardrop 3"/>
          <p:cNvSpPr/>
          <p:nvPr/>
        </p:nvSpPr>
        <p:spPr>
          <a:xfrm rot="5400000" flipH="1" flipV="1">
            <a:off x="897039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67" name="Teardrop 3"/>
          <p:cNvSpPr/>
          <p:nvPr/>
        </p:nvSpPr>
        <p:spPr>
          <a:xfrm rot="5400000" flipH="1" flipV="1">
            <a:off x="11498011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68" name="Teardrop 3"/>
          <p:cNvSpPr/>
          <p:nvPr/>
        </p:nvSpPr>
        <p:spPr>
          <a:xfrm rot="5400000" flipH="1" flipV="1">
            <a:off x="1065547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69" name="Teardrop 3"/>
          <p:cNvSpPr/>
          <p:nvPr/>
        </p:nvSpPr>
        <p:spPr>
          <a:xfrm rot="5400000" flipH="1" flipV="1">
            <a:off x="54499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70" name="Oval 669"/>
          <p:cNvSpPr/>
          <p:nvPr/>
        </p:nvSpPr>
        <p:spPr>
          <a:xfrm>
            <a:off x="666451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71" name="Oval 670"/>
          <p:cNvSpPr/>
          <p:nvPr/>
        </p:nvSpPr>
        <p:spPr>
          <a:xfrm>
            <a:off x="76673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72" name="Oval 671"/>
          <p:cNvSpPr/>
          <p:nvPr/>
        </p:nvSpPr>
        <p:spPr>
          <a:xfrm>
            <a:off x="160927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73" name="Oval 672"/>
          <p:cNvSpPr/>
          <p:nvPr/>
        </p:nvSpPr>
        <p:spPr>
          <a:xfrm>
            <a:off x="245181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74" name="Oval 673"/>
          <p:cNvSpPr/>
          <p:nvPr/>
        </p:nvSpPr>
        <p:spPr>
          <a:xfrm>
            <a:off x="329435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75" name="Oval 674"/>
          <p:cNvSpPr/>
          <p:nvPr/>
        </p:nvSpPr>
        <p:spPr>
          <a:xfrm>
            <a:off x="413689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76" name="Oval 675"/>
          <p:cNvSpPr/>
          <p:nvPr/>
        </p:nvSpPr>
        <p:spPr>
          <a:xfrm>
            <a:off x="497943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77" name="Oval 676"/>
          <p:cNvSpPr/>
          <p:nvPr/>
        </p:nvSpPr>
        <p:spPr>
          <a:xfrm>
            <a:off x="582197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78" name="Oval 677"/>
          <p:cNvSpPr/>
          <p:nvPr/>
        </p:nvSpPr>
        <p:spPr>
          <a:xfrm>
            <a:off x="834959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79" name="Oval 678"/>
          <p:cNvSpPr/>
          <p:nvPr/>
        </p:nvSpPr>
        <p:spPr>
          <a:xfrm>
            <a:off x="750705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0" name="Oval 679"/>
          <p:cNvSpPr/>
          <p:nvPr/>
        </p:nvSpPr>
        <p:spPr>
          <a:xfrm>
            <a:off x="1003467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1" name="Oval 680"/>
          <p:cNvSpPr/>
          <p:nvPr/>
        </p:nvSpPr>
        <p:spPr>
          <a:xfrm>
            <a:off x="919213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2" name="Oval 681"/>
          <p:cNvSpPr/>
          <p:nvPr/>
        </p:nvSpPr>
        <p:spPr>
          <a:xfrm>
            <a:off x="11719750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3" name="Oval 682"/>
          <p:cNvSpPr/>
          <p:nvPr/>
        </p:nvSpPr>
        <p:spPr>
          <a:xfrm>
            <a:off x="1087721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4" name="Teardrop 3"/>
          <p:cNvSpPr/>
          <p:nvPr/>
        </p:nvSpPr>
        <p:spPr>
          <a:xfrm rot="5400000" flipH="1" flipV="1">
            <a:off x="602118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5" name="Teardrop 3"/>
          <p:cNvSpPr/>
          <p:nvPr/>
        </p:nvSpPr>
        <p:spPr>
          <a:xfrm rot="5400000" flipH="1" flipV="1">
            <a:off x="96594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6" name="Teardrop 3"/>
          <p:cNvSpPr/>
          <p:nvPr/>
        </p:nvSpPr>
        <p:spPr>
          <a:xfrm rot="5400000" flipH="1" flipV="1">
            <a:off x="180848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7" name="Teardrop 3"/>
          <p:cNvSpPr/>
          <p:nvPr/>
        </p:nvSpPr>
        <p:spPr>
          <a:xfrm rot="5400000" flipH="1" flipV="1">
            <a:off x="265102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8" name="Teardrop 3"/>
          <p:cNvSpPr/>
          <p:nvPr/>
        </p:nvSpPr>
        <p:spPr>
          <a:xfrm rot="5400000" flipH="1" flipV="1">
            <a:off x="349356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9" name="Teardrop 3"/>
          <p:cNvSpPr/>
          <p:nvPr/>
        </p:nvSpPr>
        <p:spPr>
          <a:xfrm rot="5400000" flipH="1" flipV="1">
            <a:off x="433610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90" name="Teardrop 3"/>
          <p:cNvSpPr/>
          <p:nvPr/>
        </p:nvSpPr>
        <p:spPr>
          <a:xfrm rot="5400000" flipH="1" flipV="1">
            <a:off x="517864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91" name="Teardrop 3"/>
          <p:cNvSpPr/>
          <p:nvPr/>
        </p:nvSpPr>
        <p:spPr>
          <a:xfrm rot="5400000" flipH="1" flipV="1">
            <a:off x="770626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92" name="Teardrop 3"/>
          <p:cNvSpPr/>
          <p:nvPr/>
        </p:nvSpPr>
        <p:spPr>
          <a:xfrm rot="5400000" flipH="1" flipV="1">
            <a:off x="686372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93" name="Teardrop 3"/>
          <p:cNvSpPr/>
          <p:nvPr/>
        </p:nvSpPr>
        <p:spPr>
          <a:xfrm rot="5400000" flipH="1" flipV="1">
            <a:off x="939134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94" name="Teardrop 3"/>
          <p:cNvSpPr/>
          <p:nvPr/>
        </p:nvSpPr>
        <p:spPr>
          <a:xfrm rot="5400000" flipH="1" flipV="1">
            <a:off x="854880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95" name="Teardrop 3"/>
          <p:cNvSpPr/>
          <p:nvPr/>
        </p:nvSpPr>
        <p:spPr>
          <a:xfrm rot="5400000" flipH="1" flipV="1">
            <a:off x="11076421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96" name="Teardrop 3"/>
          <p:cNvSpPr/>
          <p:nvPr/>
        </p:nvSpPr>
        <p:spPr>
          <a:xfrm rot="5400000" flipH="1" flipV="1">
            <a:off x="1023388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97" name="Teardrop 3"/>
          <p:cNvSpPr/>
          <p:nvPr/>
        </p:nvSpPr>
        <p:spPr>
          <a:xfrm rot="5400000" flipH="1" flipV="1">
            <a:off x="12340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98" name="Teardrop 3"/>
          <p:cNvSpPr/>
          <p:nvPr/>
        </p:nvSpPr>
        <p:spPr>
          <a:xfrm rot="5400000" flipH="1" flipV="1">
            <a:off x="11760002" y="1531078"/>
            <a:ext cx="595781" cy="268215"/>
          </a:xfrm>
          <a:custGeom>
            <a:avLst/>
            <a:gdLst/>
            <a:ahLst/>
            <a:cxnLst/>
            <a:rect l="l" t="t" r="r" b="b"/>
            <a:pathLst>
              <a:path w="595781" h="268215">
                <a:moveTo>
                  <a:pt x="230951" y="239431"/>
                </a:moveTo>
                <a:lnTo>
                  <a:pt x="89396" y="97876"/>
                </a:lnTo>
                <a:cubicBezTo>
                  <a:pt x="74075" y="113887"/>
                  <a:pt x="64809" y="135634"/>
                  <a:pt x="64809" y="159544"/>
                </a:cubicBezTo>
                <a:cubicBezTo>
                  <a:pt x="64809" y="209563"/>
                  <a:pt x="105357" y="250112"/>
                  <a:pt x="155376" y="250112"/>
                </a:cubicBezTo>
                <a:cubicBezTo>
                  <a:pt x="174454" y="249746"/>
                  <a:pt x="198601" y="254980"/>
                  <a:pt x="211458" y="268141"/>
                </a:cubicBezTo>
                <a:cubicBezTo>
                  <a:pt x="215885" y="257686"/>
                  <a:pt x="222436" y="247948"/>
                  <a:pt x="230951" y="239431"/>
                </a:cubicBezTo>
                <a:close/>
                <a:moveTo>
                  <a:pt x="259706" y="219892"/>
                </a:moveTo>
                <a:cubicBezTo>
                  <a:pt x="246546" y="207035"/>
                  <a:pt x="241311" y="182889"/>
                  <a:pt x="241677" y="163811"/>
                </a:cubicBezTo>
                <a:cubicBezTo>
                  <a:pt x="241677" y="113792"/>
                  <a:pt x="201129" y="73244"/>
                  <a:pt x="151110" y="73244"/>
                </a:cubicBezTo>
                <a:cubicBezTo>
                  <a:pt x="127200" y="73244"/>
                  <a:pt x="105453" y="82510"/>
                  <a:pt x="89441" y="97831"/>
                </a:cubicBezTo>
                <a:lnTo>
                  <a:pt x="230996" y="239386"/>
                </a:lnTo>
                <a:cubicBezTo>
                  <a:pt x="239514" y="230871"/>
                  <a:pt x="249252" y="224320"/>
                  <a:pt x="259706" y="219892"/>
                </a:cubicBezTo>
                <a:close/>
                <a:moveTo>
                  <a:pt x="382868" y="82592"/>
                </a:moveTo>
                <a:cubicBezTo>
                  <a:pt x="379825" y="66091"/>
                  <a:pt x="371670" y="50477"/>
                  <a:pt x="358914" y="37722"/>
                </a:cubicBezTo>
                <a:cubicBezTo>
                  <a:pt x="342007" y="20815"/>
                  <a:pt x="320078" y="11989"/>
                  <a:pt x="297922" y="11501"/>
                </a:cubicBezTo>
                <a:lnTo>
                  <a:pt x="297922" y="96667"/>
                </a:lnTo>
                <a:lnTo>
                  <a:pt x="297858" y="96667"/>
                </a:lnTo>
                <a:lnTo>
                  <a:pt x="297858" y="11501"/>
                </a:lnTo>
                <a:cubicBezTo>
                  <a:pt x="275703" y="11990"/>
                  <a:pt x="253773" y="20815"/>
                  <a:pt x="236866" y="37722"/>
                </a:cubicBezTo>
                <a:cubicBezTo>
                  <a:pt x="224105" y="50483"/>
                  <a:pt x="215948" y="66105"/>
                  <a:pt x="212939" y="82613"/>
                </a:cubicBezTo>
                <a:cubicBezTo>
                  <a:pt x="237526" y="100902"/>
                  <a:pt x="253233" y="130241"/>
                  <a:pt x="253233" y="163248"/>
                </a:cubicBezTo>
                <a:cubicBezTo>
                  <a:pt x="252735" y="189232"/>
                  <a:pt x="256525" y="205210"/>
                  <a:pt x="272877" y="215167"/>
                </a:cubicBezTo>
                <a:cubicBezTo>
                  <a:pt x="289126" y="210687"/>
                  <a:pt x="306340" y="210767"/>
                  <a:pt x="322577" y="215380"/>
                </a:cubicBezTo>
                <a:cubicBezTo>
                  <a:pt x="324655" y="214136"/>
                  <a:pt x="326534" y="212797"/>
                  <a:pt x="328229" y="211355"/>
                </a:cubicBezTo>
                <a:cubicBezTo>
                  <a:pt x="340097" y="201263"/>
                  <a:pt x="342986" y="186138"/>
                  <a:pt x="342547" y="163248"/>
                </a:cubicBezTo>
                <a:cubicBezTo>
                  <a:pt x="342547" y="130228"/>
                  <a:pt x="358265" y="100880"/>
                  <a:pt x="382868" y="82592"/>
                </a:cubicBezTo>
                <a:close/>
                <a:moveTo>
                  <a:pt x="506339" y="97830"/>
                </a:moveTo>
                <a:cubicBezTo>
                  <a:pt x="490327" y="82509"/>
                  <a:pt x="468581" y="73244"/>
                  <a:pt x="444670" y="73244"/>
                </a:cubicBezTo>
                <a:cubicBezTo>
                  <a:pt x="394651" y="73244"/>
                  <a:pt x="354103" y="113792"/>
                  <a:pt x="354103" y="163811"/>
                </a:cubicBezTo>
                <a:cubicBezTo>
                  <a:pt x="354470" y="182914"/>
                  <a:pt x="349220" y="207099"/>
                  <a:pt x="336023" y="219944"/>
                </a:cubicBezTo>
                <a:cubicBezTo>
                  <a:pt x="346519" y="224314"/>
                  <a:pt x="356263" y="230867"/>
                  <a:pt x="364783" y="239386"/>
                </a:cubicBezTo>
                <a:close/>
                <a:moveTo>
                  <a:pt x="530971" y="159544"/>
                </a:moveTo>
                <a:cubicBezTo>
                  <a:pt x="530971" y="135634"/>
                  <a:pt x="521705" y="113887"/>
                  <a:pt x="506384" y="97876"/>
                </a:cubicBezTo>
                <a:lnTo>
                  <a:pt x="364828" y="239431"/>
                </a:lnTo>
                <a:cubicBezTo>
                  <a:pt x="373348" y="247952"/>
                  <a:pt x="379901" y="257695"/>
                  <a:pt x="384270" y="268192"/>
                </a:cubicBezTo>
                <a:cubicBezTo>
                  <a:pt x="397115" y="254994"/>
                  <a:pt x="421300" y="249745"/>
                  <a:pt x="440404" y="250111"/>
                </a:cubicBezTo>
                <a:cubicBezTo>
                  <a:pt x="465413" y="250112"/>
                  <a:pt x="488055" y="239974"/>
                  <a:pt x="504444" y="223585"/>
                </a:cubicBezTo>
                <a:cubicBezTo>
                  <a:pt x="520834" y="207196"/>
                  <a:pt x="530971" y="184554"/>
                  <a:pt x="530971" y="159544"/>
                </a:cubicBezTo>
                <a:close/>
                <a:moveTo>
                  <a:pt x="595781" y="268215"/>
                </a:moveTo>
                <a:lnTo>
                  <a:pt x="581969" y="268215"/>
                </a:lnTo>
                <a:cubicBezTo>
                  <a:pt x="578743" y="259654"/>
                  <a:pt x="573266" y="252074"/>
                  <a:pt x="566492" y="245300"/>
                </a:cubicBezTo>
                <a:cubicBezTo>
                  <a:pt x="553737" y="232545"/>
                  <a:pt x="538123" y="224389"/>
                  <a:pt x="521623" y="221347"/>
                </a:cubicBezTo>
                <a:cubicBezTo>
                  <a:pt x="519174" y="225205"/>
                  <a:pt x="516174" y="228633"/>
                  <a:pt x="512960" y="231847"/>
                </a:cubicBezTo>
                <a:cubicBezTo>
                  <a:pt x="494535" y="250272"/>
                  <a:pt x="469082" y="261667"/>
                  <a:pt x="440967" y="261667"/>
                </a:cubicBezTo>
                <a:cubicBezTo>
                  <a:pt x="425629" y="261373"/>
                  <a:pt x="413777" y="262574"/>
                  <a:pt x="405186" y="268215"/>
                </a:cubicBezTo>
                <a:lnTo>
                  <a:pt x="372038" y="268215"/>
                </a:lnTo>
                <a:cubicBezTo>
                  <a:pt x="369178" y="260078"/>
                  <a:pt x="364042" y="252948"/>
                  <a:pt x="357679" y="246581"/>
                </a:cubicBezTo>
                <a:lnTo>
                  <a:pt x="349451" y="254808"/>
                </a:lnTo>
                <a:lnTo>
                  <a:pt x="349428" y="254786"/>
                </a:lnTo>
                <a:cubicBezTo>
                  <a:pt x="349421" y="254779"/>
                  <a:pt x="349413" y="254771"/>
                  <a:pt x="349406" y="254763"/>
                </a:cubicBezTo>
                <a:lnTo>
                  <a:pt x="357634" y="246536"/>
                </a:lnTo>
                <a:cubicBezTo>
                  <a:pt x="324632" y="213554"/>
                  <a:pt x="271148" y="213554"/>
                  <a:pt x="238146" y="246536"/>
                </a:cubicBezTo>
                <a:lnTo>
                  <a:pt x="246374" y="254763"/>
                </a:lnTo>
                <a:cubicBezTo>
                  <a:pt x="246367" y="254771"/>
                  <a:pt x="246359" y="254779"/>
                  <a:pt x="246352" y="254786"/>
                </a:cubicBezTo>
                <a:cubicBezTo>
                  <a:pt x="246344" y="254794"/>
                  <a:pt x="246337" y="254801"/>
                  <a:pt x="246329" y="254808"/>
                </a:cubicBezTo>
                <a:lnTo>
                  <a:pt x="238101" y="246581"/>
                </a:lnTo>
                <a:lnTo>
                  <a:pt x="223742" y="268215"/>
                </a:lnTo>
                <a:lnTo>
                  <a:pt x="190546" y="268215"/>
                </a:lnTo>
                <a:cubicBezTo>
                  <a:pt x="181969" y="262570"/>
                  <a:pt x="170130" y="261374"/>
                  <a:pt x="154813" y="261668"/>
                </a:cubicBezTo>
                <a:cubicBezTo>
                  <a:pt x="121806" y="261668"/>
                  <a:pt x="92467" y="245961"/>
                  <a:pt x="74178" y="221373"/>
                </a:cubicBezTo>
                <a:cubicBezTo>
                  <a:pt x="57671" y="224382"/>
                  <a:pt x="42049" y="232539"/>
                  <a:pt x="29288" y="245300"/>
                </a:cubicBezTo>
                <a:lnTo>
                  <a:pt x="13811" y="268215"/>
                </a:lnTo>
                <a:lnTo>
                  <a:pt x="0" y="268215"/>
                </a:lnTo>
                <a:cubicBezTo>
                  <a:pt x="4705" y="256723"/>
                  <a:pt x="11839" y="246048"/>
                  <a:pt x="21157" y="236731"/>
                </a:cubicBezTo>
                <a:cubicBezTo>
                  <a:pt x="34324" y="223564"/>
                  <a:pt x="50200" y="214757"/>
                  <a:pt x="67080" y="210684"/>
                </a:cubicBezTo>
                <a:cubicBezTo>
                  <a:pt x="57989" y="195895"/>
                  <a:pt x="53000" y="178457"/>
                  <a:pt x="53000" y="159854"/>
                </a:cubicBezTo>
                <a:cubicBezTo>
                  <a:pt x="53000" y="132604"/>
                  <a:pt x="63705" y="107854"/>
                  <a:pt x="81286" y="89721"/>
                </a:cubicBezTo>
                <a:lnTo>
                  <a:pt x="81286" y="89721"/>
                </a:lnTo>
                <a:cubicBezTo>
                  <a:pt x="99420" y="72140"/>
                  <a:pt x="124170" y="61435"/>
                  <a:pt x="151420" y="61435"/>
                </a:cubicBezTo>
                <a:cubicBezTo>
                  <a:pt x="170023" y="61435"/>
                  <a:pt x="187461" y="66424"/>
                  <a:pt x="202250" y="75515"/>
                </a:cubicBezTo>
                <a:cubicBezTo>
                  <a:pt x="206323" y="58635"/>
                  <a:pt x="215130" y="42758"/>
                  <a:pt x="228297" y="29591"/>
                </a:cubicBezTo>
                <a:cubicBezTo>
                  <a:pt x="247566" y="10322"/>
                  <a:pt x="272636" y="391"/>
                  <a:pt x="297890" y="0"/>
                </a:cubicBezTo>
                <a:lnTo>
                  <a:pt x="297890" y="0"/>
                </a:lnTo>
                <a:cubicBezTo>
                  <a:pt x="323144" y="391"/>
                  <a:pt x="348215" y="10322"/>
                  <a:pt x="367484" y="29591"/>
                </a:cubicBezTo>
                <a:cubicBezTo>
                  <a:pt x="380644" y="42751"/>
                  <a:pt x="389448" y="58618"/>
                  <a:pt x="393604" y="75474"/>
                </a:cubicBezTo>
                <a:cubicBezTo>
                  <a:pt x="408376" y="66408"/>
                  <a:pt x="425787" y="61434"/>
                  <a:pt x="444360" y="61434"/>
                </a:cubicBezTo>
                <a:cubicBezTo>
                  <a:pt x="471610" y="61434"/>
                  <a:pt x="496360" y="72140"/>
                  <a:pt x="514494" y="89721"/>
                </a:cubicBezTo>
                <a:cubicBezTo>
                  <a:pt x="532075" y="107854"/>
                  <a:pt x="542780" y="132604"/>
                  <a:pt x="542780" y="159854"/>
                </a:cubicBezTo>
                <a:cubicBezTo>
                  <a:pt x="542780" y="178427"/>
                  <a:pt x="537807" y="195839"/>
                  <a:pt x="528740" y="210610"/>
                </a:cubicBezTo>
                <a:cubicBezTo>
                  <a:pt x="545596" y="214766"/>
                  <a:pt x="561463" y="223570"/>
                  <a:pt x="574624" y="236731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99" name="Oval 698"/>
          <p:cNvSpPr/>
          <p:nvPr/>
        </p:nvSpPr>
        <p:spPr>
          <a:xfrm>
            <a:off x="708665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00" name="Oval 699"/>
          <p:cNvSpPr/>
          <p:nvPr/>
        </p:nvSpPr>
        <p:spPr>
          <a:xfrm>
            <a:off x="34633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01" name="Oval 700"/>
          <p:cNvSpPr/>
          <p:nvPr/>
        </p:nvSpPr>
        <p:spPr>
          <a:xfrm>
            <a:off x="118887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02" name="Oval 701"/>
          <p:cNvSpPr/>
          <p:nvPr/>
        </p:nvSpPr>
        <p:spPr>
          <a:xfrm>
            <a:off x="203141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03" name="Oval 702"/>
          <p:cNvSpPr/>
          <p:nvPr/>
        </p:nvSpPr>
        <p:spPr>
          <a:xfrm>
            <a:off x="287395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04" name="Oval 703"/>
          <p:cNvSpPr/>
          <p:nvPr/>
        </p:nvSpPr>
        <p:spPr>
          <a:xfrm>
            <a:off x="371649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05" name="Oval 704"/>
          <p:cNvSpPr/>
          <p:nvPr/>
        </p:nvSpPr>
        <p:spPr>
          <a:xfrm>
            <a:off x="455903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06" name="Oval 705"/>
          <p:cNvSpPr/>
          <p:nvPr/>
        </p:nvSpPr>
        <p:spPr>
          <a:xfrm>
            <a:off x="540157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07" name="Oval 706"/>
          <p:cNvSpPr/>
          <p:nvPr/>
        </p:nvSpPr>
        <p:spPr>
          <a:xfrm>
            <a:off x="624411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08" name="Oval 707"/>
          <p:cNvSpPr/>
          <p:nvPr/>
        </p:nvSpPr>
        <p:spPr>
          <a:xfrm>
            <a:off x="877173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09" name="Oval 708"/>
          <p:cNvSpPr/>
          <p:nvPr/>
        </p:nvSpPr>
        <p:spPr>
          <a:xfrm>
            <a:off x="792919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10" name="Oval 709"/>
          <p:cNvSpPr/>
          <p:nvPr/>
        </p:nvSpPr>
        <p:spPr>
          <a:xfrm>
            <a:off x="1045681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11" name="Oval 710"/>
          <p:cNvSpPr/>
          <p:nvPr/>
        </p:nvSpPr>
        <p:spPr>
          <a:xfrm>
            <a:off x="961427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12" name="Oval 711"/>
          <p:cNvSpPr/>
          <p:nvPr/>
        </p:nvSpPr>
        <p:spPr>
          <a:xfrm>
            <a:off x="1129935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13" name="Teardrop 3"/>
          <p:cNvSpPr/>
          <p:nvPr/>
        </p:nvSpPr>
        <p:spPr>
          <a:xfrm rot="5400000" flipH="1" flipV="1">
            <a:off x="644277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14" name="Teardrop 3"/>
          <p:cNvSpPr/>
          <p:nvPr/>
        </p:nvSpPr>
        <p:spPr>
          <a:xfrm rot="5400000" flipH="1" flipV="1">
            <a:off x="-148774" y="1946410"/>
            <a:ext cx="612648" cy="315100"/>
          </a:xfrm>
          <a:custGeom>
            <a:avLst/>
            <a:gdLst/>
            <a:ahLst/>
            <a:cxnLst/>
            <a:rect l="l" t="t" r="r" b="b"/>
            <a:pathLst>
              <a:path w="612648" h="315100">
                <a:moveTo>
                  <a:pt x="239386" y="75670"/>
                </a:moveTo>
                <a:cubicBezTo>
                  <a:pt x="230866" y="67149"/>
                  <a:pt x="224313" y="57406"/>
                  <a:pt x="219944" y="46909"/>
                </a:cubicBezTo>
                <a:cubicBezTo>
                  <a:pt x="207099" y="60107"/>
                  <a:pt x="182914" y="65356"/>
                  <a:pt x="163810" y="64989"/>
                </a:cubicBezTo>
                <a:cubicBezTo>
                  <a:pt x="113792" y="64989"/>
                  <a:pt x="73243" y="105538"/>
                  <a:pt x="73243" y="155556"/>
                </a:cubicBezTo>
                <a:cubicBezTo>
                  <a:pt x="73243" y="179467"/>
                  <a:pt x="82509" y="201213"/>
                  <a:pt x="97830" y="217225"/>
                </a:cubicBezTo>
                <a:close/>
                <a:moveTo>
                  <a:pt x="268191" y="95157"/>
                </a:moveTo>
                <a:cubicBezTo>
                  <a:pt x="257695" y="90787"/>
                  <a:pt x="247952" y="84234"/>
                  <a:pt x="239431" y="75715"/>
                </a:cubicBezTo>
                <a:lnTo>
                  <a:pt x="97875" y="217270"/>
                </a:lnTo>
                <a:cubicBezTo>
                  <a:pt x="113887" y="232591"/>
                  <a:pt x="135634" y="241857"/>
                  <a:pt x="159544" y="241857"/>
                </a:cubicBezTo>
                <a:cubicBezTo>
                  <a:pt x="184553" y="241857"/>
                  <a:pt x="207195" y="231720"/>
                  <a:pt x="223585" y="215331"/>
                </a:cubicBezTo>
                <a:cubicBezTo>
                  <a:pt x="239974" y="198941"/>
                  <a:pt x="250111" y="176299"/>
                  <a:pt x="250111" y="151290"/>
                </a:cubicBezTo>
                <a:cubicBezTo>
                  <a:pt x="249745" y="132187"/>
                  <a:pt x="254994" y="108002"/>
                  <a:pt x="268191" y="95157"/>
                </a:cubicBezTo>
                <a:close/>
                <a:moveTo>
                  <a:pt x="391275" y="232488"/>
                </a:moveTo>
                <a:cubicBezTo>
                  <a:pt x="366688" y="214199"/>
                  <a:pt x="350981" y="184860"/>
                  <a:pt x="350981" y="151853"/>
                </a:cubicBezTo>
                <a:cubicBezTo>
                  <a:pt x="351479" y="125869"/>
                  <a:pt x="347689" y="109892"/>
                  <a:pt x="331337" y="99934"/>
                </a:cubicBezTo>
                <a:cubicBezTo>
                  <a:pt x="315088" y="104415"/>
                  <a:pt x="297874" y="104335"/>
                  <a:pt x="281637" y="99721"/>
                </a:cubicBezTo>
                <a:cubicBezTo>
                  <a:pt x="265010" y="109675"/>
                  <a:pt x="261165" y="125694"/>
                  <a:pt x="261667" y="151853"/>
                </a:cubicBezTo>
                <a:cubicBezTo>
                  <a:pt x="261667" y="179968"/>
                  <a:pt x="250271" y="205421"/>
                  <a:pt x="231847" y="223846"/>
                </a:cubicBezTo>
                <a:lnTo>
                  <a:pt x="221347" y="232509"/>
                </a:lnTo>
                <a:cubicBezTo>
                  <a:pt x="224390" y="249009"/>
                  <a:pt x="232545" y="264623"/>
                  <a:pt x="245300" y="277378"/>
                </a:cubicBezTo>
                <a:cubicBezTo>
                  <a:pt x="262208" y="294285"/>
                  <a:pt x="284137" y="303111"/>
                  <a:pt x="306292" y="303599"/>
                </a:cubicBezTo>
                <a:lnTo>
                  <a:pt x="306292" y="218433"/>
                </a:lnTo>
                <a:lnTo>
                  <a:pt x="306356" y="218433"/>
                </a:lnTo>
                <a:lnTo>
                  <a:pt x="306356" y="303599"/>
                </a:lnTo>
                <a:cubicBezTo>
                  <a:pt x="328512" y="303110"/>
                  <a:pt x="350441" y="294285"/>
                  <a:pt x="367348" y="277378"/>
                </a:cubicBezTo>
                <a:cubicBezTo>
                  <a:pt x="380109" y="264617"/>
                  <a:pt x="388266" y="248996"/>
                  <a:pt x="391275" y="232488"/>
                </a:cubicBezTo>
                <a:close/>
                <a:moveTo>
                  <a:pt x="514773" y="217271"/>
                </a:moveTo>
                <a:lnTo>
                  <a:pt x="373218" y="75716"/>
                </a:lnTo>
                <a:cubicBezTo>
                  <a:pt x="364700" y="84231"/>
                  <a:pt x="354962" y="90781"/>
                  <a:pt x="344508" y="95209"/>
                </a:cubicBezTo>
                <a:cubicBezTo>
                  <a:pt x="357668" y="108066"/>
                  <a:pt x="362903" y="132212"/>
                  <a:pt x="362537" y="151290"/>
                </a:cubicBezTo>
                <a:cubicBezTo>
                  <a:pt x="362537" y="201309"/>
                  <a:pt x="403085" y="241857"/>
                  <a:pt x="453104" y="241857"/>
                </a:cubicBezTo>
                <a:cubicBezTo>
                  <a:pt x="477015" y="241857"/>
                  <a:pt x="498761" y="232592"/>
                  <a:pt x="514773" y="217271"/>
                </a:cubicBezTo>
                <a:close/>
                <a:moveTo>
                  <a:pt x="539405" y="155556"/>
                </a:moveTo>
                <a:cubicBezTo>
                  <a:pt x="539405" y="105538"/>
                  <a:pt x="498856" y="64989"/>
                  <a:pt x="448838" y="64989"/>
                </a:cubicBezTo>
                <a:cubicBezTo>
                  <a:pt x="429760" y="65355"/>
                  <a:pt x="405614" y="60121"/>
                  <a:pt x="392756" y="46961"/>
                </a:cubicBezTo>
                <a:cubicBezTo>
                  <a:pt x="388329" y="57415"/>
                  <a:pt x="381778" y="67153"/>
                  <a:pt x="373263" y="75671"/>
                </a:cubicBezTo>
                <a:lnTo>
                  <a:pt x="514818" y="217225"/>
                </a:lnTo>
                <a:cubicBezTo>
                  <a:pt x="530139" y="201213"/>
                  <a:pt x="539405" y="179467"/>
                  <a:pt x="539405" y="155556"/>
                </a:cubicBezTo>
                <a:close/>
                <a:moveTo>
                  <a:pt x="612648" y="8776"/>
                </a:moveTo>
                <a:cubicBezTo>
                  <a:pt x="612257" y="34030"/>
                  <a:pt x="602326" y="59101"/>
                  <a:pt x="583058" y="78369"/>
                </a:cubicBezTo>
                <a:cubicBezTo>
                  <a:pt x="569890" y="91537"/>
                  <a:pt x="554014" y="100343"/>
                  <a:pt x="537134" y="104416"/>
                </a:cubicBezTo>
                <a:cubicBezTo>
                  <a:pt x="546224" y="119205"/>
                  <a:pt x="551214" y="136643"/>
                  <a:pt x="551214" y="155247"/>
                </a:cubicBezTo>
                <a:cubicBezTo>
                  <a:pt x="551214" y="182497"/>
                  <a:pt x="540509" y="207247"/>
                  <a:pt x="522928" y="225380"/>
                </a:cubicBezTo>
                <a:lnTo>
                  <a:pt x="522928" y="225380"/>
                </a:lnTo>
                <a:cubicBezTo>
                  <a:pt x="504794" y="242961"/>
                  <a:pt x="480044" y="253667"/>
                  <a:pt x="452794" y="253667"/>
                </a:cubicBezTo>
                <a:cubicBezTo>
                  <a:pt x="434191" y="253667"/>
                  <a:pt x="416753" y="248677"/>
                  <a:pt x="401964" y="239586"/>
                </a:cubicBezTo>
                <a:cubicBezTo>
                  <a:pt x="397891" y="256466"/>
                  <a:pt x="389084" y="272342"/>
                  <a:pt x="375917" y="285509"/>
                </a:cubicBezTo>
                <a:cubicBezTo>
                  <a:pt x="356649" y="304778"/>
                  <a:pt x="331578" y="314709"/>
                  <a:pt x="306324" y="315100"/>
                </a:cubicBezTo>
                <a:lnTo>
                  <a:pt x="306324" y="315100"/>
                </a:lnTo>
                <a:cubicBezTo>
                  <a:pt x="281070" y="314709"/>
                  <a:pt x="255999" y="304778"/>
                  <a:pt x="236731" y="285509"/>
                </a:cubicBezTo>
                <a:cubicBezTo>
                  <a:pt x="223571" y="272349"/>
                  <a:pt x="214766" y="256482"/>
                  <a:pt x="210610" y="239626"/>
                </a:cubicBezTo>
                <a:cubicBezTo>
                  <a:pt x="195839" y="248693"/>
                  <a:pt x="178427" y="253666"/>
                  <a:pt x="159854" y="253666"/>
                </a:cubicBezTo>
                <a:cubicBezTo>
                  <a:pt x="132604" y="253666"/>
                  <a:pt x="107854" y="242961"/>
                  <a:pt x="89720" y="225380"/>
                </a:cubicBezTo>
                <a:lnTo>
                  <a:pt x="89720" y="225380"/>
                </a:lnTo>
                <a:cubicBezTo>
                  <a:pt x="72140" y="207247"/>
                  <a:pt x="61434" y="182497"/>
                  <a:pt x="61434" y="155247"/>
                </a:cubicBezTo>
                <a:cubicBezTo>
                  <a:pt x="61434" y="136673"/>
                  <a:pt x="66408" y="119262"/>
                  <a:pt x="75474" y="104490"/>
                </a:cubicBezTo>
                <a:cubicBezTo>
                  <a:pt x="58618" y="100334"/>
                  <a:pt x="42751" y="91530"/>
                  <a:pt x="29591" y="78369"/>
                </a:cubicBezTo>
                <a:cubicBezTo>
                  <a:pt x="10322" y="59101"/>
                  <a:pt x="391" y="34030"/>
                  <a:pt x="0" y="8776"/>
                </a:cubicBezTo>
                <a:lnTo>
                  <a:pt x="0" y="8776"/>
                </a:lnTo>
                <a:lnTo>
                  <a:pt x="1828" y="0"/>
                </a:lnTo>
                <a:lnTo>
                  <a:pt x="13374" y="0"/>
                </a:lnTo>
                <a:cubicBezTo>
                  <a:pt x="11782" y="2802"/>
                  <a:pt x="11567" y="5771"/>
                  <a:pt x="11501" y="8744"/>
                </a:cubicBezTo>
                <a:lnTo>
                  <a:pt x="96667" y="8744"/>
                </a:lnTo>
                <a:lnTo>
                  <a:pt x="96667" y="8808"/>
                </a:lnTo>
                <a:lnTo>
                  <a:pt x="11501" y="8808"/>
                </a:lnTo>
                <a:cubicBezTo>
                  <a:pt x="11990" y="30964"/>
                  <a:pt x="20815" y="52893"/>
                  <a:pt x="37722" y="69800"/>
                </a:cubicBezTo>
                <a:cubicBezTo>
                  <a:pt x="50477" y="82555"/>
                  <a:pt x="66091" y="90711"/>
                  <a:pt x="82592" y="93753"/>
                </a:cubicBezTo>
                <a:cubicBezTo>
                  <a:pt x="100880" y="69151"/>
                  <a:pt x="130228" y="53433"/>
                  <a:pt x="163247" y="53433"/>
                </a:cubicBezTo>
                <a:cubicBezTo>
                  <a:pt x="186137" y="53872"/>
                  <a:pt x="201262" y="50984"/>
                  <a:pt x="211355" y="39116"/>
                </a:cubicBezTo>
                <a:cubicBezTo>
                  <a:pt x="212796" y="37420"/>
                  <a:pt x="214135" y="35542"/>
                  <a:pt x="215380" y="33463"/>
                </a:cubicBezTo>
                <a:lnTo>
                  <a:pt x="215236" y="0"/>
                </a:lnTo>
                <a:lnTo>
                  <a:pt x="223507" y="0"/>
                </a:lnTo>
                <a:cubicBezTo>
                  <a:pt x="219688" y="24354"/>
                  <a:pt x="227777" y="49750"/>
                  <a:pt x="246535" y="68520"/>
                </a:cubicBezTo>
                <a:lnTo>
                  <a:pt x="254763" y="60293"/>
                </a:lnTo>
                <a:cubicBezTo>
                  <a:pt x="254771" y="60299"/>
                  <a:pt x="254778" y="60307"/>
                  <a:pt x="254786" y="60315"/>
                </a:cubicBezTo>
                <a:lnTo>
                  <a:pt x="254808" y="60338"/>
                </a:lnTo>
                <a:lnTo>
                  <a:pt x="246580" y="68565"/>
                </a:lnTo>
                <a:cubicBezTo>
                  <a:pt x="279582" y="101547"/>
                  <a:pt x="333066" y="101547"/>
                  <a:pt x="366068" y="68565"/>
                </a:cubicBezTo>
                <a:lnTo>
                  <a:pt x="357840" y="60338"/>
                </a:lnTo>
                <a:cubicBezTo>
                  <a:pt x="357847" y="60330"/>
                  <a:pt x="357855" y="60322"/>
                  <a:pt x="357862" y="60315"/>
                </a:cubicBezTo>
                <a:lnTo>
                  <a:pt x="357885" y="60293"/>
                </a:lnTo>
                <a:lnTo>
                  <a:pt x="366113" y="68520"/>
                </a:lnTo>
                <a:cubicBezTo>
                  <a:pt x="384871" y="49750"/>
                  <a:pt x="392961" y="24354"/>
                  <a:pt x="389142" y="0"/>
                </a:cubicBezTo>
                <a:lnTo>
                  <a:pt x="397337" y="0"/>
                </a:lnTo>
                <a:cubicBezTo>
                  <a:pt x="401479" y="11094"/>
                  <a:pt x="400548" y="22668"/>
                  <a:pt x="397481" y="33790"/>
                </a:cubicBezTo>
                <a:cubicBezTo>
                  <a:pt x="407439" y="50142"/>
                  <a:pt x="423417" y="53932"/>
                  <a:pt x="449401" y="53433"/>
                </a:cubicBezTo>
                <a:cubicBezTo>
                  <a:pt x="482407" y="53434"/>
                  <a:pt x="511746" y="69140"/>
                  <a:pt x="530035" y="93727"/>
                </a:cubicBezTo>
                <a:cubicBezTo>
                  <a:pt x="546543" y="90718"/>
                  <a:pt x="562165" y="82561"/>
                  <a:pt x="574926" y="69800"/>
                </a:cubicBezTo>
                <a:cubicBezTo>
                  <a:pt x="591833" y="52893"/>
                  <a:pt x="600659" y="30964"/>
                  <a:pt x="601147" y="8808"/>
                </a:cubicBezTo>
                <a:lnTo>
                  <a:pt x="515982" y="8808"/>
                </a:lnTo>
                <a:lnTo>
                  <a:pt x="515981" y="8744"/>
                </a:lnTo>
                <a:lnTo>
                  <a:pt x="601147" y="8744"/>
                </a:lnTo>
                <a:lnTo>
                  <a:pt x="599274" y="0"/>
                </a:lnTo>
                <a:lnTo>
                  <a:pt x="610820" y="0"/>
                </a:lnTo>
                <a:cubicBezTo>
                  <a:pt x="612423" y="2826"/>
                  <a:pt x="612602" y="5800"/>
                  <a:pt x="612648" y="8776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15" name="Teardrop 3"/>
          <p:cNvSpPr/>
          <p:nvPr/>
        </p:nvSpPr>
        <p:spPr>
          <a:xfrm rot="5400000" flipH="1" flipV="1">
            <a:off x="138753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16" name="Teardrop 3"/>
          <p:cNvSpPr/>
          <p:nvPr/>
        </p:nvSpPr>
        <p:spPr>
          <a:xfrm rot="5400000" flipH="1" flipV="1">
            <a:off x="223007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17" name="Teardrop 3"/>
          <p:cNvSpPr/>
          <p:nvPr/>
        </p:nvSpPr>
        <p:spPr>
          <a:xfrm rot="5400000" flipH="1" flipV="1">
            <a:off x="307261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18" name="Teardrop 3"/>
          <p:cNvSpPr/>
          <p:nvPr/>
        </p:nvSpPr>
        <p:spPr>
          <a:xfrm rot="5400000" flipH="1" flipV="1">
            <a:off x="391515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19" name="Teardrop 3"/>
          <p:cNvSpPr/>
          <p:nvPr/>
        </p:nvSpPr>
        <p:spPr>
          <a:xfrm rot="5400000" flipH="1" flipV="1">
            <a:off x="475769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20" name="Teardrop 3"/>
          <p:cNvSpPr/>
          <p:nvPr/>
        </p:nvSpPr>
        <p:spPr>
          <a:xfrm rot="5400000" flipH="1" flipV="1">
            <a:off x="560023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21" name="Teardrop 3"/>
          <p:cNvSpPr/>
          <p:nvPr/>
        </p:nvSpPr>
        <p:spPr>
          <a:xfrm rot="5400000" flipH="1" flipV="1">
            <a:off x="812785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22" name="Teardrop 3"/>
          <p:cNvSpPr/>
          <p:nvPr/>
        </p:nvSpPr>
        <p:spPr>
          <a:xfrm rot="5400000" flipH="1" flipV="1">
            <a:off x="728531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23" name="Teardrop 3"/>
          <p:cNvSpPr/>
          <p:nvPr/>
        </p:nvSpPr>
        <p:spPr>
          <a:xfrm rot="5400000" flipH="1" flipV="1">
            <a:off x="981293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24" name="Teardrop 3"/>
          <p:cNvSpPr/>
          <p:nvPr/>
        </p:nvSpPr>
        <p:spPr>
          <a:xfrm rot="5400000" flipH="1" flipV="1">
            <a:off x="897039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25" name="Teardrop 3"/>
          <p:cNvSpPr/>
          <p:nvPr/>
        </p:nvSpPr>
        <p:spPr>
          <a:xfrm rot="5400000" flipH="1" flipV="1">
            <a:off x="11498011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26" name="Teardrop 3"/>
          <p:cNvSpPr/>
          <p:nvPr/>
        </p:nvSpPr>
        <p:spPr>
          <a:xfrm rot="5400000" flipH="1" flipV="1">
            <a:off x="1065547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27" name="Teardrop 3"/>
          <p:cNvSpPr/>
          <p:nvPr/>
        </p:nvSpPr>
        <p:spPr>
          <a:xfrm rot="5400000" flipH="1" flipV="1">
            <a:off x="54499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28" name="Oval 727"/>
          <p:cNvSpPr/>
          <p:nvPr/>
        </p:nvSpPr>
        <p:spPr>
          <a:xfrm>
            <a:off x="666451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29" name="Oval 728"/>
          <p:cNvSpPr/>
          <p:nvPr/>
        </p:nvSpPr>
        <p:spPr>
          <a:xfrm>
            <a:off x="76673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30" name="Oval 729"/>
          <p:cNvSpPr/>
          <p:nvPr/>
        </p:nvSpPr>
        <p:spPr>
          <a:xfrm>
            <a:off x="160927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31" name="Oval 730"/>
          <p:cNvSpPr/>
          <p:nvPr/>
        </p:nvSpPr>
        <p:spPr>
          <a:xfrm>
            <a:off x="245181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32" name="Oval 731"/>
          <p:cNvSpPr/>
          <p:nvPr/>
        </p:nvSpPr>
        <p:spPr>
          <a:xfrm>
            <a:off x="329435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33" name="Oval 732"/>
          <p:cNvSpPr/>
          <p:nvPr/>
        </p:nvSpPr>
        <p:spPr>
          <a:xfrm>
            <a:off x="413689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34" name="Oval 733"/>
          <p:cNvSpPr/>
          <p:nvPr/>
        </p:nvSpPr>
        <p:spPr>
          <a:xfrm>
            <a:off x="497943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35" name="Oval 734"/>
          <p:cNvSpPr/>
          <p:nvPr/>
        </p:nvSpPr>
        <p:spPr>
          <a:xfrm>
            <a:off x="582197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36" name="Oval 735"/>
          <p:cNvSpPr/>
          <p:nvPr/>
        </p:nvSpPr>
        <p:spPr>
          <a:xfrm>
            <a:off x="834959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37" name="Oval 736"/>
          <p:cNvSpPr/>
          <p:nvPr/>
        </p:nvSpPr>
        <p:spPr>
          <a:xfrm>
            <a:off x="750705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38" name="Oval 737"/>
          <p:cNvSpPr/>
          <p:nvPr/>
        </p:nvSpPr>
        <p:spPr>
          <a:xfrm>
            <a:off x="1003467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39" name="Oval 738"/>
          <p:cNvSpPr/>
          <p:nvPr/>
        </p:nvSpPr>
        <p:spPr>
          <a:xfrm>
            <a:off x="919213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40" name="Oval 739"/>
          <p:cNvSpPr/>
          <p:nvPr/>
        </p:nvSpPr>
        <p:spPr>
          <a:xfrm>
            <a:off x="11719750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41" name="Oval 740"/>
          <p:cNvSpPr/>
          <p:nvPr/>
        </p:nvSpPr>
        <p:spPr>
          <a:xfrm>
            <a:off x="1087721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42" name="Teardrop 3"/>
          <p:cNvSpPr/>
          <p:nvPr/>
        </p:nvSpPr>
        <p:spPr>
          <a:xfrm rot="5400000" flipH="1" flipV="1">
            <a:off x="602118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43" name="Teardrop 3"/>
          <p:cNvSpPr/>
          <p:nvPr/>
        </p:nvSpPr>
        <p:spPr>
          <a:xfrm rot="5400000" flipH="1" flipV="1">
            <a:off x="96594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44" name="Teardrop 3"/>
          <p:cNvSpPr/>
          <p:nvPr/>
        </p:nvSpPr>
        <p:spPr>
          <a:xfrm rot="5400000" flipH="1" flipV="1">
            <a:off x="180848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45" name="Teardrop 3"/>
          <p:cNvSpPr/>
          <p:nvPr/>
        </p:nvSpPr>
        <p:spPr>
          <a:xfrm rot="5400000" flipH="1" flipV="1">
            <a:off x="265102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46" name="Teardrop 3"/>
          <p:cNvSpPr/>
          <p:nvPr/>
        </p:nvSpPr>
        <p:spPr>
          <a:xfrm rot="5400000" flipH="1" flipV="1">
            <a:off x="349356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47" name="Teardrop 3"/>
          <p:cNvSpPr/>
          <p:nvPr/>
        </p:nvSpPr>
        <p:spPr>
          <a:xfrm rot="5400000" flipH="1" flipV="1">
            <a:off x="433610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48" name="Teardrop 3"/>
          <p:cNvSpPr/>
          <p:nvPr/>
        </p:nvSpPr>
        <p:spPr>
          <a:xfrm rot="5400000" flipH="1" flipV="1">
            <a:off x="517864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49" name="Teardrop 3"/>
          <p:cNvSpPr/>
          <p:nvPr/>
        </p:nvSpPr>
        <p:spPr>
          <a:xfrm rot="5400000" flipH="1" flipV="1">
            <a:off x="770626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50" name="Teardrop 3"/>
          <p:cNvSpPr/>
          <p:nvPr/>
        </p:nvSpPr>
        <p:spPr>
          <a:xfrm rot="5400000" flipH="1" flipV="1">
            <a:off x="686372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51" name="Teardrop 3"/>
          <p:cNvSpPr/>
          <p:nvPr/>
        </p:nvSpPr>
        <p:spPr>
          <a:xfrm rot="5400000" flipH="1" flipV="1">
            <a:off x="939134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52" name="Teardrop 3"/>
          <p:cNvSpPr/>
          <p:nvPr/>
        </p:nvSpPr>
        <p:spPr>
          <a:xfrm rot="5400000" flipH="1" flipV="1">
            <a:off x="854880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53" name="Teardrop 3"/>
          <p:cNvSpPr/>
          <p:nvPr/>
        </p:nvSpPr>
        <p:spPr>
          <a:xfrm rot="5400000" flipH="1" flipV="1">
            <a:off x="11076421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54" name="Teardrop 3"/>
          <p:cNvSpPr/>
          <p:nvPr/>
        </p:nvSpPr>
        <p:spPr>
          <a:xfrm rot="5400000" flipH="1" flipV="1">
            <a:off x="1023388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55" name="Teardrop 3"/>
          <p:cNvSpPr/>
          <p:nvPr/>
        </p:nvSpPr>
        <p:spPr>
          <a:xfrm rot="5400000" flipH="1" flipV="1">
            <a:off x="12340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56" name="Teardrop 3"/>
          <p:cNvSpPr/>
          <p:nvPr/>
        </p:nvSpPr>
        <p:spPr>
          <a:xfrm rot="5400000" flipH="1" flipV="1">
            <a:off x="11760003" y="2373673"/>
            <a:ext cx="595780" cy="268215"/>
          </a:xfrm>
          <a:custGeom>
            <a:avLst/>
            <a:gdLst/>
            <a:ahLst/>
            <a:cxnLst/>
            <a:rect l="l" t="t" r="r" b="b"/>
            <a:pathLst>
              <a:path w="595780" h="268215">
                <a:moveTo>
                  <a:pt x="230951" y="239431"/>
                </a:moveTo>
                <a:lnTo>
                  <a:pt x="89396" y="97876"/>
                </a:lnTo>
                <a:cubicBezTo>
                  <a:pt x="74075" y="113887"/>
                  <a:pt x="64809" y="135634"/>
                  <a:pt x="64809" y="159544"/>
                </a:cubicBezTo>
                <a:cubicBezTo>
                  <a:pt x="64809" y="209563"/>
                  <a:pt x="105357" y="250112"/>
                  <a:pt x="155376" y="250112"/>
                </a:cubicBezTo>
                <a:cubicBezTo>
                  <a:pt x="174454" y="249746"/>
                  <a:pt x="198601" y="254980"/>
                  <a:pt x="211458" y="268141"/>
                </a:cubicBezTo>
                <a:cubicBezTo>
                  <a:pt x="215885" y="257686"/>
                  <a:pt x="222436" y="247948"/>
                  <a:pt x="230951" y="239431"/>
                </a:cubicBezTo>
                <a:close/>
                <a:moveTo>
                  <a:pt x="259706" y="219892"/>
                </a:moveTo>
                <a:cubicBezTo>
                  <a:pt x="246546" y="207035"/>
                  <a:pt x="241311" y="182889"/>
                  <a:pt x="241677" y="163811"/>
                </a:cubicBezTo>
                <a:cubicBezTo>
                  <a:pt x="241677" y="113792"/>
                  <a:pt x="201129" y="73244"/>
                  <a:pt x="151110" y="73244"/>
                </a:cubicBezTo>
                <a:cubicBezTo>
                  <a:pt x="127200" y="73244"/>
                  <a:pt x="105453" y="82510"/>
                  <a:pt x="89441" y="97831"/>
                </a:cubicBezTo>
                <a:lnTo>
                  <a:pt x="230996" y="239386"/>
                </a:lnTo>
                <a:cubicBezTo>
                  <a:pt x="239514" y="230871"/>
                  <a:pt x="249252" y="224320"/>
                  <a:pt x="259706" y="219892"/>
                </a:cubicBezTo>
                <a:close/>
                <a:moveTo>
                  <a:pt x="382868" y="82592"/>
                </a:moveTo>
                <a:cubicBezTo>
                  <a:pt x="379825" y="66091"/>
                  <a:pt x="371670" y="50477"/>
                  <a:pt x="358914" y="37722"/>
                </a:cubicBezTo>
                <a:cubicBezTo>
                  <a:pt x="342007" y="20815"/>
                  <a:pt x="320078" y="11989"/>
                  <a:pt x="297922" y="11501"/>
                </a:cubicBezTo>
                <a:lnTo>
                  <a:pt x="297922" y="96667"/>
                </a:lnTo>
                <a:lnTo>
                  <a:pt x="297858" y="96667"/>
                </a:lnTo>
                <a:lnTo>
                  <a:pt x="297858" y="11501"/>
                </a:lnTo>
                <a:cubicBezTo>
                  <a:pt x="275703" y="11990"/>
                  <a:pt x="253774" y="20815"/>
                  <a:pt x="236866" y="37722"/>
                </a:cubicBezTo>
                <a:cubicBezTo>
                  <a:pt x="224105" y="50483"/>
                  <a:pt x="215948" y="66105"/>
                  <a:pt x="212939" y="82613"/>
                </a:cubicBezTo>
                <a:cubicBezTo>
                  <a:pt x="237526" y="100902"/>
                  <a:pt x="253233" y="130241"/>
                  <a:pt x="253233" y="163248"/>
                </a:cubicBezTo>
                <a:cubicBezTo>
                  <a:pt x="252735" y="189232"/>
                  <a:pt x="256525" y="205210"/>
                  <a:pt x="272877" y="215167"/>
                </a:cubicBezTo>
                <a:cubicBezTo>
                  <a:pt x="289126" y="210687"/>
                  <a:pt x="306340" y="210767"/>
                  <a:pt x="322577" y="215380"/>
                </a:cubicBezTo>
                <a:cubicBezTo>
                  <a:pt x="324655" y="214136"/>
                  <a:pt x="326534" y="212797"/>
                  <a:pt x="328229" y="211355"/>
                </a:cubicBezTo>
                <a:cubicBezTo>
                  <a:pt x="340097" y="201263"/>
                  <a:pt x="342986" y="186138"/>
                  <a:pt x="342547" y="163248"/>
                </a:cubicBezTo>
                <a:cubicBezTo>
                  <a:pt x="342547" y="130228"/>
                  <a:pt x="358265" y="100880"/>
                  <a:pt x="382868" y="82592"/>
                </a:cubicBezTo>
                <a:close/>
                <a:moveTo>
                  <a:pt x="506339" y="97830"/>
                </a:moveTo>
                <a:cubicBezTo>
                  <a:pt x="490327" y="82509"/>
                  <a:pt x="468581" y="73244"/>
                  <a:pt x="444670" y="73244"/>
                </a:cubicBezTo>
                <a:cubicBezTo>
                  <a:pt x="394652" y="73244"/>
                  <a:pt x="354103" y="113792"/>
                  <a:pt x="354103" y="163811"/>
                </a:cubicBezTo>
                <a:cubicBezTo>
                  <a:pt x="354470" y="182914"/>
                  <a:pt x="349220" y="207099"/>
                  <a:pt x="336023" y="219944"/>
                </a:cubicBezTo>
                <a:cubicBezTo>
                  <a:pt x="346519" y="224314"/>
                  <a:pt x="356263" y="230867"/>
                  <a:pt x="364783" y="239386"/>
                </a:cubicBezTo>
                <a:close/>
                <a:moveTo>
                  <a:pt x="530971" y="159544"/>
                </a:moveTo>
                <a:cubicBezTo>
                  <a:pt x="530971" y="135634"/>
                  <a:pt x="521705" y="113887"/>
                  <a:pt x="506384" y="97876"/>
                </a:cubicBezTo>
                <a:lnTo>
                  <a:pt x="364828" y="239431"/>
                </a:lnTo>
                <a:cubicBezTo>
                  <a:pt x="373348" y="247952"/>
                  <a:pt x="379901" y="257695"/>
                  <a:pt x="384270" y="268192"/>
                </a:cubicBezTo>
                <a:cubicBezTo>
                  <a:pt x="397115" y="254994"/>
                  <a:pt x="421300" y="249745"/>
                  <a:pt x="440404" y="250111"/>
                </a:cubicBezTo>
                <a:cubicBezTo>
                  <a:pt x="465413" y="250112"/>
                  <a:pt x="488055" y="239974"/>
                  <a:pt x="504444" y="223585"/>
                </a:cubicBezTo>
                <a:cubicBezTo>
                  <a:pt x="520834" y="207196"/>
                  <a:pt x="530971" y="184554"/>
                  <a:pt x="530971" y="159544"/>
                </a:cubicBezTo>
                <a:close/>
                <a:moveTo>
                  <a:pt x="595780" y="268215"/>
                </a:moveTo>
                <a:lnTo>
                  <a:pt x="581969" y="268215"/>
                </a:lnTo>
                <a:cubicBezTo>
                  <a:pt x="578743" y="259654"/>
                  <a:pt x="573266" y="252074"/>
                  <a:pt x="566492" y="245300"/>
                </a:cubicBezTo>
                <a:cubicBezTo>
                  <a:pt x="553737" y="232545"/>
                  <a:pt x="538123" y="224389"/>
                  <a:pt x="521623" y="221347"/>
                </a:cubicBezTo>
                <a:cubicBezTo>
                  <a:pt x="519174" y="225205"/>
                  <a:pt x="516174" y="228633"/>
                  <a:pt x="512960" y="231847"/>
                </a:cubicBezTo>
                <a:cubicBezTo>
                  <a:pt x="494535" y="250272"/>
                  <a:pt x="469082" y="261667"/>
                  <a:pt x="440967" y="261667"/>
                </a:cubicBezTo>
                <a:cubicBezTo>
                  <a:pt x="425629" y="261373"/>
                  <a:pt x="413777" y="262574"/>
                  <a:pt x="405186" y="268215"/>
                </a:cubicBezTo>
                <a:lnTo>
                  <a:pt x="372038" y="268215"/>
                </a:lnTo>
                <a:cubicBezTo>
                  <a:pt x="369178" y="260078"/>
                  <a:pt x="364042" y="252948"/>
                  <a:pt x="357679" y="246581"/>
                </a:cubicBezTo>
                <a:lnTo>
                  <a:pt x="349451" y="254808"/>
                </a:lnTo>
                <a:lnTo>
                  <a:pt x="349428" y="254786"/>
                </a:lnTo>
                <a:cubicBezTo>
                  <a:pt x="349421" y="254779"/>
                  <a:pt x="349413" y="254771"/>
                  <a:pt x="349406" y="254763"/>
                </a:cubicBezTo>
                <a:lnTo>
                  <a:pt x="357634" y="246536"/>
                </a:lnTo>
                <a:cubicBezTo>
                  <a:pt x="324632" y="213554"/>
                  <a:pt x="271148" y="213554"/>
                  <a:pt x="238147" y="246536"/>
                </a:cubicBezTo>
                <a:lnTo>
                  <a:pt x="246374" y="254763"/>
                </a:lnTo>
                <a:cubicBezTo>
                  <a:pt x="246367" y="254771"/>
                  <a:pt x="246359" y="254779"/>
                  <a:pt x="246352" y="254786"/>
                </a:cubicBezTo>
                <a:cubicBezTo>
                  <a:pt x="246344" y="254794"/>
                  <a:pt x="246337" y="254801"/>
                  <a:pt x="246329" y="254808"/>
                </a:cubicBezTo>
                <a:lnTo>
                  <a:pt x="238101" y="246581"/>
                </a:lnTo>
                <a:lnTo>
                  <a:pt x="223742" y="268215"/>
                </a:lnTo>
                <a:lnTo>
                  <a:pt x="190546" y="268215"/>
                </a:lnTo>
                <a:cubicBezTo>
                  <a:pt x="181970" y="262570"/>
                  <a:pt x="170130" y="261374"/>
                  <a:pt x="154813" y="261668"/>
                </a:cubicBezTo>
                <a:cubicBezTo>
                  <a:pt x="121806" y="261668"/>
                  <a:pt x="92467" y="245961"/>
                  <a:pt x="74178" y="221373"/>
                </a:cubicBezTo>
                <a:cubicBezTo>
                  <a:pt x="57671" y="224382"/>
                  <a:pt x="42049" y="232539"/>
                  <a:pt x="29288" y="245300"/>
                </a:cubicBezTo>
                <a:lnTo>
                  <a:pt x="13811" y="268215"/>
                </a:lnTo>
                <a:lnTo>
                  <a:pt x="0" y="268215"/>
                </a:lnTo>
                <a:cubicBezTo>
                  <a:pt x="4705" y="256723"/>
                  <a:pt x="11839" y="246048"/>
                  <a:pt x="21157" y="236731"/>
                </a:cubicBezTo>
                <a:cubicBezTo>
                  <a:pt x="34324" y="223564"/>
                  <a:pt x="50200" y="214757"/>
                  <a:pt x="67080" y="210684"/>
                </a:cubicBezTo>
                <a:cubicBezTo>
                  <a:pt x="57989" y="195895"/>
                  <a:pt x="53000" y="178457"/>
                  <a:pt x="53000" y="159854"/>
                </a:cubicBezTo>
                <a:cubicBezTo>
                  <a:pt x="53000" y="132604"/>
                  <a:pt x="63706" y="107854"/>
                  <a:pt x="81286" y="89721"/>
                </a:cubicBezTo>
                <a:lnTo>
                  <a:pt x="81286" y="89721"/>
                </a:lnTo>
                <a:cubicBezTo>
                  <a:pt x="99420" y="72140"/>
                  <a:pt x="124170" y="61435"/>
                  <a:pt x="151420" y="61435"/>
                </a:cubicBezTo>
                <a:cubicBezTo>
                  <a:pt x="170023" y="61435"/>
                  <a:pt x="187461" y="66424"/>
                  <a:pt x="202250" y="75515"/>
                </a:cubicBezTo>
                <a:cubicBezTo>
                  <a:pt x="206323" y="58635"/>
                  <a:pt x="215130" y="42758"/>
                  <a:pt x="228297" y="29591"/>
                </a:cubicBezTo>
                <a:cubicBezTo>
                  <a:pt x="247566" y="10322"/>
                  <a:pt x="272636" y="391"/>
                  <a:pt x="297890" y="0"/>
                </a:cubicBezTo>
                <a:lnTo>
                  <a:pt x="297890" y="0"/>
                </a:lnTo>
                <a:cubicBezTo>
                  <a:pt x="323144" y="391"/>
                  <a:pt x="348215" y="10322"/>
                  <a:pt x="367484" y="29591"/>
                </a:cubicBezTo>
                <a:cubicBezTo>
                  <a:pt x="380644" y="42751"/>
                  <a:pt x="389448" y="58618"/>
                  <a:pt x="393604" y="75474"/>
                </a:cubicBezTo>
                <a:cubicBezTo>
                  <a:pt x="408376" y="66408"/>
                  <a:pt x="425787" y="61434"/>
                  <a:pt x="444360" y="61434"/>
                </a:cubicBezTo>
                <a:cubicBezTo>
                  <a:pt x="471611" y="61434"/>
                  <a:pt x="496360" y="72140"/>
                  <a:pt x="514494" y="89721"/>
                </a:cubicBezTo>
                <a:cubicBezTo>
                  <a:pt x="532075" y="107854"/>
                  <a:pt x="542780" y="132604"/>
                  <a:pt x="542780" y="159854"/>
                </a:cubicBezTo>
                <a:cubicBezTo>
                  <a:pt x="542780" y="178427"/>
                  <a:pt x="537807" y="195839"/>
                  <a:pt x="528740" y="210610"/>
                </a:cubicBezTo>
                <a:cubicBezTo>
                  <a:pt x="545596" y="214766"/>
                  <a:pt x="561463" y="223570"/>
                  <a:pt x="574624" y="236731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57" name="Oval 756"/>
          <p:cNvSpPr/>
          <p:nvPr/>
        </p:nvSpPr>
        <p:spPr>
          <a:xfrm>
            <a:off x="708665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58" name="Oval 757"/>
          <p:cNvSpPr/>
          <p:nvPr/>
        </p:nvSpPr>
        <p:spPr>
          <a:xfrm>
            <a:off x="34633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59" name="Oval 758"/>
          <p:cNvSpPr/>
          <p:nvPr/>
        </p:nvSpPr>
        <p:spPr>
          <a:xfrm>
            <a:off x="118887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60" name="Oval 759"/>
          <p:cNvSpPr/>
          <p:nvPr/>
        </p:nvSpPr>
        <p:spPr>
          <a:xfrm>
            <a:off x="203141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61" name="Oval 760"/>
          <p:cNvSpPr/>
          <p:nvPr/>
        </p:nvSpPr>
        <p:spPr>
          <a:xfrm>
            <a:off x="287395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62" name="Oval 761"/>
          <p:cNvSpPr/>
          <p:nvPr/>
        </p:nvSpPr>
        <p:spPr>
          <a:xfrm>
            <a:off x="371649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63" name="Oval 762"/>
          <p:cNvSpPr/>
          <p:nvPr/>
        </p:nvSpPr>
        <p:spPr>
          <a:xfrm>
            <a:off x="455903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64" name="Oval 763"/>
          <p:cNvSpPr/>
          <p:nvPr/>
        </p:nvSpPr>
        <p:spPr>
          <a:xfrm>
            <a:off x="540157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65" name="Oval 764"/>
          <p:cNvSpPr/>
          <p:nvPr/>
        </p:nvSpPr>
        <p:spPr>
          <a:xfrm>
            <a:off x="624411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66" name="Oval 765"/>
          <p:cNvSpPr/>
          <p:nvPr/>
        </p:nvSpPr>
        <p:spPr>
          <a:xfrm>
            <a:off x="877173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67" name="Oval 766"/>
          <p:cNvSpPr/>
          <p:nvPr/>
        </p:nvSpPr>
        <p:spPr>
          <a:xfrm>
            <a:off x="792919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68" name="Oval 767"/>
          <p:cNvSpPr/>
          <p:nvPr/>
        </p:nvSpPr>
        <p:spPr>
          <a:xfrm>
            <a:off x="1045681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69" name="Oval 768"/>
          <p:cNvSpPr/>
          <p:nvPr/>
        </p:nvSpPr>
        <p:spPr>
          <a:xfrm>
            <a:off x="961427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70" name="Oval 769"/>
          <p:cNvSpPr/>
          <p:nvPr/>
        </p:nvSpPr>
        <p:spPr>
          <a:xfrm>
            <a:off x="1129935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71" name="Teardrop 3"/>
          <p:cNvSpPr/>
          <p:nvPr/>
        </p:nvSpPr>
        <p:spPr>
          <a:xfrm rot="5400000" flipH="1" flipV="1">
            <a:off x="644277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72" name="Teardrop 3"/>
          <p:cNvSpPr/>
          <p:nvPr/>
        </p:nvSpPr>
        <p:spPr>
          <a:xfrm rot="5400000" flipH="1" flipV="1">
            <a:off x="-148774" y="2795083"/>
            <a:ext cx="612648" cy="315100"/>
          </a:xfrm>
          <a:custGeom>
            <a:avLst/>
            <a:gdLst/>
            <a:ahLst/>
            <a:cxnLst/>
            <a:rect l="l" t="t" r="r" b="b"/>
            <a:pathLst>
              <a:path w="612648" h="315100">
                <a:moveTo>
                  <a:pt x="239386" y="75670"/>
                </a:moveTo>
                <a:cubicBezTo>
                  <a:pt x="230866" y="67149"/>
                  <a:pt x="224313" y="57406"/>
                  <a:pt x="219944" y="46909"/>
                </a:cubicBezTo>
                <a:cubicBezTo>
                  <a:pt x="207099" y="60107"/>
                  <a:pt x="182914" y="65356"/>
                  <a:pt x="163810" y="64989"/>
                </a:cubicBezTo>
                <a:cubicBezTo>
                  <a:pt x="113792" y="64989"/>
                  <a:pt x="73243" y="105538"/>
                  <a:pt x="73243" y="155556"/>
                </a:cubicBezTo>
                <a:cubicBezTo>
                  <a:pt x="73243" y="179467"/>
                  <a:pt x="82509" y="201213"/>
                  <a:pt x="97830" y="217225"/>
                </a:cubicBezTo>
                <a:close/>
                <a:moveTo>
                  <a:pt x="268191" y="95157"/>
                </a:moveTo>
                <a:cubicBezTo>
                  <a:pt x="257695" y="90787"/>
                  <a:pt x="247952" y="84234"/>
                  <a:pt x="239431" y="75715"/>
                </a:cubicBezTo>
                <a:lnTo>
                  <a:pt x="97875" y="217270"/>
                </a:lnTo>
                <a:cubicBezTo>
                  <a:pt x="113887" y="232591"/>
                  <a:pt x="135634" y="241857"/>
                  <a:pt x="159544" y="241857"/>
                </a:cubicBezTo>
                <a:cubicBezTo>
                  <a:pt x="184553" y="241857"/>
                  <a:pt x="207195" y="231720"/>
                  <a:pt x="223585" y="215331"/>
                </a:cubicBezTo>
                <a:cubicBezTo>
                  <a:pt x="239974" y="198941"/>
                  <a:pt x="250111" y="176299"/>
                  <a:pt x="250111" y="151290"/>
                </a:cubicBezTo>
                <a:cubicBezTo>
                  <a:pt x="249745" y="132187"/>
                  <a:pt x="254994" y="108002"/>
                  <a:pt x="268191" y="95157"/>
                </a:cubicBezTo>
                <a:close/>
                <a:moveTo>
                  <a:pt x="391275" y="232488"/>
                </a:moveTo>
                <a:cubicBezTo>
                  <a:pt x="366688" y="214199"/>
                  <a:pt x="350981" y="184860"/>
                  <a:pt x="350981" y="151853"/>
                </a:cubicBezTo>
                <a:cubicBezTo>
                  <a:pt x="351479" y="125869"/>
                  <a:pt x="347689" y="109892"/>
                  <a:pt x="331337" y="99934"/>
                </a:cubicBezTo>
                <a:cubicBezTo>
                  <a:pt x="315088" y="104415"/>
                  <a:pt x="297874" y="104335"/>
                  <a:pt x="281637" y="99721"/>
                </a:cubicBezTo>
                <a:cubicBezTo>
                  <a:pt x="265010" y="109675"/>
                  <a:pt x="261165" y="125694"/>
                  <a:pt x="261667" y="151853"/>
                </a:cubicBezTo>
                <a:cubicBezTo>
                  <a:pt x="261667" y="179968"/>
                  <a:pt x="250271" y="205421"/>
                  <a:pt x="231847" y="223846"/>
                </a:cubicBezTo>
                <a:lnTo>
                  <a:pt x="221347" y="232509"/>
                </a:lnTo>
                <a:cubicBezTo>
                  <a:pt x="224390" y="249009"/>
                  <a:pt x="232545" y="264623"/>
                  <a:pt x="245300" y="277378"/>
                </a:cubicBezTo>
                <a:cubicBezTo>
                  <a:pt x="262208" y="294285"/>
                  <a:pt x="284137" y="303111"/>
                  <a:pt x="306292" y="303599"/>
                </a:cubicBezTo>
                <a:lnTo>
                  <a:pt x="306292" y="218433"/>
                </a:lnTo>
                <a:lnTo>
                  <a:pt x="306356" y="218433"/>
                </a:lnTo>
                <a:lnTo>
                  <a:pt x="306356" y="303599"/>
                </a:lnTo>
                <a:cubicBezTo>
                  <a:pt x="328512" y="303110"/>
                  <a:pt x="350441" y="294285"/>
                  <a:pt x="367348" y="277378"/>
                </a:cubicBezTo>
                <a:cubicBezTo>
                  <a:pt x="380109" y="264617"/>
                  <a:pt x="388266" y="248996"/>
                  <a:pt x="391275" y="232488"/>
                </a:cubicBezTo>
                <a:close/>
                <a:moveTo>
                  <a:pt x="514773" y="217271"/>
                </a:moveTo>
                <a:lnTo>
                  <a:pt x="373218" y="75716"/>
                </a:lnTo>
                <a:cubicBezTo>
                  <a:pt x="364700" y="84231"/>
                  <a:pt x="354962" y="90781"/>
                  <a:pt x="344508" y="95209"/>
                </a:cubicBezTo>
                <a:cubicBezTo>
                  <a:pt x="357668" y="108066"/>
                  <a:pt x="362903" y="132212"/>
                  <a:pt x="362537" y="151290"/>
                </a:cubicBezTo>
                <a:cubicBezTo>
                  <a:pt x="362537" y="201309"/>
                  <a:pt x="403086" y="241857"/>
                  <a:pt x="453104" y="241857"/>
                </a:cubicBezTo>
                <a:cubicBezTo>
                  <a:pt x="477015" y="241857"/>
                  <a:pt x="498761" y="232592"/>
                  <a:pt x="514773" y="217271"/>
                </a:cubicBezTo>
                <a:close/>
                <a:moveTo>
                  <a:pt x="539405" y="155556"/>
                </a:moveTo>
                <a:cubicBezTo>
                  <a:pt x="539405" y="105538"/>
                  <a:pt x="498856" y="64989"/>
                  <a:pt x="448838" y="64989"/>
                </a:cubicBezTo>
                <a:cubicBezTo>
                  <a:pt x="429760" y="65355"/>
                  <a:pt x="405614" y="60121"/>
                  <a:pt x="392756" y="46961"/>
                </a:cubicBezTo>
                <a:cubicBezTo>
                  <a:pt x="388329" y="57415"/>
                  <a:pt x="381778" y="67153"/>
                  <a:pt x="373263" y="75671"/>
                </a:cubicBezTo>
                <a:lnTo>
                  <a:pt x="514818" y="217225"/>
                </a:lnTo>
                <a:cubicBezTo>
                  <a:pt x="530139" y="201213"/>
                  <a:pt x="539405" y="179467"/>
                  <a:pt x="539405" y="155556"/>
                </a:cubicBezTo>
                <a:close/>
                <a:moveTo>
                  <a:pt x="612648" y="8776"/>
                </a:moveTo>
                <a:cubicBezTo>
                  <a:pt x="612257" y="34030"/>
                  <a:pt x="602326" y="59101"/>
                  <a:pt x="583058" y="78369"/>
                </a:cubicBezTo>
                <a:cubicBezTo>
                  <a:pt x="569890" y="91537"/>
                  <a:pt x="554014" y="100343"/>
                  <a:pt x="537134" y="104416"/>
                </a:cubicBezTo>
                <a:cubicBezTo>
                  <a:pt x="546225" y="119205"/>
                  <a:pt x="551214" y="136643"/>
                  <a:pt x="551214" y="155247"/>
                </a:cubicBezTo>
                <a:cubicBezTo>
                  <a:pt x="551214" y="182497"/>
                  <a:pt x="540509" y="207247"/>
                  <a:pt x="522928" y="225380"/>
                </a:cubicBezTo>
                <a:lnTo>
                  <a:pt x="522928" y="225380"/>
                </a:lnTo>
                <a:cubicBezTo>
                  <a:pt x="504794" y="242961"/>
                  <a:pt x="480045" y="253667"/>
                  <a:pt x="452794" y="253667"/>
                </a:cubicBezTo>
                <a:cubicBezTo>
                  <a:pt x="434191" y="253667"/>
                  <a:pt x="416753" y="248677"/>
                  <a:pt x="401964" y="239586"/>
                </a:cubicBezTo>
                <a:cubicBezTo>
                  <a:pt x="397891" y="256466"/>
                  <a:pt x="389084" y="272342"/>
                  <a:pt x="375917" y="285509"/>
                </a:cubicBezTo>
                <a:cubicBezTo>
                  <a:pt x="356649" y="304778"/>
                  <a:pt x="331578" y="314709"/>
                  <a:pt x="306324" y="315100"/>
                </a:cubicBezTo>
                <a:lnTo>
                  <a:pt x="306324" y="315100"/>
                </a:lnTo>
                <a:cubicBezTo>
                  <a:pt x="281070" y="314709"/>
                  <a:pt x="255999" y="304778"/>
                  <a:pt x="236731" y="285509"/>
                </a:cubicBezTo>
                <a:cubicBezTo>
                  <a:pt x="223571" y="272349"/>
                  <a:pt x="214766" y="256482"/>
                  <a:pt x="210610" y="239626"/>
                </a:cubicBezTo>
                <a:cubicBezTo>
                  <a:pt x="195839" y="248693"/>
                  <a:pt x="178427" y="253666"/>
                  <a:pt x="159854" y="253666"/>
                </a:cubicBezTo>
                <a:cubicBezTo>
                  <a:pt x="132604" y="253666"/>
                  <a:pt x="107854" y="242961"/>
                  <a:pt x="89720" y="225380"/>
                </a:cubicBezTo>
                <a:lnTo>
                  <a:pt x="89720" y="225380"/>
                </a:lnTo>
                <a:cubicBezTo>
                  <a:pt x="72140" y="207247"/>
                  <a:pt x="61434" y="182497"/>
                  <a:pt x="61434" y="155247"/>
                </a:cubicBezTo>
                <a:cubicBezTo>
                  <a:pt x="61434" y="136673"/>
                  <a:pt x="66408" y="119262"/>
                  <a:pt x="75474" y="104490"/>
                </a:cubicBezTo>
                <a:cubicBezTo>
                  <a:pt x="58618" y="100334"/>
                  <a:pt x="42751" y="91530"/>
                  <a:pt x="29591" y="78369"/>
                </a:cubicBezTo>
                <a:cubicBezTo>
                  <a:pt x="10322" y="59101"/>
                  <a:pt x="391" y="34030"/>
                  <a:pt x="0" y="8776"/>
                </a:cubicBezTo>
                <a:lnTo>
                  <a:pt x="0" y="8776"/>
                </a:lnTo>
                <a:lnTo>
                  <a:pt x="1828" y="0"/>
                </a:lnTo>
                <a:lnTo>
                  <a:pt x="13374" y="0"/>
                </a:lnTo>
                <a:cubicBezTo>
                  <a:pt x="11782" y="2802"/>
                  <a:pt x="11567" y="5771"/>
                  <a:pt x="11501" y="8744"/>
                </a:cubicBezTo>
                <a:lnTo>
                  <a:pt x="96667" y="8744"/>
                </a:lnTo>
                <a:lnTo>
                  <a:pt x="96667" y="8808"/>
                </a:lnTo>
                <a:lnTo>
                  <a:pt x="11501" y="8808"/>
                </a:lnTo>
                <a:cubicBezTo>
                  <a:pt x="11990" y="30964"/>
                  <a:pt x="20815" y="52893"/>
                  <a:pt x="37722" y="69800"/>
                </a:cubicBezTo>
                <a:cubicBezTo>
                  <a:pt x="50477" y="82555"/>
                  <a:pt x="66091" y="90711"/>
                  <a:pt x="82592" y="93753"/>
                </a:cubicBezTo>
                <a:cubicBezTo>
                  <a:pt x="100880" y="69151"/>
                  <a:pt x="130228" y="53433"/>
                  <a:pt x="163247" y="53433"/>
                </a:cubicBezTo>
                <a:cubicBezTo>
                  <a:pt x="186137" y="53872"/>
                  <a:pt x="201262" y="50984"/>
                  <a:pt x="211355" y="39116"/>
                </a:cubicBezTo>
                <a:cubicBezTo>
                  <a:pt x="212796" y="37420"/>
                  <a:pt x="214135" y="35542"/>
                  <a:pt x="215380" y="33463"/>
                </a:cubicBezTo>
                <a:lnTo>
                  <a:pt x="215236" y="0"/>
                </a:lnTo>
                <a:lnTo>
                  <a:pt x="223507" y="0"/>
                </a:lnTo>
                <a:cubicBezTo>
                  <a:pt x="219688" y="24354"/>
                  <a:pt x="227777" y="49750"/>
                  <a:pt x="246535" y="68520"/>
                </a:cubicBezTo>
                <a:lnTo>
                  <a:pt x="254763" y="60293"/>
                </a:lnTo>
                <a:cubicBezTo>
                  <a:pt x="254771" y="60299"/>
                  <a:pt x="254778" y="60307"/>
                  <a:pt x="254786" y="60315"/>
                </a:cubicBezTo>
                <a:lnTo>
                  <a:pt x="254808" y="60338"/>
                </a:lnTo>
                <a:lnTo>
                  <a:pt x="246580" y="68565"/>
                </a:lnTo>
                <a:cubicBezTo>
                  <a:pt x="279582" y="101547"/>
                  <a:pt x="333066" y="101547"/>
                  <a:pt x="366068" y="68565"/>
                </a:cubicBezTo>
                <a:lnTo>
                  <a:pt x="357840" y="60338"/>
                </a:lnTo>
                <a:cubicBezTo>
                  <a:pt x="357847" y="60330"/>
                  <a:pt x="357855" y="60322"/>
                  <a:pt x="357862" y="60315"/>
                </a:cubicBezTo>
                <a:lnTo>
                  <a:pt x="357885" y="60293"/>
                </a:lnTo>
                <a:lnTo>
                  <a:pt x="366113" y="68520"/>
                </a:lnTo>
                <a:cubicBezTo>
                  <a:pt x="384872" y="49750"/>
                  <a:pt x="392961" y="24354"/>
                  <a:pt x="389142" y="0"/>
                </a:cubicBezTo>
                <a:lnTo>
                  <a:pt x="397337" y="0"/>
                </a:lnTo>
                <a:cubicBezTo>
                  <a:pt x="401479" y="11094"/>
                  <a:pt x="400548" y="22668"/>
                  <a:pt x="397481" y="33790"/>
                </a:cubicBezTo>
                <a:cubicBezTo>
                  <a:pt x="407439" y="50142"/>
                  <a:pt x="423417" y="53932"/>
                  <a:pt x="449401" y="53433"/>
                </a:cubicBezTo>
                <a:cubicBezTo>
                  <a:pt x="482408" y="53434"/>
                  <a:pt x="511746" y="69140"/>
                  <a:pt x="530035" y="93727"/>
                </a:cubicBezTo>
                <a:cubicBezTo>
                  <a:pt x="546543" y="90718"/>
                  <a:pt x="562165" y="82561"/>
                  <a:pt x="574926" y="69800"/>
                </a:cubicBezTo>
                <a:cubicBezTo>
                  <a:pt x="591833" y="52893"/>
                  <a:pt x="600659" y="30964"/>
                  <a:pt x="601147" y="8808"/>
                </a:cubicBezTo>
                <a:lnTo>
                  <a:pt x="515982" y="8808"/>
                </a:lnTo>
                <a:lnTo>
                  <a:pt x="515981" y="8744"/>
                </a:lnTo>
                <a:lnTo>
                  <a:pt x="601147" y="8744"/>
                </a:lnTo>
                <a:lnTo>
                  <a:pt x="599275" y="0"/>
                </a:lnTo>
                <a:lnTo>
                  <a:pt x="610820" y="0"/>
                </a:lnTo>
                <a:cubicBezTo>
                  <a:pt x="612423" y="2826"/>
                  <a:pt x="612602" y="5800"/>
                  <a:pt x="612648" y="8776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73" name="Teardrop 3"/>
          <p:cNvSpPr/>
          <p:nvPr/>
        </p:nvSpPr>
        <p:spPr>
          <a:xfrm rot="5400000" flipH="1" flipV="1">
            <a:off x="138753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74" name="Teardrop 3"/>
          <p:cNvSpPr/>
          <p:nvPr/>
        </p:nvSpPr>
        <p:spPr>
          <a:xfrm rot="5400000" flipH="1" flipV="1">
            <a:off x="223007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75" name="Teardrop 3"/>
          <p:cNvSpPr/>
          <p:nvPr/>
        </p:nvSpPr>
        <p:spPr>
          <a:xfrm rot="5400000" flipH="1" flipV="1">
            <a:off x="307261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76" name="Teardrop 3"/>
          <p:cNvSpPr/>
          <p:nvPr/>
        </p:nvSpPr>
        <p:spPr>
          <a:xfrm rot="5400000" flipH="1" flipV="1">
            <a:off x="391515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77" name="Teardrop 3"/>
          <p:cNvSpPr/>
          <p:nvPr/>
        </p:nvSpPr>
        <p:spPr>
          <a:xfrm rot="5400000" flipH="1" flipV="1">
            <a:off x="475769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78" name="Teardrop 3"/>
          <p:cNvSpPr/>
          <p:nvPr/>
        </p:nvSpPr>
        <p:spPr>
          <a:xfrm rot="5400000" flipH="1" flipV="1">
            <a:off x="560023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79" name="Teardrop 3"/>
          <p:cNvSpPr/>
          <p:nvPr/>
        </p:nvSpPr>
        <p:spPr>
          <a:xfrm rot="5400000" flipH="1" flipV="1">
            <a:off x="812785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80" name="Teardrop 3"/>
          <p:cNvSpPr/>
          <p:nvPr/>
        </p:nvSpPr>
        <p:spPr>
          <a:xfrm rot="5400000" flipH="1" flipV="1">
            <a:off x="728531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81" name="Teardrop 3"/>
          <p:cNvSpPr/>
          <p:nvPr/>
        </p:nvSpPr>
        <p:spPr>
          <a:xfrm rot="5400000" flipH="1" flipV="1">
            <a:off x="981293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82" name="Teardrop 3"/>
          <p:cNvSpPr/>
          <p:nvPr/>
        </p:nvSpPr>
        <p:spPr>
          <a:xfrm rot="5400000" flipH="1" flipV="1">
            <a:off x="897039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83" name="Teardrop 3"/>
          <p:cNvSpPr/>
          <p:nvPr/>
        </p:nvSpPr>
        <p:spPr>
          <a:xfrm rot="5400000" flipH="1" flipV="1">
            <a:off x="11498011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84" name="Teardrop 3"/>
          <p:cNvSpPr/>
          <p:nvPr/>
        </p:nvSpPr>
        <p:spPr>
          <a:xfrm rot="5400000" flipH="1" flipV="1">
            <a:off x="1065547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85" name="Teardrop 3"/>
          <p:cNvSpPr/>
          <p:nvPr/>
        </p:nvSpPr>
        <p:spPr>
          <a:xfrm rot="5400000" flipH="1" flipV="1">
            <a:off x="54499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86" name="Oval 785"/>
          <p:cNvSpPr/>
          <p:nvPr/>
        </p:nvSpPr>
        <p:spPr>
          <a:xfrm>
            <a:off x="666451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87" name="Oval 786"/>
          <p:cNvSpPr/>
          <p:nvPr/>
        </p:nvSpPr>
        <p:spPr>
          <a:xfrm>
            <a:off x="76673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88" name="Oval 787"/>
          <p:cNvSpPr/>
          <p:nvPr/>
        </p:nvSpPr>
        <p:spPr>
          <a:xfrm>
            <a:off x="160927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89" name="Oval 788"/>
          <p:cNvSpPr/>
          <p:nvPr/>
        </p:nvSpPr>
        <p:spPr>
          <a:xfrm>
            <a:off x="245181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90" name="Oval 789"/>
          <p:cNvSpPr/>
          <p:nvPr/>
        </p:nvSpPr>
        <p:spPr>
          <a:xfrm>
            <a:off x="329435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91" name="Oval 790"/>
          <p:cNvSpPr/>
          <p:nvPr/>
        </p:nvSpPr>
        <p:spPr>
          <a:xfrm>
            <a:off x="413689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92" name="Oval 791"/>
          <p:cNvSpPr/>
          <p:nvPr/>
        </p:nvSpPr>
        <p:spPr>
          <a:xfrm>
            <a:off x="497943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93" name="Oval 792"/>
          <p:cNvSpPr/>
          <p:nvPr/>
        </p:nvSpPr>
        <p:spPr>
          <a:xfrm>
            <a:off x="582197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94" name="Oval 793"/>
          <p:cNvSpPr/>
          <p:nvPr/>
        </p:nvSpPr>
        <p:spPr>
          <a:xfrm>
            <a:off x="834959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95" name="Oval 794"/>
          <p:cNvSpPr/>
          <p:nvPr/>
        </p:nvSpPr>
        <p:spPr>
          <a:xfrm>
            <a:off x="750705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96" name="Oval 795"/>
          <p:cNvSpPr/>
          <p:nvPr/>
        </p:nvSpPr>
        <p:spPr>
          <a:xfrm>
            <a:off x="1003467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97" name="Oval 796"/>
          <p:cNvSpPr/>
          <p:nvPr/>
        </p:nvSpPr>
        <p:spPr>
          <a:xfrm>
            <a:off x="919213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98" name="Oval 797"/>
          <p:cNvSpPr/>
          <p:nvPr/>
        </p:nvSpPr>
        <p:spPr>
          <a:xfrm>
            <a:off x="11719750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99" name="Oval 798"/>
          <p:cNvSpPr/>
          <p:nvPr/>
        </p:nvSpPr>
        <p:spPr>
          <a:xfrm>
            <a:off x="1087721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00" name="Teardrop 3"/>
          <p:cNvSpPr/>
          <p:nvPr/>
        </p:nvSpPr>
        <p:spPr>
          <a:xfrm rot="5400000" flipH="1" flipV="1">
            <a:off x="602118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01" name="Teardrop 3"/>
          <p:cNvSpPr/>
          <p:nvPr/>
        </p:nvSpPr>
        <p:spPr>
          <a:xfrm rot="5400000" flipH="1" flipV="1">
            <a:off x="96594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02" name="Teardrop 3"/>
          <p:cNvSpPr/>
          <p:nvPr/>
        </p:nvSpPr>
        <p:spPr>
          <a:xfrm rot="5400000" flipH="1" flipV="1">
            <a:off x="180848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03" name="Teardrop 3"/>
          <p:cNvSpPr/>
          <p:nvPr/>
        </p:nvSpPr>
        <p:spPr>
          <a:xfrm rot="5400000" flipH="1" flipV="1">
            <a:off x="265102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04" name="Teardrop 3"/>
          <p:cNvSpPr/>
          <p:nvPr/>
        </p:nvSpPr>
        <p:spPr>
          <a:xfrm rot="5400000" flipH="1" flipV="1">
            <a:off x="349356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05" name="Teardrop 3"/>
          <p:cNvSpPr/>
          <p:nvPr/>
        </p:nvSpPr>
        <p:spPr>
          <a:xfrm rot="5400000" flipH="1" flipV="1">
            <a:off x="433610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06" name="Teardrop 3"/>
          <p:cNvSpPr/>
          <p:nvPr/>
        </p:nvSpPr>
        <p:spPr>
          <a:xfrm rot="5400000" flipH="1" flipV="1">
            <a:off x="517864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07" name="Teardrop 3"/>
          <p:cNvSpPr/>
          <p:nvPr/>
        </p:nvSpPr>
        <p:spPr>
          <a:xfrm rot="5400000" flipH="1" flipV="1">
            <a:off x="770626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08" name="Teardrop 3"/>
          <p:cNvSpPr/>
          <p:nvPr/>
        </p:nvSpPr>
        <p:spPr>
          <a:xfrm rot="5400000" flipH="1" flipV="1">
            <a:off x="686372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09" name="Teardrop 3"/>
          <p:cNvSpPr/>
          <p:nvPr/>
        </p:nvSpPr>
        <p:spPr>
          <a:xfrm rot="5400000" flipH="1" flipV="1">
            <a:off x="939134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10" name="Teardrop 3"/>
          <p:cNvSpPr/>
          <p:nvPr/>
        </p:nvSpPr>
        <p:spPr>
          <a:xfrm rot="5400000" flipH="1" flipV="1">
            <a:off x="854880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11" name="Teardrop 3"/>
          <p:cNvSpPr/>
          <p:nvPr/>
        </p:nvSpPr>
        <p:spPr>
          <a:xfrm rot="5400000" flipH="1" flipV="1">
            <a:off x="11076421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12" name="Teardrop 3"/>
          <p:cNvSpPr/>
          <p:nvPr/>
        </p:nvSpPr>
        <p:spPr>
          <a:xfrm rot="5400000" flipH="1" flipV="1">
            <a:off x="1023388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13" name="Teardrop 3"/>
          <p:cNvSpPr/>
          <p:nvPr/>
        </p:nvSpPr>
        <p:spPr>
          <a:xfrm rot="5400000" flipH="1" flipV="1">
            <a:off x="12340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14" name="Teardrop 3"/>
          <p:cNvSpPr/>
          <p:nvPr/>
        </p:nvSpPr>
        <p:spPr>
          <a:xfrm rot="5400000" flipH="1" flipV="1">
            <a:off x="11760002" y="3223930"/>
            <a:ext cx="595781" cy="268215"/>
          </a:xfrm>
          <a:custGeom>
            <a:avLst/>
            <a:gdLst/>
            <a:ahLst/>
            <a:cxnLst/>
            <a:rect l="l" t="t" r="r" b="b"/>
            <a:pathLst>
              <a:path w="595781" h="268215">
                <a:moveTo>
                  <a:pt x="230951" y="239431"/>
                </a:moveTo>
                <a:lnTo>
                  <a:pt x="89396" y="97876"/>
                </a:lnTo>
                <a:cubicBezTo>
                  <a:pt x="74075" y="113887"/>
                  <a:pt x="64809" y="135634"/>
                  <a:pt x="64809" y="159544"/>
                </a:cubicBezTo>
                <a:cubicBezTo>
                  <a:pt x="64809" y="209563"/>
                  <a:pt x="105357" y="250112"/>
                  <a:pt x="155376" y="250112"/>
                </a:cubicBezTo>
                <a:cubicBezTo>
                  <a:pt x="174454" y="249746"/>
                  <a:pt x="198601" y="254980"/>
                  <a:pt x="211458" y="268141"/>
                </a:cubicBezTo>
                <a:cubicBezTo>
                  <a:pt x="215885" y="257686"/>
                  <a:pt x="222436" y="247948"/>
                  <a:pt x="230951" y="239431"/>
                </a:cubicBezTo>
                <a:close/>
                <a:moveTo>
                  <a:pt x="259706" y="219892"/>
                </a:moveTo>
                <a:cubicBezTo>
                  <a:pt x="246546" y="207035"/>
                  <a:pt x="241311" y="182889"/>
                  <a:pt x="241677" y="163811"/>
                </a:cubicBezTo>
                <a:cubicBezTo>
                  <a:pt x="241677" y="113792"/>
                  <a:pt x="201129" y="73244"/>
                  <a:pt x="151110" y="73244"/>
                </a:cubicBezTo>
                <a:cubicBezTo>
                  <a:pt x="127200" y="73244"/>
                  <a:pt x="105453" y="82510"/>
                  <a:pt x="89441" y="97831"/>
                </a:cubicBezTo>
                <a:lnTo>
                  <a:pt x="230996" y="239386"/>
                </a:lnTo>
                <a:cubicBezTo>
                  <a:pt x="239514" y="230871"/>
                  <a:pt x="249252" y="224320"/>
                  <a:pt x="259706" y="219892"/>
                </a:cubicBezTo>
                <a:close/>
                <a:moveTo>
                  <a:pt x="382868" y="82592"/>
                </a:moveTo>
                <a:cubicBezTo>
                  <a:pt x="379825" y="66091"/>
                  <a:pt x="371670" y="50477"/>
                  <a:pt x="358914" y="37722"/>
                </a:cubicBezTo>
                <a:cubicBezTo>
                  <a:pt x="342007" y="20815"/>
                  <a:pt x="320078" y="11989"/>
                  <a:pt x="297922" y="11501"/>
                </a:cubicBezTo>
                <a:lnTo>
                  <a:pt x="297922" y="96667"/>
                </a:lnTo>
                <a:lnTo>
                  <a:pt x="297858" y="96667"/>
                </a:lnTo>
                <a:lnTo>
                  <a:pt x="297858" y="11501"/>
                </a:lnTo>
                <a:cubicBezTo>
                  <a:pt x="275703" y="11990"/>
                  <a:pt x="253774" y="20815"/>
                  <a:pt x="236866" y="37722"/>
                </a:cubicBezTo>
                <a:cubicBezTo>
                  <a:pt x="224105" y="50483"/>
                  <a:pt x="215948" y="66105"/>
                  <a:pt x="212939" y="82613"/>
                </a:cubicBezTo>
                <a:cubicBezTo>
                  <a:pt x="237526" y="100902"/>
                  <a:pt x="253233" y="130241"/>
                  <a:pt x="253233" y="163248"/>
                </a:cubicBezTo>
                <a:cubicBezTo>
                  <a:pt x="252735" y="189232"/>
                  <a:pt x="256525" y="205210"/>
                  <a:pt x="272877" y="215167"/>
                </a:cubicBezTo>
                <a:cubicBezTo>
                  <a:pt x="289126" y="210687"/>
                  <a:pt x="306340" y="210767"/>
                  <a:pt x="322577" y="215380"/>
                </a:cubicBezTo>
                <a:cubicBezTo>
                  <a:pt x="324655" y="214136"/>
                  <a:pt x="326534" y="212797"/>
                  <a:pt x="328229" y="211355"/>
                </a:cubicBezTo>
                <a:cubicBezTo>
                  <a:pt x="340097" y="201263"/>
                  <a:pt x="342986" y="186138"/>
                  <a:pt x="342547" y="163248"/>
                </a:cubicBezTo>
                <a:cubicBezTo>
                  <a:pt x="342547" y="130228"/>
                  <a:pt x="358265" y="100880"/>
                  <a:pt x="382868" y="82592"/>
                </a:cubicBezTo>
                <a:close/>
                <a:moveTo>
                  <a:pt x="506339" y="97830"/>
                </a:moveTo>
                <a:cubicBezTo>
                  <a:pt x="490327" y="82509"/>
                  <a:pt x="468581" y="73244"/>
                  <a:pt x="444670" y="73244"/>
                </a:cubicBezTo>
                <a:cubicBezTo>
                  <a:pt x="394652" y="73244"/>
                  <a:pt x="354103" y="113792"/>
                  <a:pt x="354103" y="163811"/>
                </a:cubicBezTo>
                <a:cubicBezTo>
                  <a:pt x="354470" y="182914"/>
                  <a:pt x="349220" y="207099"/>
                  <a:pt x="336023" y="219944"/>
                </a:cubicBezTo>
                <a:cubicBezTo>
                  <a:pt x="346519" y="224314"/>
                  <a:pt x="356263" y="230867"/>
                  <a:pt x="364783" y="239386"/>
                </a:cubicBezTo>
                <a:close/>
                <a:moveTo>
                  <a:pt x="530971" y="159544"/>
                </a:moveTo>
                <a:cubicBezTo>
                  <a:pt x="530971" y="135634"/>
                  <a:pt x="521705" y="113887"/>
                  <a:pt x="506384" y="97876"/>
                </a:cubicBezTo>
                <a:lnTo>
                  <a:pt x="364828" y="239431"/>
                </a:lnTo>
                <a:cubicBezTo>
                  <a:pt x="373348" y="247952"/>
                  <a:pt x="379901" y="257695"/>
                  <a:pt x="384270" y="268192"/>
                </a:cubicBezTo>
                <a:cubicBezTo>
                  <a:pt x="397115" y="254994"/>
                  <a:pt x="421300" y="249745"/>
                  <a:pt x="440404" y="250111"/>
                </a:cubicBezTo>
                <a:cubicBezTo>
                  <a:pt x="465413" y="250112"/>
                  <a:pt x="488055" y="239974"/>
                  <a:pt x="504444" y="223585"/>
                </a:cubicBezTo>
                <a:cubicBezTo>
                  <a:pt x="520834" y="207196"/>
                  <a:pt x="530971" y="184554"/>
                  <a:pt x="530971" y="159544"/>
                </a:cubicBezTo>
                <a:close/>
                <a:moveTo>
                  <a:pt x="595781" y="268215"/>
                </a:moveTo>
                <a:lnTo>
                  <a:pt x="581969" y="268215"/>
                </a:lnTo>
                <a:cubicBezTo>
                  <a:pt x="578743" y="259654"/>
                  <a:pt x="573266" y="252074"/>
                  <a:pt x="566492" y="245300"/>
                </a:cubicBezTo>
                <a:cubicBezTo>
                  <a:pt x="553737" y="232545"/>
                  <a:pt x="538123" y="224389"/>
                  <a:pt x="521623" y="221347"/>
                </a:cubicBezTo>
                <a:cubicBezTo>
                  <a:pt x="519174" y="225205"/>
                  <a:pt x="516174" y="228633"/>
                  <a:pt x="512960" y="231847"/>
                </a:cubicBezTo>
                <a:cubicBezTo>
                  <a:pt x="494535" y="250272"/>
                  <a:pt x="469082" y="261667"/>
                  <a:pt x="440967" y="261667"/>
                </a:cubicBezTo>
                <a:cubicBezTo>
                  <a:pt x="425629" y="261373"/>
                  <a:pt x="413777" y="262574"/>
                  <a:pt x="405186" y="268215"/>
                </a:cubicBezTo>
                <a:lnTo>
                  <a:pt x="372038" y="268215"/>
                </a:lnTo>
                <a:cubicBezTo>
                  <a:pt x="369178" y="260078"/>
                  <a:pt x="364042" y="252948"/>
                  <a:pt x="357679" y="246581"/>
                </a:cubicBezTo>
                <a:lnTo>
                  <a:pt x="349451" y="254808"/>
                </a:lnTo>
                <a:lnTo>
                  <a:pt x="349428" y="254786"/>
                </a:lnTo>
                <a:cubicBezTo>
                  <a:pt x="349421" y="254779"/>
                  <a:pt x="349413" y="254771"/>
                  <a:pt x="349406" y="254763"/>
                </a:cubicBezTo>
                <a:lnTo>
                  <a:pt x="357634" y="246536"/>
                </a:lnTo>
                <a:cubicBezTo>
                  <a:pt x="324632" y="213554"/>
                  <a:pt x="271148" y="213554"/>
                  <a:pt x="238147" y="246536"/>
                </a:cubicBezTo>
                <a:lnTo>
                  <a:pt x="246374" y="254763"/>
                </a:lnTo>
                <a:cubicBezTo>
                  <a:pt x="246367" y="254771"/>
                  <a:pt x="246359" y="254779"/>
                  <a:pt x="246352" y="254786"/>
                </a:cubicBezTo>
                <a:cubicBezTo>
                  <a:pt x="246344" y="254794"/>
                  <a:pt x="246337" y="254801"/>
                  <a:pt x="246329" y="254808"/>
                </a:cubicBezTo>
                <a:lnTo>
                  <a:pt x="238101" y="246581"/>
                </a:lnTo>
                <a:lnTo>
                  <a:pt x="223742" y="268215"/>
                </a:lnTo>
                <a:lnTo>
                  <a:pt x="190546" y="268215"/>
                </a:lnTo>
                <a:cubicBezTo>
                  <a:pt x="181969" y="262570"/>
                  <a:pt x="170130" y="261374"/>
                  <a:pt x="154813" y="261668"/>
                </a:cubicBezTo>
                <a:cubicBezTo>
                  <a:pt x="121806" y="261668"/>
                  <a:pt x="92467" y="245961"/>
                  <a:pt x="74178" y="221373"/>
                </a:cubicBezTo>
                <a:cubicBezTo>
                  <a:pt x="57671" y="224382"/>
                  <a:pt x="42049" y="232539"/>
                  <a:pt x="29288" y="245300"/>
                </a:cubicBezTo>
                <a:lnTo>
                  <a:pt x="13811" y="268215"/>
                </a:lnTo>
                <a:lnTo>
                  <a:pt x="0" y="268215"/>
                </a:lnTo>
                <a:cubicBezTo>
                  <a:pt x="4705" y="256723"/>
                  <a:pt x="11839" y="246048"/>
                  <a:pt x="21157" y="236731"/>
                </a:cubicBezTo>
                <a:cubicBezTo>
                  <a:pt x="34324" y="223564"/>
                  <a:pt x="50200" y="214757"/>
                  <a:pt x="67080" y="210684"/>
                </a:cubicBezTo>
                <a:cubicBezTo>
                  <a:pt x="57989" y="195895"/>
                  <a:pt x="53000" y="178457"/>
                  <a:pt x="53000" y="159854"/>
                </a:cubicBezTo>
                <a:cubicBezTo>
                  <a:pt x="53000" y="132604"/>
                  <a:pt x="63706" y="107854"/>
                  <a:pt x="81286" y="89721"/>
                </a:cubicBezTo>
                <a:lnTo>
                  <a:pt x="81286" y="89721"/>
                </a:lnTo>
                <a:cubicBezTo>
                  <a:pt x="99420" y="72140"/>
                  <a:pt x="124170" y="61435"/>
                  <a:pt x="151420" y="61435"/>
                </a:cubicBezTo>
                <a:cubicBezTo>
                  <a:pt x="170023" y="61435"/>
                  <a:pt x="187461" y="66424"/>
                  <a:pt x="202250" y="75515"/>
                </a:cubicBezTo>
                <a:cubicBezTo>
                  <a:pt x="206323" y="58635"/>
                  <a:pt x="215130" y="42758"/>
                  <a:pt x="228297" y="29591"/>
                </a:cubicBezTo>
                <a:cubicBezTo>
                  <a:pt x="247566" y="10322"/>
                  <a:pt x="272636" y="391"/>
                  <a:pt x="297890" y="0"/>
                </a:cubicBezTo>
                <a:lnTo>
                  <a:pt x="297890" y="0"/>
                </a:lnTo>
                <a:cubicBezTo>
                  <a:pt x="323144" y="391"/>
                  <a:pt x="348215" y="10322"/>
                  <a:pt x="367484" y="29591"/>
                </a:cubicBezTo>
                <a:cubicBezTo>
                  <a:pt x="380644" y="42751"/>
                  <a:pt x="389448" y="58618"/>
                  <a:pt x="393604" y="75474"/>
                </a:cubicBezTo>
                <a:cubicBezTo>
                  <a:pt x="408376" y="66408"/>
                  <a:pt x="425787" y="61434"/>
                  <a:pt x="444360" y="61434"/>
                </a:cubicBezTo>
                <a:cubicBezTo>
                  <a:pt x="471611" y="61434"/>
                  <a:pt x="496360" y="72140"/>
                  <a:pt x="514494" y="89721"/>
                </a:cubicBezTo>
                <a:cubicBezTo>
                  <a:pt x="532075" y="107854"/>
                  <a:pt x="542780" y="132604"/>
                  <a:pt x="542780" y="159854"/>
                </a:cubicBezTo>
                <a:cubicBezTo>
                  <a:pt x="542780" y="178427"/>
                  <a:pt x="537807" y="195839"/>
                  <a:pt x="528740" y="210610"/>
                </a:cubicBezTo>
                <a:cubicBezTo>
                  <a:pt x="545596" y="214766"/>
                  <a:pt x="561463" y="223570"/>
                  <a:pt x="574624" y="236731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15" name="Oval 814"/>
          <p:cNvSpPr/>
          <p:nvPr/>
        </p:nvSpPr>
        <p:spPr>
          <a:xfrm>
            <a:off x="708665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16" name="Oval 815"/>
          <p:cNvSpPr/>
          <p:nvPr/>
        </p:nvSpPr>
        <p:spPr>
          <a:xfrm>
            <a:off x="34633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17" name="Oval 816"/>
          <p:cNvSpPr/>
          <p:nvPr/>
        </p:nvSpPr>
        <p:spPr>
          <a:xfrm>
            <a:off x="118887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18" name="Oval 817"/>
          <p:cNvSpPr/>
          <p:nvPr/>
        </p:nvSpPr>
        <p:spPr>
          <a:xfrm>
            <a:off x="203141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19" name="Oval 818"/>
          <p:cNvSpPr/>
          <p:nvPr/>
        </p:nvSpPr>
        <p:spPr>
          <a:xfrm>
            <a:off x="287395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20" name="Oval 819"/>
          <p:cNvSpPr/>
          <p:nvPr/>
        </p:nvSpPr>
        <p:spPr>
          <a:xfrm>
            <a:off x="371649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21" name="Oval 820"/>
          <p:cNvSpPr/>
          <p:nvPr/>
        </p:nvSpPr>
        <p:spPr>
          <a:xfrm>
            <a:off x="455903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22" name="Oval 821"/>
          <p:cNvSpPr/>
          <p:nvPr/>
        </p:nvSpPr>
        <p:spPr>
          <a:xfrm>
            <a:off x="540157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23" name="Oval 822"/>
          <p:cNvSpPr/>
          <p:nvPr/>
        </p:nvSpPr>
        <p:spPr>
          <a:xfrm>
            <a:off x="624411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24" name="Oval 823"/>
          <p:cNvSpPr/>
          <p:nvPr/>
        </p:nvSpPr>
        <p:spPr>
          <a:xfrm>
            <a:off x="877173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25" name="Oval 824"/>
          <p:cNvSpPr/>
          <p:nvPr/>
        </p:nvSpPr>
        <p:spPr>
          <a:xfrm>
            <a:off x="792919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26" name="Oval 825"/>
          <p:cNvSpPr/>
          <p:nvPr/>
        </p:nvSpPr>
        <p:spPr>
          <a:xfrm>
            <a:off x="1045681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27" name="Oval 826"/>
          <p:cNvSpPr/>
          <p:nvPr/>
        </p:nvSpPr>
        <p:spPr>
          <a:xfrm>
            <a:off x="961427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28" name="Oval 827"/>
          <p:cNvSpPr/>
          <p:nvPr/>
        </p:nvSpPr>
        <p:spPr>
          <a:xfrm>
            <a:off x="1129935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29" name="Teardrop 3"/>
          <p:cNvSpPr/>
          <p:nvPr/>
        </p:nvSpPr>
        <p:spPr>
          <a:xfrm rot="5400000" flipH="1" flipV="1">
            <a:off x="644277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30" name="Teardrop 3"/>
          <p:cNvSpPr/>
          <p:nvPr/>
        </p:nvSpPr>
        <p:spPr>
          <a:xfrm rot="5400000" flipH="1" flipV="1">
            <a:off x="-148774" y="3639262"/>
            <a:ext cx="612648" cy="315100"/>
          </a:xfrm>
          <a:custGeom>
            <a:avLst/>
            <a:gdLst/>
            <a:ahLst/>
            <a:cxnLst/>
            <a:rect l="l" t="t" r="r" b="b"/>
            <a:pathLst>
              <a:path w="612648" h="315100">
                <a:moveTo>
                  <a:pt x="239386" y="75670"/>
                </a:moveTo>
                <a:cubicBezTo>
                  <a:pt x="230866" y="67149"/>
                  <a:pt x="224313" y="57406"/>
                  <a:pt x="219944" y="46909"/>
                </a:cubicBezTo>
                <a:cubicBezTo>
                  <a:pt x="207099" y="60107"/>
                  <a:pt x="182914" y="65356"/>
                  <a:pt x="163810" y="64989"/>
                </a:cubicBezTo>
                <a:cubicBezTo>
                  <a:pt x="113792" y="64989"/>
                  <a:pt x="73243" y="105538"/>
                  <a:pt x="73243" y="155556"/>
                </a:cubicBezTo>
                <a:cubicBezTo>
                  <a:pt x="73243" y="179467"/>
                  <a:pt x="82509" y="201213"/>
                  <a:pt x="97830" y="217225"/>
                </a:cubicBezTo>
                <a:close/>
                <a:moveTo>
                  <a:pt x="268191" y="95157"/>
                </a:moveTo>
                <a:cubicBezTo>
                  <a:pt x="257695" y="90787"/>
                  <a:pt x="247952" y="84234"/>
                  <a:pt x="239431" y="75715"/>
                </a:cubicBezTo>
                <a:lnTo>
                  <a:pt x="97875" y="217270"/>
                </a:lnTo>
                <a:cubicBezTo>
                  <a:pt x="113887" y="232591"/>
                  <a:pt x="135634" y="241857"/>
                  <a:pt x="159544" y="241857"/>
                </a:cubicBezTo>
                <a:cubicBezTo>
                  <a:pt x="184553" y="241857"/>
                  <a:pt x="207195" y="231720"/>
                  <a:pt x="223585" y="215331"/>
                </a:cubicBezTo>
                <a:cubicBezTo>
                  <a:pt x="239974" y="198941"/>
                  <a:pt x="250111" y="176299"/>
                  <a:pt x="250111" y="151290"/>
                </a:cubicBezTo>
                <a:cubicBezTo>
                  <a:pt x="249745" y="132187"/>
                  <a:pt x="254994" y="108002"/>
                  <a:pt x="268191" y="95157"/>
                </a:cubicBezTo>
                <a:close/>
                <a:moveTo>
                  <a:pt x="391275" y="232488"/>
                </a:moveTo>
                <a:cubicBezTo>
                  <a:pt x="366688" y="214199"/>
                  <a:pt x="350981" y="184860"/>
                  <a:pt x="350981" y="151853"/>
                </a:cubicBezTo>
                <a:cubicBezTo>
                  <a:pt x="351479" y="125869"/>
                  <a:pt x="347689" y="109892"/>
                  <a:pt x="331337" y="99934"/>
                </a:cubicBezTo>
                <a:cubicBezTo>
                  <a:pt x="315088" y="104415"/>
                  <a:pt x="297874" y="104335"/>
                  <a:pt x="281637" y="99721"/>
                </a:cubicBezTo>
                <a:cubicBezTo>
                  <a:pt x="265010" y="109675"/>
                  <a:pt x="261165" y="125694"/>
                  <a:pt x="261667" y="151853"/>
                </a:cubicBezTo>
                <a:cubicBezTo>
                  <a:pt x="261667" y="179968"/>
                  <a:pt x="250271" y="205421"/>
                  <a:pt x="231847" y="223846"/>
                </a:cubicBezTo>
                <a:lnTo>
                  <a:pt x="221347" y="232509"/>
                </a:lnTo>
                <a:cubicBezTo>
                  <a:pt x="224390" y="249009"/>
                  <a:pt x="232545" y="264623"/>
                  <a:pt x="245300" y="277378"/>
                </a:cubicBezTo>
                <a:cubicBezTo>
                  <a:pt x="262208" y="294285"/>
                  <a:pt x="284137" y="303111"/>
                  <a:pt x="306292" y="303599"/>
                </a:cubicBezTo>
                <a:lnTo>
                  <a:pt x="306292" y="218433"/>
                </a:lnTo>
                <a:lnTo>
                  <a:pt x="306356" y="218433"/>
                </a:lnTo>
                <a:lnTo>
                  <a:pt x="306356" y="303599"/>
                </a:lnTo>
                <a:cubicBezTo>
                  <a:pt x="328512" y="303110"/>
                  <a:pt x="350441" y="294285"/>
                  <a:pt x="367348" y="277378"/>
                </a:cubicBezTo>
                <a:cubicBezTo>
                  <a:pt x="380109" y="264617"/>
                  <a:pt x="388266" y="248996"/>
                  <a:pt x="391275" y="232488"/>
                </a:cubicBezTo>
                <a:close/>
                <a:moveTo>
                  <a:pt x="514773" y="217271"/>
                </a:moveTo>
                <a:lnTo>
                  <a:pt x="373218" y="75716"/>
                </a:lnTo>
                <a:cubicBezTo>
                  <a:pt x="364700" y="84231"/>
                  <a:pt x="354962" y="90781"/>
                  <a:pt x="344508" y="95209"/>
                </a:cubicBezTo>
                <a:cubicBezTo>
                  <a:pt x="357668" y="108066"/>
                  <a:pt x="362903" y="132212"/>
                  <a:pt x="362537" y="151290"/>
                </a:cubicBezTo>
                <a:cubicBezTo>
                  <a:pt x="362537" y="201309"/>
                  <a:pt x="403086" y="241857"/>
                  <a:pt x="453104" y="241857"/>
                </a:cubicBezTo>
                <a:cubicBezTo>
                  <a:pt x="477015" y="241857"/>
                  <a:pt x="498761" y="232592"/>
                  <a:pt x="514773" y="217271"/>
                </a:cubicBezTo>
                <a:close/>
                <a:moveTo>
                  <a:pt x="539405" y="155556"/>
                </a:moveTo>
                <a:cubicBezTo>
                  <a:pt x="539405" y="105538"/>
                  <a:pt x="498856" y="64989"/>
                  <a:pt x="448838" y="64989"/>
                </a:cubicBezTo>
                <a:cubicBezTo>
                  <a:pt x="429760" y="65355"/>
                  <a:pt x="405614" y="60121"/>
                  <a:pt x="392756" y="46961"/>
                </a:cubicBezTo>
                <a:cubicBezTo>
                  <a:pt x="388329" y="57415"/>
                  <a:pt x="381778" y="67153"/>
                  <a:pt x="373263" y="75671"/>
                </a:cubicBezTo>
                <a:lnTo>
                  <a:pt x="514818" y="217225"/>
                </a:lnTo>
                <a:cubicBezTo>
                  <a:pt x="530139" y="201213"/>
                  <a:pt x="539405" y="179467"/>
                  <a:pt x="539405" y="155556"/>
                </a:cubicBezTo>
                <a:close/>
                <a:moveTo>
                  <a:pt x="612648" y="8776"/>
                </a:moveTo>
                <a:cubicBezTo>
                  <a:pt x="612257" y="34030"/>
                  <a:pt x="602326" y="59101"/>
                  <a:pt x="583058" y="78369"/>
                </a:cubicBezTo>
                <a:cubicBezTo>
                  <a:pt x="569890" y="91537"/>
                  <a:pt x="554014" y="100343"/>
                  <a:pt x="537134" y="104416"/>
                </a:cubicBezTo>
                <a:cubicBezTo>
                  <a:pt x="546225" y="119205"/>
                  <a:pt x="551214" y="136643"/>
                  <a:pt x="551214" y="155247"/>
                </a:cubicBezTo>
                <a:cubicBezTo>
                  <a:pt x="551214" y="182497"/>
                  <a:pt x="540509" y="207247"/>
                  <a:pt x="522928" y="225380"/>
                </a:cubicBezTo>
                <a:lnTo>
                  <a:pt x="522928" y="225380"/>
                </a:lnTo>
                <a:cubicBezTo>
                  <a:pt x="504794" y="242961"/>
                  <a:pt x="480045" y="253667"/>
                  <a:pt x="452794" y="253667"/>
                </a:cubicBezTo>
                <a:cubicBezTo>
                  <a:pt x="434191" y="253667"/>
                  <a:pt x="416753" y="248677"/>
                  <a:pt x="401964" y="239586"/>
                </a:cubicBezTo>
                <a:cubicBezTo>
                  <a:pt x="397891" y="256466"/>
                  <a:pt x="389084" y="272342"/>
                  <a:pt x="375917" y="285509"/>
                </a:cubicBezTo>
                <a:cubicBezTo>
                  <a:pt x="356649" y="304778"/>
                  <a:pt x="331578" y="314709"/>
                  <a:pt x="306324" y="315100"/>
                </a:cubicBezTo>
                <a:lnTo>
                  <a:pt x="306324" y="315100"/>
                </a:lnTo>
                <a:cubicBezTo>
                  <a:pt x="281070" y="314709"/>
                  <a:pt x="255999" y="304778"/>
                  <a:pt x="236731" y="285509"/>
                </a:cubicBezTo>
                <a:cubicBezTo>
                  <a:pt x="223571" y="272349"/>
                  <a:pt x="214766" y="256482"/>
                  <a:pt x="210610" y="239626"/>
                </a:cubicBezTo>
                <a:cubicBezTo>
                  <a:pt x="195839" y="248693"/>
                  <a:pt x="178427" y="253666"/>
                  <a:pt x="159854" y="253666"/>
                </a:cubicBezTo>
                <a:cubicBezTo>
                  <a:pt x="132604" y="253666"/>
                  <a:pt x="107854" y="242961"/>
                  <a:pt x="89720" y="225380"/>
                </a:cubicBezTo>
                <a:lnTo>
                  <a:pt x="89720" y="225380"/>
                </a:lnTo>
                <a:cubicBezTo>
                  <a:pt x="72140" y="207247"/>
                  <a:pt x="61434" y="182497"/>
                  <a:pt x="61434" y="155247"/>
                </a:cubicBezTo>
                <a:cubicBezTo>
                  <a:pt x="61434" y="136673"/>
                  <a:pt x="66408" y="119262"/>
                  <a:pt x="75474" y="104490"/>
                </a:cubicBezTo>
                <a:cubicBezTo>
                  <a:pt x="58618" y="100334"/>
                  <a:pt x="42751" y="91530"/>
                  <a:pt x="29591" y="78369"/>
                </a:cubicBezTo>
                <a:cubicBezTo>
                  <a:pt x="10322" y="59101"/>
                  <a:pt x="391" y="34030"/>
                  <a:pt x="0" y="8776"/>
                </a:cubicBezTo>
                <a:lnTo>
                  <a:pt x="0" y="8776"/>
                </a:lnTo>
                <a:lnTo>
                  <a:pt x="1828" y="0"/>
                </a:lnTo>
                <a:lnTo>
                  <a:pt x="13374" y="0"/>
                </a:lnTo>
                <a:cubicBezTo>
                  <a:pt x="11782" y="2802"/>
                  <a:pt x="11567" y="5771"/>
                  <a:pt x="11501" y="8744"/>
                </a:cubicBezTo>
                <a:lnTo>
                  <a:pt x="96667" y="8744"/>
                </a:lnTo>
                <a:lnTo>
                  <a:pt x="96667" y="8808"/>
                </a:lnTo>
                <a:lnTo>
                  <a:pt x="11501" y="8808"/>
                </a:lnTo>
                <a:cubicBezTo>
                  <a:pt x="11990" y="30964"/>
                  <a:pt x="20815" y="52893"/>
                  <a:pt x="37722" y="69800"/>
                </a:cubicBezTo>
                <a:cubicBezTo>
                  <a:pt x="50477" y="82555"/>
                  <a:pt x="66091" y="90711"/>
                  <a:pt x="82592" y="93753"/>
                </a:cubicBezTo>
                <a:cubicBezTo>
                  <a:pt x="100880" y="69151"/>
                  <a:pt x="130228" y="53433"/>
                  <a:pt x="163247" y="53433"/>
                </a:cubicBezTo>
                <a:cubicBezTo>
                  <a:pt x="186137" y="53872"/>
                  <a:pt x="201262" y="50984"/>
                  <a:pt x="211355" y="39116"/>
                </a:cubicBezTo>
                <a:cubicBezTo>
                  <a:pt x="212796" y="37420"/>
                  <a:pt x="214135" y="35542"/>
                  <a:pt x="215380" y="33463"/>
                </a:cubicBezTo>
                <a:lnTo>
                  <a:pt x="215236" y="0"/>
                </a:lnTo>
                <a:lnTo>
                  <a:pt x="223507" y="0"/>
                </a:lnTo>
                <a:cubicBezTo>
                  <a:pt x="219688" y="24354"/>
                  <a:pt x="227777" y="49750"/>
                  <a:pt x="246535" y="68520"/>
                </a:cubicBezTo>
                <a:lnTo>
                  <a:pt x="254763" y="60293"/>
                </a:lnTo>
                <a:cubicBezTo>
                  <a:pt x="254771" y="60299"/>
                  <a:pt x="254778" y="60307"/>
                  <a:pt x="254786" y="60315"/>
                </a:cubicBezTo>
                <a:lnTo>
                  <a:pt x="254808" y="60338"/>
                </a:lnTo>
                <a:lnTo>
                  <a:pt x="246580" y="68565"/>
                </a:lnTo>
                <a:cubicBezTo>
                  <a:pt x="279582" y="101547"/>
                  <a:pt x="333066" y="101547"/>
                  <a:pt x="366068" y="68565"/>
                </a:cubicBezTo>
                <a:lnTo>
                  <a:pt x="357840" y="60338"/>
                </a:lnTo>
                <a:cubicBezTo>
                  <a:pt x="357847" y="60330"/>
                  <a:pt x="357855" y="60322"/>
                  <a:pt x="357862" y="60315"/>
                </a:cubicBezTo>
                <a:lnTo>
                  <a:pt x="357885" y="60293"/>
                </a:lnTo>
                <a:lnTo>
                  <a:pt x="366113" y="68520"/>
                </a:lnTo>
                <a:cubicBezTo>
                  <a:pt x="384872" y="49750"/>
                  <a:pt x="392961" y="24354"/>
                  <a:pt x="389142" y="0"/>
                </a:cubicBezTo>
                <a:lnTo>
                  <a:pt x="397337" y="0"/>
                </a:lnTo>
                <a:cubicBezTo>
                  <a:pt x="401479" y="11094"/>
                  <a:pt x="400548" y="22668"/>
                  <a:pt x="397481" y="33790"/>
                </a:cubicBezTo>
                <a:cubicBezTo>
                  <a:pt x="407439" y="50142"/>
                  <a:pt x="423417" y="53932"/>
                  <a:pt x="449401" y="53433"/>
                </a:cubicBezTo>
                <a:cubicBezTo>
                  <a:pt x="482408" y="53434"/>
                  <a:pt x="511746" y="69140"/>
                  <a:pt x="530035" y="93727"/>
                </a:cubicBezTo>
                <a:cubicBezTo>
                  <a:pt x="546543" y="90718"/>
                  <a:pt x="562165" y="82561"/>
                  <a:pt x="574926" y="69800"/>
                </a:cubicBezTo>
                <a:cubicBezTo>
                  <a:pt x="591833" y="52893"/>
                  <a:pt x="600659" y="30964"/>
                  <a:pt x="601147" y="8808"/>
                </a:cubicBezTo>
                <a:lnTo>
                  <a:pt x="515982" y="8808"/>
                </a:lnTo>
                <a:lnTo>
                  <a:pt x="515981" y="8744"/>
                </a:lnTo>
                <a:lnTo>
                  <a:pt x="601147" y="8744"/>
                </a:lnTo>
                <a:lnTo>
                  <a:pt x="599275" y="0"/>
                </a:lnTo>
                <a:lnTo>
                  <a:pt x="610820" y="0"/>
                </a:lnTo>
                <a:cubicBezTo>
                  <a:pt x="612423" y="2826"/>
                  <a:pt x="612602" y="5800"/>
                  <a:pt x="612648" y="8776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31" name="Teardrop 3"/>
          <p:cNvSpPr/>
          <p:nvPr/>
        </p:nvSpPr>
        <p:spPr>
          <a:xfrm rot="5400000" flipH="1" flipV="1">
            <a:off x="138753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32" name="Teardrop 3"/>
          <p:cNvSpPr/>
          <p:nvPr/>
        </p:nvSpPr>
        <p:spPr>
          <a:xfrm rot="5400000" flipH="1" flipV="1">
            <a:off x="223007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33" name="Teardrop 3"/>
          <p:cNvSpPr/>
          <p:nvPr/>
        </p:nvSpPr>
        <p:spPr>
          <a:xfrm rot="5400000" flipH="1" flipV="1">
            <a:off x="307261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34" name="Teardrop 3"/>
          <p:cNvSpPr/>
          <p:nvPr/>
        </p:nvSpPr>
        <p:spPr>
          <a:xfrm rot="5400000" flipH="1" flipV="1">
            <a:off x="391515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35" name="Teardrop 3"/>
          <p:cNvSpPr/>
          <p:nvPr/>
        </p:nvSpPr>
        <p:spPr>
          <a:xfrm rot="5400000" flipH="1" flipV="1">
            <a:off x="475769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36" name="Teardrop 3"/>
          <p:cNvSpPr/>
          <p:nvPr/>
        </p:nvSpPr>
        <p:spPr>
          <a:xfrm rot="5400000" flipH="1" flipV="1">
            <a:off x="560023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37" name="Teardrop 3"/>
          <p:cNvSpPr/>
          <p:nvPr/>
        </p:nvSpPr>
        <p:spPr>
          <a:xfrm rot="5400000" flipH="1" flipV="1">
            <a:off x="812785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38" name="Teardrop 3"/>
          <p:cNvSpPr/>
          <p:nvPr/>
        </p:nvSpPr>
        <p:spPr>
          <a:xfrm rot="5400000" flipH="1" flipV="1">
            <a:off x="728531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39" name="Teardrop 3"/>
          <p:cNvSpPr/>
          <p:nvPr/>
        </p:nvSpPr>
        <p:spPr>
          <a:xfrm rot="5400000" flipH="1" flipV="1">
            <a:off x="981293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40" name="Teardrop 3"/>
          <p:cNvSpPr/>
          <p:nvPr/>
        </p:nvSpPr>
        <p:spPr>
          <a:xfrm rot="5400000" flipH="1" flipV="1">
            <a:off x="897039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41" name="Teardrop 3"/>
          <p:cNvSpPr/>
          <p:nvPr/>
        </p:nvSpPr>
        <p:spPr>
          <a:xfrm rot="5400000" flipH="1" flipV="1">
            <a:off x="11498011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42" name="Teardrop 3"/>
          <p:cNvSpPr/>
          <p:nvPr/>
        </p:nvSpPr>
        <p:spPr>
          <a:xfrm rot="5400000" flipH="1" flipV="1">
            <a:off x="1065547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43" name="Teardrop 3"/>
          <p:cNvSpPr/>
          <p:nvPr/>
        </p:nvSpPr>
        <p:spPr>
          <a:xfrm rot="5400000" flipH="1" flipV="1">
            <a:off x="54499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44" name="Oval 843"/>
          <p:cNvSpPr/>
          <p:nvPr/>
        </p:nvSpPr>
        <p:spPr>
          <a:xfrm>
            <a:off x="666451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45" name="Oval 844"/>
          <p:cNvSpPr/>
          <p:nvPr/>
        </p:nvSpPr>
        <p:spPr>
          <a:xfrm>
            <a:off x="76673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46" name="Oval 845"/>
          <p:cNvSpPr/>
          <p:nvPr/>
        </p:nvSpPr>
        <p:spPr>
          <a:xfrm>
            <a:off x="160927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47" name="Oval 846"/>
          <p:cNvSpPr/>
          <p:nvPr/>
        </p:nvSpPr>
        <p:spPr>
          <a:xfrm>
            <a:off x="245181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48" name="Oval 847"/>
          <p:cNvSpPr/>
          <p:nvPr/>
        </p:nvSpPr>
        <p:spPr>
          <a:xfrm>
            <a:off x="329435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49" name="Oval 848"/>
          <p:cNvSpPr/>
          <p:nvPr/>
        </p:nvSpPr>
        <p:spPr>
          <a:xfrm>
            <a:off x="413689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50" name="Oval 849"/>
          <p:cNvSpPr/>
          <p:nvPr/>
        </p:nvSpPr>
        <p:spPr>
          <a:xfrm>
            <a:off x="497943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51" name="Oval 850"/>
          <p:cNvSpPr/>
          <p:nvPr/>
        </p:nvSpPr>
        <p:spPr>
          <a:xfrm>
            <a:off x="582197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52" name="Oval 851"/>
          <p:cNvSpPr/>
          <p:nvPr/>
        </p:nvSpPr>
        <p:spPr>
          <a:xfrm>
            <a:off x="834959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53" name="Oval 852"/>
          <p:cNvSpPr/>
          <p:nvPr/>
        </p:nvSpPr>
        <p:spPr>
          <a:xfrm>
            <a:off x="750705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54" name="Oval 853"/>
          <p:cNvSpPr/>
          <p:nvPr/>
        </p:nvSpPr>
        <p:spPr>
          <a:xfrm>
            <a:off x="1003467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55" name="Oval 854"/>
          <p:cNvSpPr/>
          <p:nvPr/>
        </p:nvSpPr>
        <p:spPr>
          <a:xfrm>
            <a:off x="919213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56" name="Oval 855"/>
          <p:cNvSpPr/>
          <p:nvPr/>
        </p:nvSpPr>
        <p:spPr>
          <a:xfrm>
            <a:off x="11719750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57" name="Oval 856"/>
          <p:cNvSpPr/>
          <p:nvPr/>
        </p:nvSpPr>
        <p:spPr>
          <a:xfrm>
            <a:off x="1087721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58" name="Teardrop 3"/>
          <p:cNvSpPr/>
          <p:nvPr/>
        </p:nvSpPr>
        <p:spPr>
          <a:xfrm rot="5400000" flipH="1" flipV="1">
            <a:off x="602118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59" name="Teardrop 3"/>
          <p:cNvSpPr/>
          <p:nvPr/>
        </p:nvSpPr>
        <p:spPr>
          <a:xfrm rot="5400000" flipH="1" flipV="1">
            <a:off x="96594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60" name="Teardrop 3"/>
          <p:cNvSpPr/>
          <p:nvPr/>
        </p:nvSpPr>
        <p:spPr>
          <a:xfrm rot="5400000" flipH="1" flipV="1">
            <a:off x="180848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61" name="Teardrop 3"/>
          <p:cNvSpPr/>
          <p:nvPr/>
        </p:nvSpPr>
        <p:spPr>
          <a:xfrm rot="5400000" flipH="1" flipV="1">
            <a:off x="265102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62" name="Teardrop 3"/>
          <p:cNvSpPr/>
          <p:nvPr/>
        </p:nvSpPr>
        <p:spPr>
          <a:xfrm rot="5400000" flipH="1" flipV="1">
            <a:off x="349356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63" name="Teardrop 3"/>
          <p:cNvSpPr/>
          <p:nvPr/>
        </p:nvSpPr>
        <p:spPr>
          <a:xfrm rot="5400000" flipH="1" flipV="1">
            <a:off x="433610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64" name="Teardrop 3"/>
          <p:cNvSpPr/>
          <p:nvPr/>
        </p:nvSpPr>
        <p:spPr>
          <a:xfrm rot="5400000" flipH="1" flipV="1">
            <a:off x="517864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65" name="Teardrop 3"/>
          <p:cNvSpPr/>
          <p:nvPr/>
        </p:nvSpPr>
        <p:spPr>
          <a:xfrm rot="5400000" flipH="1" flipV="1">
            <a:off x="770626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66" name="Teardrop 3"/>
          <p:cNvSpPr/>
          <p:nvPr/>
        </p:nvSpPr>
        <p:spPr>
          <a:xfrm rot="5400000" flipH="1" flipV="1">
            <a:off x="686372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67" name="Teardrop 3"/>
          <p:cNvSpPr/>
          <p:nvPr/>
        </p:nvSpPr>
        <p:spPr>
          <a:xfrm rot="5400000" flipH="1" flipV="1">
            <a:off x="939134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68" name="Teardrop 3"/>
          <p:cNvSpPr/>
          <p:nvPr/>
        </p:nvSpPr>
        <p:spPr>
          <a:xfrm rot="5400000" flipH="1" flipV="1">
            <a:off x="854880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69" name="Teardrop 3"/>
          <p:cNvSpPr/>
          <p:nvPr/>
        </p:nvSpPr>
        <p:spPr>
          <a:xfrm rot="5400000" flipH="1" flipV="1">
            <a:off x="11076421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70" name="Teardrop 3"/>
          <p:cNvSpPr/>
          <p:nvPr/>
        </p:nvSpPr>
        <p:spPr>
          <a:xfrm rot="5400000" flipH="1" flipV="1">
            <a:off x="1023388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71" name="Teardrop 3"/>
          <p:cNvSpPr/>
          <p:nvPr/>
        </p:nvSpPr>
        <p:spPr>
          <a:xfrm rot="5400000" flipH="1" flipV="1">
            <a:off x="12340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72" name="Teardrop 3"/>
          <p:cNvSpPr/>
          <p:nvPr/>
        </p:nvSpPr>
        <p:spPr>
          <a:xfrm rot="5400000" flipH="1" flipV="1">
            <a:off x="11760002" y="4069935"/>
            <a:ext cx="595781" cy="268215"/>
          </a:xfrm>
          <a:custGeom>
            <a:avLst/>
            <a:gdLst/>
            <a:ahLst/>
            <a:cxnLst/>
            <a:rect l="l" t="t" r="r" b="b"/>
            <a:pathLst>
              <a:path w="595781" h="268215">
                <a:moveTo>
                  <a:pt x="230951" y="239431"/>
                </a:moveTo>
                <a:lnTo>
                  <a:pt x="89396" y="97876"/>
                </a:lnTo>
                <a:cubicBezTo>
                  <a:pt x="74075" y="113887"/>
                  <a:pt x="64809" y="135634"/>
                  <a:pt x="64809" y="159544"/>
                </a:cubicBezTo>
                <a:cubicBezTo>
                  <a:pt x="64809" y="209563"/>
                  <a:pt x="105358" y="250112"/>
                  <a:pt x="155376" y="250112"/>
                </a:cubicBezTo>
                <a:cubicBezTo>
                  <a:pt x="174455" y="249746"/>
                  <a:pt x="198601" y="254980"/>
                  <a:pt x="211458" y="268141"/>
                </a:cubicBezTo>
                <a:cubicBezTo>
                  <a:pt x="215886" y="257686"/>
                  <a:pt x="222436" y="247948"/>
                  <a:pt x="230951" y="239431"/>
                </a:cubicBezTo>
                <a:close/>
                <a:moveTo>
                  <a:pt x="259706" y="219892"/>
                </a:moveTo>
                <a:cubicBezTo>
                  <a:pt x="246546" y="207035"/>
                  <a:pt x="241311" y="182889"/>
                  <a:pt x="241677" y="163811"/>
                </a:cubicBezTo>
                <a:cubicBezTo>
                  <a:pt x="241677" y="113792"/>
                  <a:pt x="201129" y="73244"/>
                  <a:pt x="151110" y="73244"/>
                </a:cubicBezTo>
                <a:cubicBezTo>
                  <a:pt x="127200" y="73244"/>
                  <a:pt x="105453" y="82510"/>
                  <a:pt x="89441" y="97831"/>
                </a:cubicBezTo>
                <a:lnTo>
                  <a:pt x="230996" y="239386"/>
                </a:lnTo>
                <a:cubicBezTo>
                  <a:pt x="239514" y="230871"/>
                  <a:pt x="249252" y="224320"/>
                  <a:pt x="259706" y="219892"/>
                </a:cubicBezTo>
                <a:close/>
                <a:moveTo>
                  <a:pt x="382868" y="82592"/>
                </a:moveTo>
                <a:cubicBezTo>
                  <a:pt x="379825" y="66091"/>
                  <a:pt x="371670" y="50477"/>
                  <a:pt x="358914" y="37722"/>
                </a:cubicBezTo>
                <a:cubicBezTo>
                  <a:pt x="342007" y="20815"/>
                  <a:pt x="320078" y="11989"/>
                  <a:pt x="297922" y="11501"/>
                </a:cubicBezTo>
                <a:lnTo>
                  <a:pt x="297922" y="96667"/>
                </a:lnTo>
                <a:lnTo>
                  <a:pt x="297858" y="96667"/>
                </a:lnTo>
                <a:lnTo>
                  <a:pt x="297858" y="11501"/>
                </a:lnTo>
                <a:cubicBezTo>
                  <a:pt x="275703" y="11990"/>
                  <a:pt x="253774" y="20815"/>
                  <a:pt x="236866" y="37722"/>
                </a:cubicBezTo>
                <a:cubicBezTo>
                  <a:pt x="224105" y="50483"/>
                  <a:pt x="215948" y="66105"/>
                  <a:pt x="212939" y="82613"/>
                </a:cubicBezTo>
                <a:cubicBezTo>
                  <a:pt x="237527" y="100902"/>
                  <a:pt x="253233" y="130241"/>
                  <a:pt x="253233" y="163248"/>
                </a:cubicBezTo>
                <a:cubicBezTo>
                  <a:pt x="252735" y="189232"/>
                  <a:pt x="256525" y="205210"/>
                  <a:pt x="272877" y="215167"/>
                </a:cubicBezTo>
                <a:cubicBezTo>
                  <a:pt x="289126" y="210687"/>
                  <a:pt x="306340" y="210767"/>
                  <a:pt x="322577" y="215380"/>
                </a:cubicBezTo>
                <a:cubicBezTo>
                  <a:pt x="324655" y="214136"/>
                  <a:pt x="326534" y="212797"/>
                  <a:pt x="328229" y="211355"/>
                </a:cubicBezTo>
                <a:cubicBezTo>
                  <a:pt x="340097" y="201263"/>
                  <a:pt x="342986" y="186138"/>
                  <a:pt x="342547" y="163248"/>
                </a:cubicBezTo>
                <a:cubicBezTo>
                  <a:pt x="342547" y="130228"/>
                  <a:pt x="358265" y="100880"/>
                  <a:pt x="382868" y="82592"/>
                </a:cubicBezTo>
                <a:close/>
                <a:moveTo>
                  <a:pt x="506339" y="97830"/>
                </a:moveTo>
                <a:cubicBezTo>
                  <a:pt x="490327" y="82509"/>
                  <a:pt x="468581" y="73244"/>
                  <a:pt x="444670" y="73244"/>
                </a:cubicBezTo>
                <a:cubicBezTo>
                  <a:pt x="394652" y="73244"/>
                  <a:pt x="354103" y="113792"/>
                  <a:pt x="354103" y="163811"/>
                </a:cubicBezTo>
                <a:cubicBezTo>
                  <a:pt x="354470" y="182914"/>
                  <a:pt x="349220" y="207099"/>
                  <a:pt x="336023" y="219944"/>
                </a:cubicBezTo>
                <a:cubicBezTo>
                  <a:pt x="346519" y="224314"/>
                  <a:pt x="356263" y="230867"/>
                  <a:pt x="364783" y="239386"/>
                </a:cubicBezTo>
                <a:close/>
                <a:moveTo>
                  <a:pt x="530971" y="159544"/>
                </a:moveTo>
                <a:cubicBezTo>
                  <a:pt x="530971" y="135634"/>
                  <a:pt x="521705" y="113887"/>
                  <a:pt x="506384" y="97876"/>
                </a:cubicBezTo>
                <a:lnTo>
                  <a:pt x="364828" y="239431"/>
                </a:lnTo>
                <a:cubicBezTo>
                  <a:pt x="373348" y="247952"/>
                  <a:pt x="379901" y="257695"/>
                  <a:pt x="384270" y="268192"/>
                </a:cubicBezTo>
                <a:cubicBezTo>
                  <a:pt x="397115" y="254994"/>
                  <a:pt x="421300" y="249745"/>
                  <a:pt x="440404" y="250111"/>
                </a:cubicBezTo>
                <a:cubicBezTo>
                  <a:pt x="465413" y="250112"/>
                  <a:pt x="488055" y="239974"/>
                  <a:pt x="504444" y="223585"/>
                </a:cubicBezTo>
                <a:cubicBezTo>
                  <a:pt x="520834" y="207196"/>
                  <a:pt x="530971" y="184554"/>
                  <a:pt x="530971" y="159544"/>
                </a:cubicBezTo>
                <a:close/>
                <a:moveTo>
                  <a:pt x="595781" y="268215"/>
                </a:moveTo>
                <a:lnTo>
                  <a:pt x="581969" y="268215"/>
                </a:lnTo>
                <a:cubicBezTo>
                  <a:pt x="578743" y="259654"/>
                  <a:pt x="573266" y="252074"/>
                  <a:pt x="566492" y="245300"/>
                </a:cubicBezTo>
                <a:cubicBezTo>
                  <a:pt x="553737" y="232545"/>
                  <a:pt x="538123" y="224389"/>
                  <a:pt x="521623" y="221347"/>
                </a:cubicBezTo>
                <a:cubicBezTo>
                  <a:pt x="519174" y="225205"/>
                  <a:pt x="516174" y="228633"/>
                  <a:pt x="512960" y="231847"/>
                </a:cubicBezTo>
                <a:cubicBezTo>
                  <a:pt x="494535" y="250272"/>
                  <a:pt x="469082" y="261667"/>
                  <a:pt x="440967" y="261667"/>
                </a:cubicBezTo>
                <a:cubicBezTo>
                  <a:pt x="425629" y="261373"/>
                  <a:pt x="413777" y="262574"/>
                  <a:pt x="405186" y="268215"/>
                </a:cubicBezTo>
                <a:lnTo>
                  <a:pt x="372038" y="268215"/>
                </a:lnTo>
                <a:cubicBezTo>
                  <a:pt x="369178" y="260078"/>
                  <a:pt x="364042" y="252948"/>
                  <a:pt x="357679" y="246581"/>
                </a:cubicBezTo>
                <a:lnTo>
                  <a:pt x="349451" y="254808"/>
                </a:lnTo>
                <a:lnTo>
                  <a:pt x="349428" y="254786"/>
                </a:lnTo>
                <a:cubicBezTo>
                  <a:pt x="349421" y="254779"/>
                  <a:pt x="349413" y="254771"/>
                  <a:pt x="349406" y="254763"/>
                </a:cubicBezTo>
                <a:lnTo>
                  <a:pt x="357634" y="246536"/>
                </a:lnTo>
                <a:cubicBezTo>
                  <a:pt x="324632" y="213554"/>
                  <a:pt x="271148" y="213554"/>
                  <a:pt x="238147" y="246536"/>
                </a:cubicBezTo>
                <a:lnTo>
                  <a:pt x="246374" y="254763"/>
                </a:lnTo>
                <a:cubicBezTo>
                  <a:pt x="246367" y="254771"/>
                  <a:pt x="246360" y="254779"/>
                  <a:pt x="246352" y="254786"/>
                </a:cubicBezTo>
                <a:cubicBezTo>
                  <a:pt x="246345" y="254794"/>
                  <a:pt x="246337" y="254801"/>
                  <a:pt x="246329" y="254808"/>
                </a:cubicBezTo>
                <a:lnTo>
                  <a:pt x="238101" y="246581"/>
                </a:lnTo>
                <a:lnTo>
                  <a:pt x="223742" y="268215"/>
                </a:lnTo>
                <a:lnTo>
                  <a:pt x="190546" y="268215"/>
                </a:lnTo>
                <a:cubicBezTo>
                  <a:pt x="181970" y="262570"/>
                  <a:pt x="170130" y="261374"/>
                  <a:pt x="154813" y="261668"/>
                </a:cubicBezTo>
                <a:cubicBezTo>
                  <a:pt x="121806" y="261668"/>
                  <a:pt x="92467" y="245961"/>
                  <a:pt x="74179" y="221373"/>
                </a:cubicBezTo>
                <a:cubicBezTo>
                  <a:pt x="57671" y="224382"/>
                  <a:pt x="42049" y="232539"/>
                  <a:pt x="29288" y="245300"/>
                </a:cubicBezTo>
                <a:lnTo>
                  <a:pt x="13811" y="268215"/>
                </a:lnTo>
                <a:lnTo>
                  <a:pt x="0" y="268215"/>
                </a:lnTo>
                <a:cubicBezTo>
                  <a:pt x="4705" y="256723"/>
                  <a:pt x="11839" y="246048"/>
                  <a:pt x="21157" y="236731"/>
                </a:cubicBezTo>
                <a:cubicBezTo>
                  <a:pt x="34324" y="223564"/>
                  <a:pt x="50200" y="214757"/>
                  <a:pt x="67080" y="210684"/>
                </a:cubicBezTo>
                <a:cubicBezTo>
                  <a:pt x="57990" y="195895"/>
                  <a:pt x="53000" y="178457"/>
                  <a:pt x="53000" y="159854"/>
                </a:cubicBezTo>
                <a:cubicBezTo>
                  <a:pt x="53000" y="132604"/>
                  <a:pt x="63706" y="107854"/>
                  <a:pt x="81286" y="89721"/>
                </a:cubicBezTo>
                <a:cubicBezTo>
                  <a:pt x="99420" y="72140"/>
                  <a:pt x="124170" y="61435"/>
                  <a:pt x="151420" y="61435"/>
                </a:cubicBezTo>
                <a:cubicBezTo>
                  <a:pt x="170023" y="61435"/>
                  <a:pt x="187461" y="66424"/>
                  <a:pt x="202250" y="75515"/>
                </a:cubicBezTo>
                <a:cubicBezTo>
                  <a:pt x="206323" y="58635"/>
                  <a:pt x="215130" y="42758"/>
                  <a:pt x="228297" y="29591"/>
                </a:cubicBezTo>
                <a:cubicBezTo>
                  <a:pt x="247566" y="10322"/>
                  <a:pt x="272636" y="391"/>
                  <a:pt x="297890" y="0"/>
                </a:cubicBezTo>
                <a:cubicBezTo>
                  <a:pt x="323144" y="391"/>
                  <a:pt x="348215" y="10322"/>
                  <a:pt x="367484" y="29591"/>
                </a:cubicBezTo>
                <a:cubicBezTo>
                  <a:pt x="380644" y="42751"/>
                  <a:pt x="389448" y="58618"/>
                  <a:pt x="393604" y="75474"/>
                </a:cubicBezTo>
                <a:cubicBezTo>
                  <a:pt x="408376" y="66408"/>
                  <a:pt x="425787" y="61434"/>
                  <a:pt x="444360" y="61434"/>
                </a:cubicBezTo>
                <a:cubicBezTo>
                  <a:pt x="471611" y="61434"/>
                  <a:pt x="496360" y="72140"/>
                  <a:pt x="514494" y="89721"/>
                </a:cubicBezTo>
                <a:cubicBezTo>
                  <a:pt x="532075" y="107854"/>
                  <a:pt x="542780" y="132604"/>
                  <a:pt x="542780" y="159854"/>
                </a:cubicBezTo>
                <a:cubicBezTo>
                  <a:pt x="542780" y="178427"/>
                  <a:pt x="537807" y="195839"/>
                  <a:pt x="528740" y="210610"/>
                </a:cubicBezTo>
                <a:cubicBezTo>
                  <a:pt x="545596" y="214766"/>
                  <a:pt x="561463" y="223570"/>
                  <a:pt x="574624" y="236731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73" name="Oval 872"/>
          <p:cNvSpPr/>
          <p:nvPr/>
        </p:nvSpPr>
        <p:spPr>
          <a:xfrm>
            <a:off x="708665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74" name="Oval 873"/>
          <p:cNvSpPr/>
          <p:nvPr/>
        </p:nvSpPr>
        <p:spPr>
          <a:xfrm>
            <a:off x="34633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75" name="Oval 874"/>
          <p:cNvSpPr/>
          <p:nvPr/>
        </p:nvSpPr>
        <p:spPr>
          <a:xfrm>
            <a:off x="118887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76" name="Oval 875"/>
          <p:cNvSpPr/>
          <p:nvPr/>
        </p:nvSpPr>
        <p:spPr>
          <a:xfrm>
            <a:off x="203141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77" name="Oval 876"/>
          <p:cNvSpPr/>
          <p:nvPr/>
        </p:nvSpPr>
        <p:spPr>
          <a:xfrm>
            <a:off x="287395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78" name="Oval 877"/>
          <p:cNvSpPr/>
          <p:nvPr/>
        </p:nvSpPr>
        <p:spPr>
          <a:xfrm>
            <a:off x="371649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79" name="Oval 878"/>
          <p:cNvSpPr/>
          <p:nvPr/>
        </p:nvSpPr>
        <p:spPr>
          <a:xfrm>
            <a:off x="455903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80" name="Oval 879"/>
          <p:cNvSpPr/>
          <p:nvPr/>
        </p:nvSpPr>
        <p:spPr>
          <a:xfrm>
            <a:off x="540157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81" name="Oval 880"/>
          <p:cNvSpPr/>
          <p:nvPr/>
        </p:nvSpPr>
        <p:spPr>
          <a:xfrm>
            <a:off x="624411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82" name="Oval 881"/>
          <p:cNvSpPr/>
          <p:nvPr/>
        </p:nvSpPr>
        <p:spPr>
          <a:xfrm>
            <a:off x="877173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83" name="Oval 882"/>
          <p:cNvSpPr/>
          <p:nvPr/>
        </p:nvSpPr>
        <p:spPr>
          <a:xfrm>
            <a:off x="792919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84" name="Oval 883"/>
          <p:cNvSpPr/>
          <p:nvPr/>
        </p:nvSpPr>
        <p:spPr>
          <a:xfrm>
            <a:off x="1045681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85" name="Oval 884"/>
          <p:cNvSpPr/>
          <p:nvPr/>
        </p:nvSpPr>
        <p:spPr>
          <a:xfrm>
            <a:off x="961427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86" name="Oval 885"/>
          <p:cNvSpPr/>
          <p:nvPr/>
        </p:nvSpPr>
        <p:spPr>
          <a:xfrm>
            <a:off x="1129935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87" name="Teardrop 3"/>
          <p:cNvSpPr/>
          <p:nvPr/>
        </p:nvSpPr>
        <p:spPr>
          <a:xfrm rot="5400000" flipH="1" flipV="1">
            <a:off x="6636142" y="4185695"/>
            <a:ext cx="232840" cy="539773"/>
          </a:xfrm>
          <a:custGeom>
            <a:avLst/>
            <a:gdLst/>
            <a:ahLst/>
            <a:cxnLst/>
            <a:rect l="l" t="t" r="r" b="b"/>
            <a:pathLst>
              <a:path w="232840" h="539773">
                <a:moveTo>
                  <a:pt x="221340" y="269867"/>
                </a:moveTo>
                <a:cubicBezTo>
                  <a:pt x="220851" y="247712"/>
                  <a:pt x="212026" y="225783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3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1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7"/>
                  <a:pt x="157326" y="365540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4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3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4"/>
                </a:lnTo>
                <a:lnTo>
                  <a:pt x="0" y="462727"/>
                </a:lnTo>
                <a:cubicBezTo>
                  <a:pt x="14950" y="487415"/>
                  <a:pt x="42305" y="502981"/>
                  <a:pt x="73296" y="502981"/>
                </a:cubicBezTo>
                <a:cubicBezTo>
                  <a:pt x="97207" y="502981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7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9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90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6"/>
                </a:lnTo>
                <a:cubicBezTo>
                  <a:pt x="118953" y="46085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10"/>
                  <a:pt x="124986" y="35715"/>
                  <a:pt x="143120" y="53296"/>
                </a:cubicBezTo>
                <a:cubicBezTo>
                  <a:pt x="160701" y="71430"/>
                  <a:pt x="171406" y="96180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5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88" name="Teardrop 3"/>
          <p:cNvSpPr/>
          <p:nvPr/>
        </p:nvSpPr>
        <p:spPr>
          <a:xfrm rot="5400000" flipH="1" flipV="1">
            <a:off x="22905" y="4316257"/>
            <a:ext cx="232840" cy="278649"/>
          </a:xfrm>
          <a:custGeom>
            <a:avLst/>
            <a:gdLst/>
            <a:ahLst/>
            <a:cxnLst/>
            <a:rect l="l" t="t" r="r" b="b"/>
            <a:pathLst>
              <a:path w="232840" h="278649">
                <a:moveTo>
                  <a:pt x="232840" y="8776"/>
                </a:moveTo>
                <a:cubicBezTo>
                  <a:pt x="232449" y="34030"/>
                  <a:pt x="222519" y="59101"/>
                  <a:pt x="203250" y="78369"/>
                </a:cubicBezTo>
                <a:cubicBezTo>
                  <a:pt x="190082" y="91537"/>
                  <a:pt x="174206" y="100343"/>
                  <a:pt x="157326" y="104416"/>
                </a:cubicBezTo>
                <a:cubicBezTo>
                  <a:pt x="166417" y="119205"/>
                  <a:pt x="171406" y="136643"/>
                  <a:pt x="171406" y="155247"/>
                </a:cubicBezTo>
                <a:cubicBezTo>
                  <a:pt x="171406" y="182497"/>
                  <a:pt x="160701" y="207247"/>
                  <a:pt x="143120" y="225380"/>
                </a:cubicBezTo>
                <a:cubicBezTo>
                  <a:pt x="124986" y="242961"/>
                  <a:pt x="100237" y="253667"/>
                  <a:pt x="72986" y="253667"/>
                </a:cubicBezTo>
                <a:cubicBezTo>
                  <a:pt x="54383" y="253667"/>
                  <a:pt x="36945" y="248677"/>
                  <a:pt x="22156" y="239586"/>
                </a:cubicBezTo>
                <a:lnTo>
                  <a:pt x="0" y="278649"/>
                </a:lnTo>
                <a:lnTo>
                  <a:pt x="0" y="260595"/>
                </a:lnTo>
                <a:cubicBezTo>
                  <a:pt x="5973" y="252057"/>
                  <a:pt x="9654" y="242433"/>
                  <a:pt x="11467" y="232488"/>
                </a:cubicBezTo>
                <a:lnTo>
                  <a:pt x="0" y="218900"/>
                </a:lnTo>
                <a:lnTo>
                  <a:pt x="0" y="201603"/>
                </a:lnTo>
                <a:cubicBezTo>
                  <a:pt x="14950" y="226291"/>
                  <a:pt x="42305" y="241857"/>
                  <a:pt x="73296" y="241857"/>
                </a:cubicBezTo>
                <a:cubicBezTo>
                  <a:pt x="97207" y="241857"/>
                  <a:pt x="118953" y="232592"/>
                  <a:pt x="134965" y="217271"/>
                </a:cubicBezTo>
                <a:lnTo>
                  <a:pt x="0" y="82306"/>
                </a:lnTo>
                <a:lnTo>
                  <a:pt x="0" y="82216"/>
                </a:lnTo>
                <a:lnTo>
                  <a:pt x="135010" y="217225"/>
                </a:lnTo>
                <a:cubicBezTo>
                  <a:pt x="150331" y="201213"/>
                  <a:pt x="159597" y="179467"/>
                  <a:pt x="159597" y="155556"/>
                </a:cubicBezTo>
                <a:cubicBezTo>
                  <a:pt x="159597" y="105538"/>
                  <a:pt x="119048" y="64989"/>
                  <a:pt x="69030" y="64989"/>
                </a:cubicBezTo>
                <a:cubicBezTo>
                  <a:pt x="49952" y="65355"/>
                  <a:pt x="25806" y="60121"/>
                  <a:pt x="12948" y="46961"/>
                </a:cubicBezTo>
                <a:lnTo>
                  <a:pt x="0" y="66032"/>
                </a:lnTo>
                <a:lnTo>
                  <a:pt x="0" y="46474"/>
                </a:lnTo>
                <a:cubicBezTo>
                  <a:pt x="9193" y="32573"/>
                  <a:pt x="11853" y="16060"/>
                  <a:pt x="9334" y="0"/>
                </a:cubicBezTo>
                <a:lnTo>
                  <a:pt x="17529" y="0"/>
                </a:lnTo>
                <a:cubicBezTo>
                  <a:pt x="21671" y="11094"/>
                  <a:pt x="20740" y="22668"/>
                  <a:pt x="17673" y="33790"/>
                </a:cubicBezTo>
                <a:cubicBezTo>
                  <a:pt x="27631" y="50142"/>
                  <a:pt x="43609" y="53932"/>
                  <a:pt x="69593" y="53433"/>
                </a:cubicBezTo>
                <a:cubicBezTo>
                  <a:pt x="102600" y="53434"/>
                  <a:pt x="131938" y="69140"/>
                  <a:pt x="150227" y="93727"/>
                </a:cubicBezTo>
                <a:cubicBezTo>
                  <a:pt x="166735" y="90718"/>
                  <a:pt x="182357" y="82561"/>
                  <a:pt x="195118" y="69800"/>
                </a:cubicBezTo>
                <a:cubicBezTo>
                  <a:pt x="212026" y="52893"/>
                  <a:pt x="220851" y="30964"/>
                  <a:pt x="221339" y="8808"/>
                </a:cubicBezTo>
                <a:lnTo>
                  <a:pt x="136174" y="8808"/>
                </a:lnTo>
                <a:lnTo>
                  <a:pt x="136173" y="8744"/>
                </a:lnTo>
                <a:lnTo>
                  <a:pt x="221340" y="8744"/>
                </a:lnTo>
                <a:lnTo>
                  <a:pt x="219467" y="0"/>
                </a:lnTo>
                <a:lnTo>
                  <a:pt x="231012" y="0"/>
                </a:lnTo>
                <a:cubicBezTo>
                  <a:pt x="232616" y="2826"/>
                  <a:pt x="232794" y="5800"/>
                  <a:pt x="232840" y="8776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89" name="Teardrop 3"/>
          <p:cNvSpPr/>
          <p:nvPr/>
        </p:nvSpPr>
        <p:spPr>
          <a:xfrm rot="5400000" flipH="1" flipV="1">
            <a:off x="158090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2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7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3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79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lnTo>
                  <a:pt x="143120" y="53296"/>
                </a:ln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5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90" name="Teardrop 3"/>
          <p:cNvSpPr/>
          <p:nvPr/>
        </p:nvSpPr>
        <p:spPr>
          <a:xfrm rot="5400000" flipH="1" flipV="1">
            <a:off x="242344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2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79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09"/>
                  <a:pt x="124986" y="35715"/>
                  <a:pt x="143120" y="53296"/>
                </a:cubicBezTo>
                <a:lnTo>
                  <a:pt x="143120" y="53296"/>
                </a:ln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91" name="Teardrop 3"/>
          <p:cNvSpPr/>
          <p:nvPr/>
        </p:nvSpPr>
        <p:spPr>
          <a:xfrm rot="5400000" flipH="1" flipV="1">
            <a:off x="326598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2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79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09"/>
                  <a:pt x="124986" y="35715"/>
                  <a:pt x="143120" y="53296"/>
                </a:cubicBezTo>
                <a:lnTo>
                  <a:pt x="143120" y="53296"/>
                </a:ln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92" name="Teardrop 3"/>
          <p:cNvSpPr/>
          <p:nvPr/>
        </p:nvSpPr>
        <p:spPr>
          <a:xfrm rot="5400000" flipH="1" flipV="1">
            <a:off x="4108522" y="4185695"/>
            <a:ext cx="232840" cy="539773"/>
          </a:xfrm>
          <a:custGeom>
            <a:avLst/>
            <a:gdLst/>
            <a:ahLst/>
            <a:cxnLst/>
            <a:rect l="l" t="t" r="r" b="b"/>
            <a:pathLst>
              <a:path w="232840" h="539773">
                <a:moveTo>
                  <a:pt x="221340" y="269867"/>
                </a:moveTo>
                <a:cubicBezTo>
                  <a:pt x="220851" y="247712"/>
                  <a:pt x="212026" y="225782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2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1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7"/>
                  <a:pt x="157326" y="365540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4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3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4"/>
                </a:lnTo>
                <a:lnTo>
                  <a:pt x="0" y="462726"/>
                </a:lnTo>
                <a:cubicBezTo>
                  <a:pt x="14950" y="487415"/>
                  <a:pt x="42305" y="502981"/>
                  <a:pt x="73296" y="502981"/>
                </a:cubicBezTo>
                <a:cubicBezTo>
                  <a:pt x="97207" y="502981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7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9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79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09"/>
                  <a:pt x="124986" y="35715"/>
                  <a:pt x="143120" y="53296"/>
                </a:cubicBezTo>
                <a:lnTo>
                  <a:pt x="143120" y="53296"/>
                </a:ln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93" name="Teardrop 3"/>
          <p:cNvSpPr/>
          <p:nvPr/>
        </p:nvSpPr>
        <p:spPr>
          <a:xfrm rot="5400000" flipH="1" flipV="1">
            <a:off x="4951062" y="4185695"/>
            <a:ext cx="232840" cy="539773"/>
          </a:xfrm>
          <a:custGeom>
            <a:avLst/>
            <a:gdLst/>
            <a:ahLst/>
            <a:cxnLst/>
            <a:rect l="l" t="t" r="r" b="b"/>
            <a:pathLst>
              <a:path w="232840" h="539773">
                <a:moveTo>
                  <a:pt x="221340" y="269867"/>
                </a:moveTo>
                <a:cubicBezTo>
                  <a:pt x="220851" y="247712"/>
                  <a:pt x="212026" y="225783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3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1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7"/>
                  <a:pt x="157326" y="365540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4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3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4"/>
                </a:lnTo>
                <a:lnTo>
                  <a:pt x="0" y="462727"/>
                </a:lnTo>
                <a:cubicBezTo>
                  <a:pt x="14950" y="487415"/>
                  <a:pt x="42305" y="502981"/>
                  <a:pt x="73296" y="502981"/>
                </a:cubicBezTo>
                <a:cubicBezTo>
                  <a:pt x="97207" y="502981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7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9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90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6"/>
                </a:lnTo>
                <a:cubicBezTo>
                  <a:pt x="118953" y="46085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10"/>
                  <a:pt x="124986" y="35715"/>
                  <a:pt x="143120" y="53296"/>
                </a:cubicBezTo>
                <a:cubicBezTo>
                  <a:pt x="160701" y="71430"/>
                  <a:pt x="171406" y="96180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5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94" name="Teardrop 3"/>
          <p:cNvSpPr/>
          <p:nvPr/>
        </p:nvSpPr>
        <p:spPr>
          <a:xfrm rot="5400000" flipH="1" flipV="1">
            <a:off x="5793602" y="4185695"/>
            <a:ext cx="232840" cy="539773"/>
          </a:xfrm>
          <a:custGeom>
            <a:avLst/>
            <a:gdLst/>
            <a:ahLst/>
            <a:cxnLst/>
            <a:rect l="l" t="t" r="r" b="b"/>
            <a:pathLst>
              <a:path w="232840" h="539773">
                <a:moveTo>
                  <a:pt x="221340" y="269867"/>
                </a:moveTo>
                <a:cubicBezTo>
                  <a:pt x="220851" y="247712"/>
                  <a:pt x="212026" y="225783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3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1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7"/>
                  <a:pt x="157326" y="365540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4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3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4"/>
                </a:lnTo>
                <a:lnTo>
                  <a:pt x="0" y="462727"/>
                </a:lnTo>
                <a:cubicBezTo>
                  <a:pt x="14950" y="487415"/>
                  <a:pt x="42305" y="502981"/>
                  <a:pt x="73296" y="502981"/>
                </a:cubicBezTo>
                <a:cubicBezTo>
                  <a:pt x="97207" y="502981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7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9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90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6"/>
                </a:lnTo>
                <a:cubicBezTo>
                  <a:pt x="118953" y="46085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10"/>
                  <a:pt x="124986" y="35715"/>
                  <a:pt x="143120" y="53296"/>
                </a:cubicBezTo>
                <a:cubicBezTo>
                  <a:pt x="160701" y="71430"/>
                  <a:pt x="171406" y="96180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5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95" name="Teardrop 3"/>
          <p:cNvSpPr/>
          <p:nvPr/>
        </p:nvSpPr>
        <p:spPr>
          <a:xfrm rot="5400000" flipH="1" flipV="1">
            <a:off x="832122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2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6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5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09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90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6"/>
                </a:lnTo>
                <a:cubicBezTo>
                  <a:pt x="118953" y="46085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10"/>
                  <a:pt x="124986" y="35715"/>
                  <a:pt x="143120" y="53296"/>
                </a:cubicBezTo>
                <a:cubicBezTo>
                  <a:pt x="160701" y="71430"/>
                  <a:pt x="171406" y="96180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5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96" name="Teardrop 3"/>
          <p:cNvSpPr/>
          <p:nvPr/>
        </p:nvSpPr>
        <p:spPr>
          <a:xfrm rot="5400000" flipH="1" flipV="1">
            <a:off x="7478682" y="4185695"/>
            <a:ext cx="232840" cy="539773"/>
          </a:xfrm>
          <a:custGeom>
            <a:avLst/>
            <a:gdLst/>
            <a:ahLst/>
            <a:cxnLst/>
            <a:rect l="l" t="t" r="r" b="b"/>
            <a:pathLst>
              <a:path w="232840" h="539773">
                <a:moveTo>
                  <a:pt x="221340" y="269867"/>
                </a:moveTo>
                <a:cubicBezTo>
                  <a:pt x="220851" y="247712"/>
                  <a:pt x="212026" y="225783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3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1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7"/>
                  <a:pt x="157326" y="365540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4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3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4"/>
                </a:lnTo>
                <a:lnTo>
                  <a:pt x="0" y="462726"/>
                </a:lnTo>
                <a:cubicBezTo>
                  <a:pt x="14950" y="487415"/>
                  <a:pt x="42305" y="502981"/>
                  <a:pt x="73296" y="502981"/>
                </a:cubicBezTo>
                <a:cubicBezTo>
                  <a:pt x="97207" y="502981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7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9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90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6"/>
                </a:lnTo>
                <a:cubicBezTo>
                  <a:pt x="118953" y="46085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10"/>
                  <a:pt x="124986" y="35715"/>
                  <a:pt x="143120" y="53296"/>
                </a:cubicBezTo>
                <a:cubicBezTo>
                  <a:pt x="160701" y="71430"/>
                  <a:pt x="171406" y="96180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5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97" name="Teardrop 3"/>
          <p:cNvSpPr/>
          <p:nvPr/>
        </p:nvSpPr>
        <p:spPr>
          <a:xfrm rot="5400000" flipH="1" flipV="1">
            <a:off x="1000630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2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6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5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09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49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2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09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98" name="Teardrop 3"/>
          <p:cNvSpPr/>
          <p:nvPr/>
        </p:nvSpPr>
        <p:spPr>
          <a:xfrm rot="5400000" flipH="1" flipV="1">
            <a:off x="916376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2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6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5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09"/>
                </a:cubicBezTo>
                <a:lnTo>
                  <a:pt x="0" y="539772"/>
                </a:lnTo>
                <a:lnTo>
                  <a:pt x="0" y="521717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49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2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6"/>
                  <a:pt x="5972" y="26608"/>
                  <a:pt x="0" y="18073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09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99" name="Teardrop 3"/>
          <p:cNvSpPr/>
          <p:nvPr/>
        </p:nvSpPr>
        <p:spPr>
          <a:xfrm rot="5400000" flipH="1" flipV="1">
            <a:off x="11691380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2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6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5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09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49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2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09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00" name="Teardrop 3"/>
          <p:cNvSpPr/>
          <p:nvPr/>
        </p:nvSpPr>
        <p:spPr>
          <a:xfrm rot="5400000" flipH="1" flipV="1">
            <a:off x="1084884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2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6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5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09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49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2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6"/>
                  <a:pt x="5972" y="26608"/>
                  <a:pt x="0" y="18073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09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01" name="Teardrop 3"/>
          <p:cNvSpPr/>
          <p:nvPr/>
        </p:nvSpPr>
        <p:spPr>
          <a:xfrm rot="5400000" flipH="1" flipV="1">
            <a:off x="733383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3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8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79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09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lnTo>
                  <a:pt x="143120" y="53296"/>
                </a:ln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02" name="Oval 1651"/>
          <p:cNvSpPr/>
          <p:nvPr/>
        </p:nvSpPr>
        <p:spPr>
          <a:xfrm>
            <a:off x="812619" y="4561319"/>
            <a:ext cx="11030995" cy="10682"/>
          </a:xfrm>
          <a:custGeom>
            <a:avLst/>
            <a:gdLst/>
            <a:ahLst/>
            <a:cxnLst/>
            <a:rect l="l" t="t" r="r" b="b"/>
            <a:pathLst>
              <a:path w="11030995" h="10682">
                <a:moveTo>
                  <a:pt x="10992007" y="0"/>
                </a:moveTo>
                <a:cubicBezTo>
                  <a:pt x="11006265" y="0"/>
                  <a:pt x="11019702" y="3516"/>
                  <a:pt x="11030995" y="10682"/>
                </a:cubicBezTo>
                <a:lnTo>
                  <a:pt x="10953019" y="10682"/>
                </a:lnTo>
                <a:cubicBezTo>
                  <a:pt x="10964312" y="3516"/>
                  <a:pt x="10977749" y="0"/>
                  <a:pt x="10992007" y="0"/>
                </a:cubicBezTo>
                <a:close/>
                <a:moveTo>
                  <a:pt x="10149468" y="0"/>
                </a:moveTo>
                <a:cubicBezTo>
                  <a:pt x="10163726" y="0"/>
                  <a:pt x="10177163" y="3516"/>
                  <a:pt x="10188456" y="10682"/>
                </a:cubicBezTo>
                <a:lnTo>
                  <a:pt x="10110480" y="10682"/>
                </a:lnTo>
                <a:cubicBezTo>
                  <a:pt x="10121773" y="3516"/>
                  <a:pt x="10135210" y="0"/>
                  <a:pt x="10149468" y="0"/>
                </a:cubicBezTo>
                <a:close/>
                <a:moveTo>
                  <a:pt x="9306928" y="0"/>
                </a:moveTo>
                <a:cubicBezTo>
                  <a:pt x="9321186" y="0"/>
                  <a:pt x="9334623" y="3516"/>
                  <a:pt x="9345916" y="10682"/>
                </a:cubicBezTo>
                <a:lnTo>
                  <a:pt x="9267940" y="10682"/>
                </a:lnTo>
                <a:cubicBezTo>
                  <a:pt x="9279233" y="3516"/>
                  <a:pt x="9292670" y="0"/>
                  <a:pt x="9306928" y="0"/>
                </a:cubicBezTo>
                <a:close/>
                <a:moveTo>
                  <a:pt x="8464388" y="0"/>
                </a:moveTo>
                <a:cubicBezTo>
                  <a:pt x="8478646" y="0"/>
                  <a:pt x="8492083" y="3516"/>
                  <a:pt x="8503376" y="10682"/>
                </a:cubicBezTo>
                <a:lnTo>
                  <a:pt x="8425400" y="10682"/>
                </a:lnTo>
                <a:cubicBezTo>
                  <a:pt x="8436693" y="3516"/>
                  <a:pt x="8450130" y="0"/>
                  <a:pt x="8464388" y="0"/>
                </a:cubicBezTo>
                <a:close/>
                <a:moveTo>
                  <a:pt x="7621848" y="0"/>
                </a:moveTo>
                <a:cubicBezTo>
                  <a:pt x="7636106" y="0"/>
                  <a:pt x="7649543" y="3516"/>
                  <a:pt x="7660836" y="10682"/>
                </a:cubicBezTo>
                <a:lnTo>
                  <a:pt x="7582860" y="10682"/>
                </a:lnTo>
                <a:cubicBezTo>
                  <a:pt x="7594153" y="3516"/>
                  <a:pt x="7607590" y="0"/>
                  <a:pt x="7621848" y="0"/>
                </a:cubicBezTo>
                <a:close/>
                <a:moveTo>
                  <a:pt x="6779308" y="0"/>
                </a:moveTo>
                <a:cubicBezTo>
                  <a:pt x="6793566" y="0"/>
                  <a:pt x="6807003" y="3516"/>
                  <a:pt x="6818296" y="10682"/>
                </a:cubicBezTo>
                <a:lnTo>
                  <a:pt x="6740320" y="10682"/>
                </a:lnTo>
                <a:cubicBezTo>
                  <a:pt x="6751613" y="3516"/>
                  <a:pt x="6765050" y="0"/>
                  <a:pt x="6779308" y="0"/>
                </a:cubicBezTo>
                <a:close/>
                <a:moveTo>
                  <a:pt x="5936768" y="0"/>
                </a:moveTo>
                <a:cubicBezTo>
                  <a:pt x="5951026" y="0"/>
                  <a:pt x="5964463" y="3516"/>
                  <a:pt x="5975757" y="10682"/>
                </a:cubicBezTo>
                <a:lnTo>
                  <a:pt x="5897780" y="10682"/>
                </a:lnTo>
                <a:cubicBezTo>
                  <a:pt x="5909073" y="3516"/>
                  <a:pt x="5922510" y="0"/>
                  <a:pt x="5936768" y="0"/>
                </a:cubicBezTo>
                <a:close/>
                <a:moveTo>
                  <a:pt x="5094228" y="0"/>
                </a:moveTo>
                <a:cubicBezTo>
                  <a:pt x="5108486" y="0"/>
                  <a:pt x="5121923" y="3516"/>
                  <a:pt x="5133217" y="10682"/>
                </a:cubicBezTo>
                <a:lnTo>
                  <a:pt x="5055240" y="10682"/>
                </a:lnTo>
                <a:cubicBezTo>
                  <a:pt x="5066533" y="3516"/>
                  <a:pt x="5079970" y="0"/>
                  <a:pt x="5094228" y="0"/>
                </a:cubicBezTo>
                <a:close/>
                <a:moveTo>
                  <a:pt x="4251688" y="0"/>
                </a:moveTo>
                <a:cubicBezTo>
                  <a:pt x="4265946" y="0"/>
                  <a:pt x="4279383" y="3516"/>
                  <a:pt x="4290676" y="10682"/>
                </a:cubicBezTo>
                <a:lnTo>
                  <a:pt x="4212700" y="10682"/>
                </a:lnTo>
                <a:cubicBezTo>
                  <a:pt x="4223993" y="3516"/>
                  <a:pt x="4237430" y="0"/>
                  <a:pt x="4251688" y="0"/>
                </a:cubicBezTo>
                <a:close/>
                <a:moveTo>
                  <a:pt x="3409148" y="0"/>
                </a:moveTo>
                <a:cubicBezTo>
                  <a:pt x="3423406" y="0"/>
                  <a:pt x="3436843" y="3516"/>
                  <a:pt x="3448136" y="10682"/>
                </a:cubicBezTo>
                <a:lnTo>
                  <a:pt x="3370160" y="10682"/>
                </a:lnTo>
                <a:cubicBezTo>
                  <a:pt x="3381453" y="3516"/>
                  <a:pt x="3394890" y="0"/>
                  <a:pt x="3409148" y="0"/>
                </a:cubicBezTo>
                <a:close/>
                <a:moveTo>
                  <a:pt x="2566608" y="0"/>
                </a:moveTo>
                <a:cubicBezTo>
                  <a:pt x="2580866" y="0"/>
                  <a:pt x="2594303" y="3516"/>
                  <a:pt x="2605596" y="10682"/>
                </a:cubicBezTo>
                <a:lnTo>
                  <a:pt x="2527620" y="10682"/>
                </a:lnTo>
                <a:cubicBezTo>
                  <a:pt x="2538913" y="3516"/>
                  <a:pt x="2552350" y="0"/>
                  <a:pt x="2566608" y="0"/>
                </a:cubicBezTo>
                <a:close/>
                <a:moveTo>
                  <a:pt x="1724068" y="0"/>
                </a:moveTo>
                <a:cubicBezTo>
                  <a:pt x="1738326" y="0"/>
                  <a:pt x="1751763" y="3516"/>
                  <a:pt x="1763056" y="10682"/>
                </a:cubicBezTo>
                <a:lnTo>
                  <a:pt x="1685080" y="10682"/>
                </a:lnTo>
                <a:cubicBezTo>
                  <a:pt x="1696373" y="3516"/>
                  <a:pt x="1709810" y="0"/>
                  <a:pt x="1724068" y="0"/>
                </a:cubicBezTo>
                <a:close/>
                <a:moveTo>
                  <a:pt x="881528" y="0"/>
                </a:moveTo>
                <a:cubicBezTo>
                  <a:pt x="895786" y="0"/>
                  <a:pt x="909223" y="3516"/>
                  <a:pt x="920516" y="10682"/>
                </a:cubicBezTo>
                <a:lnTo>
                  <a:pt x="842540" y="10682"/>
                </a:lnTo>
                <a:cubicBezTo>
                  <a:pt x="853833" y="3516"/>
                  <a:pt x="867270" y="0"/>
                  <a:pt x="881528" y="0"/>
                </a:cubicBezTo>
                <a:close/>
                <a:moveTo>
                  <a:pt x="38988" y="0"/>
                </a:moveTo>
                <a:cubicBezTo>
                  <a:pt x="53246" y="0"/>
                  <a:pt x="66683" y="3516"/>
                  <a:pt x="77976" y="10682"/>
                </a:cubicBezTo>
                <a:lnTo>
                  <a:pt x="0" y="10682"/>
                </a:lnTo>
                <a:cubicBezTo>
                  <a:pt x="11293" y="3516"/>
                  <a:pt x="24730" y="0"/>
                  <a:pt x="3898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03" name="Oval 902"/>
          <p:cNvSpPr/>
          <p:nvPr/>
        </p:nvSpPr>
        <p:spPr>
          <a:xfrm>
            <a:off x="712049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04" name="Oval 903"/>
          <p:cNvSpPr/>
          <p:nvPr/>
        </p:nvSpPr>
        <p:spPr>
          <a:xfrm>
            <a:off x="37745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05" name="Oval 904"/>
          <p:cNvSpPr/>
          <p:nvPr/>
        </p:nvSpPr>
        <p:spPr>
          <a:xfrm>
            <a:off x="122033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06" name="Oval 905"/>
          <p:cNvSpPr/>
          <p:nvPr/>
        </p:nvSpPr>
        <p:spPr>
          <a:xfrm>
            <a:off x="206321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07" name="Oval 906"/>
          <p:cNvSpPr/>
          <p:nvPr/>
        </p:nvSpPr>
        <p:spPr>
          <a:xfrm>
            <a:off x="290609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08" name="Oval 907"/>
          <p:cNvSpPr/>
          <p:nvPr/>
        </p:nvSpPr>
        <p:spPr>
          <a:xfrm>
            <a:off x="374897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09" name="Oval 908"/>
          <p:cNvSpPr/>
          <p:nvPr/>
        </p:nvSpPr>
        <p:spPr>
          <a:xfrm>
            <a:off x="459185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10" name="Oval 909"/>
          <p:cNvSpPr/>
          <p:nvPr/>
        </p:nvSpPr>
        <p:spPr>
          <a:xfrm>
            <a:off x="543473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11" name="Oval 910"/>
          <p:cNvSpPr/>
          <p:nvPr/>
        </p:nvSpPr>
        <p:spPr>
          <a:xfrm>
            <a:off x="627761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12" name="Oval 911"/>
          <p:cNvSpPr/>
          <p:nvPr/>
        </p:nvSpPr>
        <p:spPr>
          <a:xfrm>
            <a:off x="880625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13" name="Oval 912"/>
          <p:cNvSpPr/>
          <p:nvPr/>
        </p:nvSpPr>
        <p:spPr>
          <a:xfrm>
            <a:off x="796337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14" name="Oval 913"/>
          <p:cNvSpPr/>
          <p:nvPr/>
        </p:nvSpPr>
        <p:spPr>
          <a:xfrm>
            <a:off x="1049201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15" name="Oval 914"/>
          <p:cNvSpPr/>
          <p:nvPr/>
        </p:nvSpPr>
        <p:spPr>
          <a:xfrm>
            <a:off x="964913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16" name="Oval 915"/>
          <p:cNvSpPr/>
          <p:nvPr/>
        </p:nvSpPr>
        <p:spPr>
          <a:xfrm>
            <a:off x="1133489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17" name="Oval 916"/>
          <p:cNvSpPr/>
          <p:nvPr/>
        </p:nvSpPr>
        <p:spPr>
          <a:xfrm>
            <a:off x="712049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18" name="Oval 917"/>
          <p:cNvSpPr/>
          <p:nvPr/>
        </p:nvSpPr>
        <p:spPr>
          <a:xfrm>
            <a:off x="37745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19" name="Oval 918"/>
          <p:cNvSpPr/>
          <p:nvPr/>
        </p:nvSpPr>
        <p:spPr>
          <a:xfrm>
            <a:off x="122033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20" name="Oval 919"/>
          <p:cNvSpPr/>
          <p:nvPr/>
        </p:nvSpPr>
        <p:spPr>
          <a:xfrm>
            <a:off x="206321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21" name="Oval 920"/>
          <p:cNvSpPr/>
          <p:nvPr/>
        </p:nvSpPr>
        <p:spPr>
          <a:xfrm>
            <a:off x="290609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22" name="Oval 921"/>
          <p:cNvSpPr/>
          <p:nvPr/>
        </p:nvSpPr>
        <p:spPr>
          <a:xfrm>
            <a:off x="374897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23" name="Oval 922"/>
          <p:cNvSpPr/>
          <p:nvPr/>
        </p:nvSpPr>
        <p:spPr>
          <a:xfrm>
            <a:off x="459185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24" name="Oval 923"/>
          <p:cNvSpPr/>
          <p:nvPr/>
        </p:nvSpPr>
        <p:spPr>
          <a:xfrm>
            <a:off x="543473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25" name="Oval 924"/>
          <p:cNvSpPr/>
          <p:nvPr/>
        </p:nvSpPr>
        <p:spPr>
          <a:xfrm>
            <a:off x="627761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26" name="Oval 925"/>
          <p:cNvSpPr/>
          <p:nvPr/>
        </p:nvSpPr>
        <p:spPr>
          <a:xfrm>
            <a:off x="880625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27" name="Oval 926"/>
          <p:cNvSpPr/>
          <p:nvPr/>
        </p:nvSpPr>
        <p:spPr>
          <a:xfrm>
            <a:off x="796337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28" name="Oval 927"/>
          <p:cNvSpPr/>
          <p:nvPr/>
        </p:nvSpPr>
        <p:spPr>
          <a:xfrm>
            <a:off x="1049201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29" name="Oval 928"/>
          <p:cNvSpPr/>
          <p:nvPr/>
        </p:nvSpPr>
        <p:spPr>
          <a:xfrm>
            <a:off x="964913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30" name="Oval 929"/>
          <p:cNvSpPr/>
          <p:nvPr/>
        </p:nvSpPr>
        <p:spPr>
          <a:xfrm>
            <a:off x="1133489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31" name="Oval 930"/>
          <p:cNvSpPr/>
          <p:nvPr/>
        </p:nvSpPr>
        <p:spPr>
          <a:xfrm>
            <a:off x="712049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32" name="Oval 931"/>
          <p:cNvSpPr/>
          <p:nvPr/>
        </p:nvSpPr>
        <p:spPr>
          <a:xfrm>
            <a:off x="37745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33" name="Oval 932"/>
          <p:cNvSpPr/>
          <p:nvPr/>
        </p:nvSpPr>
        <p:spPr>
          <a:xfrm>
            <a:off x="122033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34" name="Oval 933"/>
          <p:cNvSpPr/>
          <p:nvPr/>
        </p:nvSpPr>
        <p:spPr>
          <a:xfrm>
            <a:off x="206321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35" name="Oval 934"/>
          <p:cNvSpPr/>
          <p:nvPr/>
        </p:nvSpPr>
        <p:spPr>
          <a:xfrm>
            <a:off x="290609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36" name="Oval 935"/>
          <p:cNvSpPr/>
          <p:nvPr/>
        </p:nvSpPr>
        <p:spPr>
          <a:xfrm>
            <a:off x="374897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37" name="Oval 936"/>
          <p:cNvSpPr/>
          <p:nvPr/>
        </p:nvSpPr>
        <p:spPr>
          <a:xfrm>
            <a:off x="459185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38" name="Oval 937"/>
          <p:cNvSpPr/>
          <p:nvPr/>
        </p:nvSpPr>
        <p:spPr>
          <a:xfrm>
            <a:off x="543473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39" name="Oval 938"/>
          <p:cNvSpPr/>
          <p:nvPr/>
        </p:nvSpPr>
        <p:spPr>
          <a:xfrm>
            <a:off x="627761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40" name="Oval 939"/>
          <p:cNvSpPr/>
          <p:nvPr/>
        </p:nvSpPr>
        <p:spPr>
          <a:xfrm>
            <a:off x="880625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41" name="Oval 940"/>
          <p:cNvSpPr/>
          <p:nvPr/>
        </p:nvSpPr>
        <p:spPr>
          <a:xfrm>
            <a:off x="796337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42" name="Oval 941"/>
          <p:cNvSpPr/>
          <p:nvPr/>
        </p:nvSpPr>
        <p:spPr>
          <a:xfrm>
            <a:off x="1049201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43" name="Oval 942"/>
          <p:cNvSpPr/>
          <p:nvPr/>
        </p:nvSpPr>
        <p:spPr>
          <a:xfrm>
            <a:off x="964913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44" name="Oval 943"/>
          <p:cNvSpPr/>
          <p:nvPr/>
        </p:nvSpPr>
        <p:spPr>
          <a:xfrm>
            <a:off x="1133489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45" name="Oval 944"/>
          <p:cNvSpPr/>
          <p:nvPr/>
        </p:nvSpPr>
        <p:spPr>
          <a:xfrm>
            <a:off x="712049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46" name="Oval 945"/>
          <p:cNvSpPr/>
          <p:nvPr/>
        </p:nvSpPr>
        <p:spPr>
          <a:xfrm>
            <a:off x="37745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47" name="Oval 946"/>
          <p:cNvSpPr/>
          <p:nvPr/>
        </p:nvSpPr>
        <p:spPr>
          <a:xfrm>
            <a:off x="122033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48" name="Oval 947"/>
          <p:cNvSpPr/>
          <p:nvPr/>
        </p:nvSpPr>
        <p:spPr>
          <a:xfrm>
            <a:off x="206321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49" name="Oval 948"/>
          <p:cNvSpPr/>
          <p:nvPr/>
        </p:nvSpPr>
        <p:spPr>
          <a:xfrm>
            <a:off x="290609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50" name="Oval 949"/>
          <p:cNvSpPr/>
          <p:nvPr/>
        </p:nvSpPr>
        <p:spPr>
          <a:xfrm>
            <a:off x="374897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51" name="Oval 950"/>
          <p:cNvSpPr/>
          <p:nvPr/>
        </p:nvSpPr>
        <p:spPr>
          <a:xfrm>
            <a:off x="459185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52" name="Oval 951"/>
          <p:cNvSpPr/>
          <p:nvPr/>
        </p:nvSpPr>
        <p:spPr>
          <a:xfrm>
            <a:off x="543473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53" name="Oval 952"/>
          <p:cNvSpPr/>
          <p:nvPr/>
        </p:nvSpPr>
        <p:spPr>
          <a:xfrm>
            <a:off x="627761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54" name="Oval 953"/>
          <p:cNvSpPr/>
          <p:nvPr/>
        </p:nvSpPr>
        <p:spPr>
          <a:xfrm>
            <a:off x="880625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55" name="Oval 954"/>
          <p:cNvSpPr/>
          <p:nvPr/>
        </p:nvSpPr>
        <p:spPr>
          <a:xfrm>
            <a:off x="796337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56" name="Oval 955"/>
          <p:cNvSpPr/>
          <p:nvPr/>
        </p:nvSpPr>
        <p:spPr>
          <a:xfrm>
            <a:off x="1049201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57" name="Oval 956"/>
          <p:cNvSpPr/>
          <p:nvPr/>
        </p:nvSpPr>
        <p:spPr>
          <a:xfrm>
            <a:off x="964913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58" name="Oval 957"/>
          <p:cNvSpPr/>
          <p:nvPr/>
        </p:nvSpPr>
        <p:spPr>
          <a:xfrm>
            <a:off x="1133489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59" name="Oval 958"/>
          <p:cNvSpPr/>
          <p:nvPr/>
        </p:nvSpPr>
        <p:spPr>
          <a:xfrm>
            <a:off x="712049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60" name="Oval 959"/>
          <p:cNvSpPr/>
          <p:nvPr/>
        </p:nvSpPr>
        <p:spPr>
          <a:xfrm>
            <a:off x="37745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61" name="Oval 960"/>
          <p:cNvSpPr/>
          <p:nvPr/>
        </p:nvSpPr>
        <p:spPr>
          <a:xfrm>
            <a:off x="122033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62" name="Oval 961"/>
          <p:cNvSpPr/>
          <p:nvPr/>
        </p:nvSpPr>
        <p:spPr>
          <a:xfrm>
            <a:off x="206321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63" name="Oval 962"/>
          <p:cNvSpPr/>
          <p:nvPr/>
        </p:nvSpPr>
        <p:spPr>
          <a:xfrm>
            <a:off x="290609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64" name="Oval 963"/>
          <p:cNvSpPr/>
          <p:nvPr/>
        </p:nvSpPr>
        <p:spPr>
          <a:xfrm>
            <a:off x="374897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65" name="Oval 964"/>
          <p:cNvSpPr/>
          <p:nvPr/>
        </p:nvSpPr>
        <p:spPr>
          <a:xfrm>
            <a:off x="459185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66" name="Oval 965"/>
          <p:cNvSpPr/>
          <p:nvPr/>
        </p:nvSpPr>
        <p:spPr>
          <a:xfrm>
            <a:off x="543473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67" name="Oval 966"/>
          <p:cNvSpPr/>
          <p:nvPr/>
        </p:nvSpPr>
        <p:spPr>
          <a:xfrm>
            <a:off x="627761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68" name="Oval 967"/>
          <p:cNvSpPr/>
          <p:nvPr/>
        </p:nvSpPr>
        <p:spPr>
          <a:xfrm>
            <a:off x="880625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69" name="Oval 968"/>
          <p:cNvSpPr/>
          <p:nvPr/>
        </p:nvSpPr>
        <p:spPr>
          <a:xfrm>
            <a:off x="796337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70" name="Oval 969"/>
          <p:cNvSpPr/>
          <p:nvPr/>
        </p:nvSpPr>
        <p:spPr>
          <a:xfrm>
            <a:off x="1049201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71" name="Oval 970"/>
          <p:cNvSpPr/>
          <p:nvPr/>
        </p:nvSpPr>
        <p:spPr>
          <a:xfrm>
            <a:off x="964913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72" name="Oval 971"/>
          <p:cNvSpPr/>
          <p:nvPr/>
        </p:nvSpPr>
        <p:spPr>
          <a:xfrm>
            <a:off x="1133489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tIns="45720" rIns="91440" bIns="4572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DBA2D-C346-47D7-B725-AD5565904B32}" type="datetime1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Dr. Muhammad Nur Yanhaona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87873-1BB1-4963-BFB6-47919668ED05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26941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8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81D97-2E80-49E5-810A-B377885057B3}" type="datetime1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Dr. Muhammad Nur Yanhaona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87873-1BB1-4963-BFB6-47919668ED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1307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3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89320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89320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FB401-131B-48B1-9801-823F2FD2B298}" type="datetime1">
              <a:rPr lang="en-US" smtClean="0"/>
              <a:t>1/3/2026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Dr. Muhammad Nur Yanhaona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87873-1BB1-4963-BFB6-47919668ED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3182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843379"/>
            <a:ext cx="9720072" cy="101205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81E3D-D7E6-467F-AF38-95D0396B277C}" type="datetime1">
              <a:rPr lang="en-US" smtClean="0"/>
              <a:t>1/3/2026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Dr. Muhammad Nur Yanhaona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87873-1BB1-4963-BFB6-47919668ED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5806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17B1F-8F09-4FF9-8091-80E60962346A}" type="datetime1">
              <a:rPr lang="en-US" smtClean="0"/>
              <a:t>1/3/2026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Dr. Muhammad Nur Yanhaona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87873-1BB1-4963-BFB6-47919668ED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336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C7273-91EA-4A98-8E89-F61F08073B03}" type="datetime1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Dr. Muhammad Nur Yanhaona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87873-1BB1-4963-BFB6-47919668ED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9837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3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20988-DD92-474C-9706-5B4AB3DE3069}" type="datetime1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Dr. Muhammad Nur Yanhaona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87873-1BB1-4963-BFB6-47919668ED05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4478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50331-0FEB-4593-A095-160956A631EB}" type="datetime1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Dr. Muhammad Nur Yanhaona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87873-1BB1-4963-BFB6-47919668ED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725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0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F5EE3-E148-416F-AAB0-12C8A945F297}" type="datetime1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Dr. Muhammad Nur Yanhaona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87873-1BB1-4963-BFB6-47919668ED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92996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1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8" y="6470704"/>
            <a:ext cx="2154142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9981FDD-A197-4D08-B43E-F5A8D29BAFE5}" type="datetime1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8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By Dr. Muhammad Nur Yanhaona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4" y="6470704"/>
            <a:ext cx="973666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4A87873-1BB1-4963-BFB6-47919668ED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6106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3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launchschool.com/books/advanced_dsa/read/exploring_call_stack" TargetMode="External"/><Relationship Id="rId5" Type="http://schemas.microsoft.com/office/2007/relationships/hdphoto" Target="../media/hdphoto6.wdp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07/relationships/hdphoto" Target="../media/hdphoto9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79E9D-494F-44A5-9A17-F77A8DCE47C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CSE 420 Lecture 19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439602-C9D8-4B4A-B2B0-C1EB596F0C1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Runtime Engine: Stack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490F99-3371-4D0E-848E-8C324E510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Dr. Muhammad Nur Yanhaona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04ECE9-E45F-48AB-878E-A85F3CAA2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87873-1BB1-4963-BFB6-47919668ED0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8287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A0BF36-B21A-4328-898D-75A518E24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Dr. Muhammad Nur Yanhaona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64086D-0613-41AD-A068-AAEB5E129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87873-1BB1-4963-BFB6-47919668ED05}" type="slidenum">
              <a:rPr lang="en-US" smtClean="0"/>
              <a:t>2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0614DDB-9A82-49D0-82B3-3D60A265DBC6}"/>
              </a:ext>
            </a:extLst>
          </p:cNvPr>
          <p:cNvSpPr/>
          <p:nvPr/>
        </p:nvSpPr>
        <p:spPr>
          <a:xfrm>
            <a:off x="1951349" y="1586060"/>
            <a:ext cx="8116478" cy="32899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/>
              <a:t>Background Review</a:t>
            </a:r>
          </a:p>
        </p:txBody>
      </p:sp>
    </p:spTree>
    <p:extLst>
      <p:ext uri="{BB962C8B-B14F-4D97-AF65-F5344CB8AC3E}">
        <p14:creationId xmlns:p14="http://schemas.microsoft.com/office/powerpoint/2010/main" val="7355248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C0317-102D-4451-B284-3B8691653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Layout of a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9EB571-149B-4571-8E50-9C74D84FFE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7" y="1930892"/>
            <a:ext cx="4349151" cy="4092607"/>
          </a:xfrm>
        </p:spPr>
        <p:txBody>
          <a:bodyPr/>
          <a:lstStyle/>
          <a:p>
            <a:r>
              <a:rPr lang="en-US" dirty="0"/>
              <a:t>You learned about the memory layout of a process in the operating system course.</a:t>
            </a:r>
          </a:p>
          <a:p>
            <a:r>
              <a:rPr lang="en-US" dirty="0"/>
              <a:t>You also learned then that this layout is the layout of the logical address space of the process.</a:t>
            </a:r>
          </a:p>
          <a:p>
            <a:r>
              <a:rPr lang="en-US" dirty="0"/>
              <a:t>Actually, it is the compiler that is responsible for generating this layout.</a:t>
            </a:r>
          </a:p>
          <a:p>
            <a:r>
              <a:rPr lang="en-US" dirty="0"/>
              <a:t>By this, we understand that the compiler generates the executable machine code in a manner so that our known address space is maintained.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58DE10-E27C-4D0A-B701-DBD15B53D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Dr. Muhammad Nur Yanhaona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C8CC3A-1B37-48EA-B22F-A2577313A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87873-1BB1-4963-BFB6-47919668ED05}" type="slidenum">
              <a:rPr lang="en-US" smtClean="0"/>
              <a:t>3</a:t>
            </a:fld>
            <a:endParaRPr lang="en-US" dirty="0"/>
          </a:p>
        </p:txBody>
      </p:sp>
      <p:pic>
        <p:nvPicPr>
          <p:cNvPr id="1026" name="Picture 2" descr="Memory Layout of C Program | Embedded Wala">
            <a:extLst>
              <a:ext uri="{FF2B5EF4-FFF2-40B4-BE49-F238E27FC236}">
                <a16:creationId xmlns:a16="http://schemas.microsoft.com/office/drawing/2014/main" id="{024F3370-93F9-41ED-89F5-CFBDFBAD1B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4687" y="2162275"/>
            <a:ext cx="5119513" cy="2866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2D5C83E-6C1E-4FE7-A4FC-FBB3D18B0716}"/>
              </a:ext>
            </a:extLst>
          </p:cNvPr>
          <p:cNvSpPr/>
          <p:nvPr/>
        </p:nvSpPr>
        <p:spPr>
          <a:xfrm>
            <a:off x="5542961" y="2262433"/>
            <a:ext cx="1932495" cy="11665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EAB2C8-667D-4C3D-99BD-49AFB928FE98}"/>
              </a:ext>
            </a:extLst>
          </p:cNvPr>
          <p:cNvSpPr txBox="1"/>
          <p:nvPr/>
        </p:nvSpPr>
        <p:spPr>
          <a:xfrm>
            <a:off x="923827" y="6123657"/>
            <a:ext cx="779596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rgbClr val="FF0000"/>
                </a:solidFill>
              </a:rPr>
              <a:t>Image Source: https://embeddedwala.com/Blogs/embedded-c/memory-layout-of-c-program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05E673C-318F-44EB-BDEB-CDC922F3E011}"/>
              </a:ext>
            </a:extLst>
          </p:cNvPr>
          <p:cNvCxnSpPr>
            <a:cxnSpLocks/>
          </p:cNvCxnSpPr>
          <p:nvPr/>
        </p:nvCxnSpPr>
        <p:spPr>
          <a:xfrm>
            <a:off x="9539926" y="4110087"/>
            <a:ext cx="60331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A5402CC-3FF6-44D6-963A-9F89B82D0F97}"/>
              </a:ext>
            </a:extLst>
          </p:cNvPr>
          <p:cNvCxnSpPr>
            <a:cxnSpLocks/>
          </p:cNvCxnSpPr>
          <p:nvPr/>
        </p:nvCxnSpPr>
        <p:spPr>
          <a:xfrm>
            <a:off x="9558780" y="4590854"/>
            <a:ext cx="58446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ABDE0C1-E0D0-4A57-BECE-FDC58EB1150E}"/>
              </a:ext>
            </a:extLst>
          </p:cNvPr>
          <p:cNvCxnSpPr>
            <a:cxnSpLocks/>
          </p:cNvCxnSpPr>
          <p:nvPr/>
        </p:nvCxnSpPr>
        <p:spPr>
          <a:xfrm>
            <a:off x="10143242" y="4110087"/>
            <a:ext cx="0" cy="48076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F7EA45BD-43D0-4C56-9878-4752123215F3}"/>
              </a:ext>
            </a:extLst>
          </p:cNvPr>
          <p:cNvSpPr txBox="1"/>
          <p:nvPr/>
        </p:nvSpPr>
        <p:spPr>
          <a:xfrm>
            <a:off x="10137617" y="4196581"/>
            <a:ext cx="9845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Static Data</a:t>
            </a:r>
          </a:p>
        </p:txBody>
      </p:sp>
    </p:spTree>
    <p:extLst>
      <p:ext uri="{BB962C8B-B14F-4D97-AF65-F5344CB8AC3E}">
        <p14:creationId xmlns:p14="http://schemas.microsoft.com/office/powerpoint/2010/main" val="28941323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4EBAA-BDE1-49F7-957C-E6FEC2277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 of an Executable Program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BC35D6-E3C3-41A1-B50D-382A8355D9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your executable program is resting on the hard disk, it only contains the architecture-specific machine code corresponding to three-address code that we learned to generate.</a:t>
            </a:r>
          </a:p>
          <a:p>
            <a:r>
              <a:rPr lang="en-US" dirty="0"/>
              <a:t>Apart from that some meta-data information retains information about static data sections and some other information.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D36BDD-2F55-4ED1-AA06-D98B79648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Dr. Muhammad Nur Yanhaona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C4F8AC-6671-4303-8CD8-D3C7D133F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87873-1BB1-4963-BFB6-47919668ED05}" type="slidenum">
              <a:rPr lang="en-US" smtClean="0"/>
              <a:t>4</a:t>
            </a:fld>
            <a:endParaRPr lang="en-US" dirty="0"/>
          </a:p>
        </p:txBody>
      </p:sp>
      <p:pic>
        <p:nvPicPr>
          <p:cNvPr id="2050" name="Picture 2" descr="Machine Code - an overview | ScienceDirect Topics">
            <a:extLst>
              <a:ext uri="{FF2B5EF4-FFF2-40B4-BE49-F238E27FC236}">
                <a16:creationId xmlns:a16="http://schemas.microsoft.com/office/drawing/2014/main" id="{1B4F36D1-D536-420D-93C2-FA3E1CBD11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3661" y="3250203"/>
            <a:ext cx="2495550" cy="2962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8A03969-3E6D-47F2-8AF6-4707B9DBD7A4}"/>
              </a:ext>
            </a:extLst>
          </p:cNvPr>
          <p:cNvSpPr txBox="1"/>
          <p:nvPr/>
        </p:nvSpPr>
        <p:spPr>
          <a:xfrm>
            <a:off x="933254" y="6489558"/>
            <a:ext cx="746602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rgbClr val="FF0000"/>
                </a:solidFill>
              </a:rPr>
              <a:t>Image Source: https://www.sciencedirect.com/topics/engineering/machine-code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76EF41-48F0-4054-915D-671A5DA78E34}"/>
              </a:ext>
            </a:extLst>
          </p:cNvPr>
          <p:cNvSpPr txBox="1"/>
          <p:nvPr/>
        </p:nvSpPr>
        <p:spPr>
          <a:xfrm>
            <a:off x="3577379" y="3289085"/>
            <a:ext cx="384613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When a process is created by the operating system for your program and the process is allowed to execute in the CPU/CPU-cores then the variables of your program gets their values and their space in the logical address space.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D891B0-7E2A-4C08-B0A1-989BD555A5A1}"/>
              </a:ext>
            </a:extLst>
          </p:cNvPr>
          <p:cNvSpPr txBox="1"/>
          <p:nvPr/>
        </p:nvSpPr>
        <p:spPr>
          <a:xfrm>
            <a:off x="1086389" y="5233564"/>
            <a:ext cx="65610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Hence it is the compiler that decides where what variable should be allocated and how and generates the machine instructions accordingly so that values of variables can be read/write.</a:t>
            </a:r>
          </a:p>
        </p:txBody>
      </p:sp>
    </p:spTree>
    <p:extLst>
      <p:ext uri="{BB962C8B-B14F-4D97-AF65-F5344CB8AC3E}">
        <p14:creationId xmlns:p14="http://schemas.microsoft.com/office/powerpoint/2010/main" val="29232914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A8FE5-56B1-45C9-A59B-9BDD5E6F8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Addresses Not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5C07B7-774B-4AD2-BD2D-E8C7BD947F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1579" y="1769741"/>
            <a:ext cx="9720071" cy="112805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Remember that there is no concepts of variables in machine instructions in any ISA architecture.</a:t>
            </a:r>
          </a:p>
          <a:p>
            <a:r>
              <a:rPr lang="en-US" dirty="0"/>
              <a:t>Furthermore, direct arithmetic/logic operations on values stored in RAM addresses are also impossible.</a:t>
            </a:r>
          </a:p>
          <a:p>
            <a:r>
              <a:rPr lang="en-US" dirty="0"/>
              <a:t>Rather the way a process makes progress can be described as the following: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ACD4FA-951A-4B51-B9B7-83A429222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Dr. Muhammad Nur Yanhaona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EF5BB9-571C-4B86-A0CB-24272D085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87873-1BB1-4963-BFB6-47919668ED05}" type="slidenum">
              <a:rPr lang="en-US" smtClean="0"/>
              <a:t>5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0DB156-94E1-43DE-9986-91E4E3EB79A5}"/>
              </a:ext>
            </a:extLst>
          </p:cNvPr>
          <p:cNvSpPr txBox="1"/>
          <p:nvPr/>
        </p:nvSpPr>
        <p:spPr>
          <a:xfrm>
            <a:off x="656482" y="3431585"/>
            <a:ext cx="1204229" cy="95410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Load machine instruction from RAM addresses.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1BA56C-5854-4BF7-BE15-AFBDA55CA6B6}"/>
              </a:ext>
            </a:extLst>
          </p:cNvPr>
          <p:cNvSpPr txBox="1"/>
          <p:nvPr/>
        </p:nvSpPr>
        <p:spPr>
          <a:xfrm>
            <a:off x="1893060" y="5058810"/>
            <a:ext cx="1204229" cy="116955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Interpret instructions to decide what to do and on what data.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B92100-4DD6-4279-A9A0-4DD809096140}"/>
              </a:ext>
            </a:extLst>
          </p:cNvPr>
          <p:cNvSpPr txBox="1"/>
          <p:nvPr/>
        </p:nvSpPr>
        <p:spPr>
          <a:xfrm>
            <a:off x="3741612" y="3443709"/>
            <a:ext cx="1718346" cy="95410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/>
              <a:t>Load necessary data from appropriate RAM addresses to CPU registers.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EE7423-C6B6-49F9-8194-3AE2F851DF1D}"/>
              </a:ext>
            </a:extLst>
          </p:cNvPr>
          <p:cNvSpPr txBox="1"/>
          <p:nvPr/>
        </p:nvSpPr>
        <p:spPr>
          <a:xfrm>
            <a:off x="4376078" y="4988089"/>
            <a:ext cx="1744778" cy="116955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Do arithmetic/logic operations on data loaded on CPU registers using some instructions.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FB15DC-3F54-4689-850F-DD4D4D91069B}"/>
              </a:ext>
            </a:extLst>
          </p:cNvPr>
          <p:cNvSpPr txBox="1"/>
          <p:nvPr/>
        </p:nvSpPr>
        <p:spPr>
          <a:xfrm>
            <a:off x="6549587" y="3258421"/>
            <a:ext cx="1321795" cy="160043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/>
              <a:t>Store results of operations in RAM addresses from CPU registers using other instructions.</a:t>
            </a:r>
          </a:p>
        </p:txBody>
      </p: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177D375C-8794-43E3-BE94-F07D0ECD6BD8}"/>
              </a:ext>
            </a:extLst>
          </p:cNvPr>
          <p:cNvCxnSpPr>
            <a:stCxn id="6" idx="2"/>
            <a:endCxn id="7" idx="1"/>
          </p:cNvCxnSpPr>
          <p:nvPr/>
        </p:nvCxnSpPr>
        <p:spPr>
          <a:xfrm rot="16200000" flipH="1">
            <a:off x="946881" y="4697407"/>
            <a:ext cx="1257894" cy="634463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27354513-E980-4AD8-8A9A-95B0A7B7FD80}"/>
              </a:ext>
            </a:extLst>
          </p:cNvPr>
          <p:cNvCxnSpPr>
            <a:cxnSpLocks/>
            <a:stCxn id="7" idx="0"/>
            <a:endCxn id="8" idx="1"/>
          </p:cNvCxnSpPr>
          <p:nvPr/>
        </p:nvCxnSpPr>
        <p:spPr>
          <a:xfrm rot="5400000" flipH="1" flipV="1">
            <a:off x="2549370" y="3866569"/>
            <a:ext cx="1138047" cy="124643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60BEBD80-19DE-48D6-92A2-9ABD28F229EE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 rot="16200000" flipH="1">
            <a:off x="4629490" y="4369111"/>
            <a:ext cx="590273" cy="647682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7266B8DA-505A-4D3E-98BD-74BF42C53DFC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 flipV="1">
            <a:off x="6120856" y="4058640"/>
            <a:ext cx="428731" cy="1514225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24795873-4840-4B62-A8E3-913BB1502EBB}"/>
              </a:ext>
            </a:extLst>
          </p:cNvPr>
          <p:cNvCxnSpPr>
            <a:cxnSpLocks/>
            <a:stCxn id="10" idx="3"/>
            <a:endCxn id="6" idx="1"/>
          </p:cNvCxnSpPr>
          <p:nvPr/>
        </p:nvCxnSpPr>
        <p:spPr>
          <a:xfrm flipH="1" flipV="1">
            <a:off x="656482" y="3908639"/>
            <a:ext cx="7214900" cy="150001"/>
          </a:xfrm>
          <a:prstGeom prst="bentConnector5">
            <a:avLst>
              <a:gd name="adj1" fmla="val -3168"/>
              <a:gd name="adj2" fmla="val 685875"/>
              <a:gd name="adj3" fmla="val 103168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4" name="Picture 2" descr="Instruction Format of RISC This section includes three Instruction Formats.  | Download Scientific Diagram">
            <a:extLst>
              <a:ext uri="{FF2B5EF4-FFF2-40B4-BE49-F238E27FC236}">
                <a16:creationId xmlns:a16="http://schemas.microsoft.com/office/drawing/2014/main" id="{EB35D73A-4ECF-4655-921C-9039E528CE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8186" y="2964650"/>
            <a:ext cx="3380144" cy="28420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1B5E408F-106C-40F0-BBD1-92B66C09331A}"/>
              </a:ext>
            </a:extLst>
          </p:cNvPr>
          <p:cNvSpPr txBox="1"/>
          <p:nvPr/>
        </p:nvSpPr>
        <p:spPr>
          <a:xfrm>
            <a:off x="656482" y="6470704"/>
            <a:ext cx="829898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rgbClr val="FF0000"/>
                </a:solidFill>
              </a:rPr>
              <a:t>Image Sources: https://www.researchgate.net/figure/nstruction-Format-of-RISC-This-section-includes-three-Instruction-Formats_fig1_345445820</a:t>
            </a:r>
          </a:p>
        </p:txBody>
      </p:sp>
    </p:spTree>
    <p:extLst>
      <p:ext uri="{BB962C8B-B14F-4D97-AF65-F5344CB8AC3E}">
        <p14:creationId xmlns:p14="http://schemas.microsoft.com/office/powerpoint/2010/main" val="12724519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3215C-D841-4F7C-A41B-44326B7F4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Loading Storing Variables to/from CPU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FBF77F-A7F2-49EE-B294-2EF214F473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1930892"/>
            <a:ext cx="4773358" cy="4092607"/>
          </a:xfrm>
        </p:spPr>
        <p:txBody>
          <a:bodyPr/>
          <a:lstStyle/>
          <a:p>
            <a:r>
              <a:rPr lang="en-US" dirty="0"/>
              <a:t>During the code generation phase, compiler translates the variables and temporaries of the three-address code into logical addresses in the RAM.</a:t>
            </a:r>
          </a:p>
          <a:p>
            <a:r>
              <a:rPr lang="en-US" dirty="0"/>
              <a:t>All access to the variables and temporaries are then translated into accessing specific RAM addresses.</a:t>
            </a:r>
          </a:p>
          <a:p>
            <a:r>
              <a:rPr lang="en-US" dirty="0"/>
              <a:t>The compiler, uses the symbol tables of underlying scope to decide which address should be used for what variable.</a:t>
            </a:r>
          </a:p>
          <a:p>
            <a:r>
              <a:rPr lang="en-US" dirty="0"/>
              <a:t>Then some variant of load and store instructions are used to move data to/from RAM and CPU for arithmetic and logic operations.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AC5840-6BDA-4FE6-B4E8-F0CC7B99E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Dr. Muhammad Nur Yanhaona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19F21C-1FC2-4D29-AA96-44D21D498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87873-1BB1-4963-BFB6-47919668ED05}" type="slidenum">
              <a:rPr lang="en-US" smtClean="0"/>
              <a:t>6</a:t>
            </a:fld>
            <a:endParaRPr lang="en-US" dirty="0"/>
          </a:p>
        </p:txBody>
      </p:sp>
      <p:pic>
        <p:nvPicPr>
          <p:cNvPr id="4098" name="Picture 2" descr="mips store word illustration">
            <a:extLst>
              <a:ext uri="{FF2B5EF4-FFF2-40B4-BE49-F238E27FC236}">
                <a16:creationId xmlns:a16="http://schemas.microsoft.com/office/drawing/2014/main" id="{A4BCCA8F-8A80-4ABF-BD47-DA4DE559B2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9336" y="3976550"/>
            <a:ext cx="3405826" cy="2270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mips load word definition infographic">
            <a:extLst>
              <a:ext uri="{FF2B5EF4-FFF2-40B4-BE49-F238E27FC236}">
                <a16:creationId xmlns:a16="http://schemas.microsoft.com/office/drawing/2014/main" id="{57D79E2E-C515-461F-A945-0AD4CAB74A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9336" y="1565667"/>
            <a:ext cx="3405827" cy="2270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865277E-E420-4435-BAD2-5ABB465F6DAB}"/>
              </a:ext>
            </a:extLst>
          </p:cNvPr>
          <p:cNvSpPr txBox="1"/>
          <p:nvPr/>
        </p:nvSpPr>
        <p:spPr>
          <a:xfrm>
            <a:off x="1024128" y="6387433"/>
            <a:ext cx="740004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rgbClr val="FF0000"/>
                </a:solidFill>
              </a:rPr>
              <a:t>Image Sources: https://www.alpharithms.com/mips-store-word-sw-vs-load-word-lw-475521/</a:t>
            </a:r>
          </a:p>
        </p:txBody>
      </p:sp>
    </p:spTree>
    <p:extLst>
      <p:ext uri="{BB962C8B-B14F-4D97-AF65-F5344CB8AC3E}">
        <p14:creationId xmlns:p14="http://schemas.microsoft.com/office/powerpoint/2010/main" val="25465874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EBBA4-BEF0-4BE2-90A6-61DE06982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and Physical Address Spaces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164999-14A7-4185-8D93-F04C3F92B4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133764"/>
            <a:ext cx="4462273" cy="4031975"/>
          </a:xfrm>
        </p:spPr>
        <p:txBody>
          <a:bodyPr/>
          <a:lstStyle/>
          <a:p>
            <a:r>
              <a:rPr lang="en-US" dirty="0"/>
              <a:t>Remember that the addresses of instructions and data used in the machine code are logical addresses.</a:t>
            </a:r>
          </a:p>
          <a:p>
            <a:r>
              <a:rPr lang="en-US" dirty="0"/>
              <a:t>In reality, operating system divides the logical address space into equal size chunks, called pages, and give different physical chunks, called frames, in the RAM to this different chunks.</a:t>
            </a:r>
          </a:p>
          <a:p>
            <a:r>
              <a:rPr lang="en-US" dirty="0"/>
              <a:t>This process is called logical-to-physical address mapping and the process in execution knows nothing about this difference.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3C800D-58A4-4EE5-BD64-42C79033A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Dr. Muhammad Nur Yanhaona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57FCA5-7B21-457C-8258-D0803FC91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87873-1BB1-4963-BFB6-47919668ED05}" type="slidenum">
              <a:rPr lang="en-US" smtClean="0"/>
              <a:t>7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8147999-1C55-4143-8A44-9F5350F966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4164" y="1732517"/>
            <a:ext cx="3950210" cy="403197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A145785-D649-4CC0-95DE-FA69B83694C5}"/>
              </a:ext>
            </a:extLst>
          </p:cNvPr>
          <p:cNvSpPr txBox="1"/>
          <p:nvPr/>
        </p:nvSpPr>
        <p:spPr>
          <a:xfrm>
            <a:off x="1024128" y="6281155"/>
            <a:ext cx="835214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rgbClr val="FF0000"/>
                </a:solidFill>
              </a:rPr>
              <a:t>Image Sources: https://en.wikipedia.org/wiki/Page_table</a:t>
            </a:r>
          </a:p>
        </p:txBody>
      </p:sp>
    </p:spTree>
    <p:extLst>
      <p:ext uri="{BB962C8B-B14F-4D97-AF65-F5344CB8AC3E}">
        <p14:creationId xmlns:p14="http://schemas.microsoft.com/office/powerpoint/2010/main" val="23964653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9848C-B18A-4ECC-A3D1-F894623C7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Compiler and Operating System Role Breakdown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791793-0EE3-447B-9499-B1BECCDE3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Dr. Muhammad Nur Yanhaona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F12229-CA96-48B5-B861-7B9532906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87873-1BB1-4963-BFB6-47919668ED05}" type="slidenum">
              <a:rPr lang="en-US" smtClean="0"/>
              <a:t>8</a:t>
            </a:fld>
            <a:endParaRPr lang="en-US" dirty="0"/>
          </a:p>
        </p:txBody>
      </p:sp>
      <p:pic>
        <p:nvPicPr>
          <p:cNvPr id="6146" name="Picture 2" descr="Page Table and Mapping » CS Taleem">
            <a:extLst>
              <a:ext uri="{FF2B5EF4-FFF2-40B4-BE49-F238E27FC236}">
                <a16:creationId xmlns:a16="http://schemas.microsoft.com/office/drawing/2014/main" id="{284786C0-BF0E-478E-93A9-01F615D205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8994" y="1784795"/>
            <a:ext cx="6862516" cy="3244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2EB2D3B-FD4B-47EE-996B-6A7302C63BD6}"/>
              </a:ext>
            </a:extLst>
          </p:cNvPr>
          <p:cNvSpPr txBox="1"/>
          <p:nvPr/>
        </p:nvSpPr>
        <p:spPr>
          <a:xfrm>
            <a:off x="546557" y="6492448"/>
            <a:ext cx="916285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rgbClr val="FF0000"/>
                </a:solidFill>
              </a:rPr>
              <a:t>Image Sources: https://cstaleem.com/page-table-and-mapping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6C3122-5DED-4A8C-9EFF-1021436E3278}"/>
              </a:ext>
            </a:extLst>
          </p:cNvPr>
          <p:cNvSpPr txBox="1"/>
          <p:nvPr/>
        </p:nvSpPr>
        <p:spPr>
          <a:xfrm>
            <a:off x="568625" y="3060776"/>
            <a:ext cx="220587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During the process execution, CPU hardware automatically translate logical addresses of instructions and data to proper physical addresses.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38FF8A-4415-4727-9FF5-47FDF24F6313}"/>
              </a:ext>
            </a:extLst>
          </p:cNvPr>
          <p:cNvSpPr txBox="1"/>
          <p:nvPr/>
        </p:nvSpPr>
        <p:spPr>
          <a:xfrm>
            <a:off x="8718223" y="2937665"/>
            <a:ext cx="2309566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The operating system is only responsible for allocating frames for pages and loading some metadata in specific CPU registers so that the translation can be done by the CPU.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CBFC4E3-364B-4FF3-887C-4DCE4DDC4252}"/>
              </a:ext>
            </a:extLst>
          </p:cNvPr>
          <p:cNvSpPr txBox="1"/>
          <p:nvPr/>
        </p:nvSpPr>
        <p:spPr>
          <a:xfrm>
            <a:off x="3098276" y="5442848"/>
            <a:ext cx="59954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So as long as the compiler generates instructions that refer to proper logical addresses, everything should be alright.</a:t>
            </a:r>
          </a:p>
        </p:txBody>
      </p:sp>
    </p:spTree>
    <p:extLst>
      <p:ext uri="{BB962C8B-B14F-4D97-AF65-F5344CB8AC3E}">
        <p14:creationId xmlns:p14="http://schemas.microsoft.com/office/powerpoint/2010/main" val="175682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A0BF36-B21A-4328-898D-75A518E24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Dr. Muhammad Nur Yanhaona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64086D-0613-41AD-A068-AAEB5E129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87873-1BB1-4963-BFB6-47919668ED05}" type="slidenum">
              <a:rPr lang="en-US" smtClean="0"/>
              <a:t>9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0614DDB-9A82-49D0-82B3-3D60A265DBC6}"/>
              </a:ext>
            </a:extLst>
          </p:cNvPr>
          <p:cNvSpPr/>
          <p:nvPr/>
        </p:nvSpPr>
        <p:spPr>
          <a:xfrm>
            <a:off x="1951349" y="1586060"/>
            <a:ext cx="8116478" cy="32899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/>
              <a:t>Memory Layout and Machine Code Interplay</a:t>
            </a:r>
          </a:p>
        </p:txBody>
      </p:sp>
    </p:spTree>
    <p:extLst>
      <p:ext uri="{BB962C8B-B14F-4D97-AF65-F5344CB8AC3E}">
        <p14:creationId xmlns:p14="http://schemas.microsoft.com/office/powerpoint/2010/main" val="4202243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0FEDC-84F9-493F-BAF0-EC10DBD99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Assigning Addresses to Variables</a:t>
            </a:r>
            <a:endParaRPr lang="en-US" sz="1800" dirty="0">
              <a:solidFill>
                <a:srgbClr val="0070C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F8E5A4-FDC0-4B35-9E1A-6FAD103D50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global and fixed length variables, address deciding is easy.</a:t>
            </a:r>
          </a:p>
          <a:p>
            <a:r>
              <a:rPr lang="en-US" dirty="0"/>
              <a:t>The compiler fixes specific locations in the static data section for variables.</a:t>
            </a:r>
          </a:p>
          <a:p>
            <a:r>
              <a:rPr lang="en-US" dirty="0"/>
              <a:t>Symbol table information is used to determine how much space each variable is needed and in what order to assign them address to avoid space overlapping.</a:t>
            </a:r>
          </a:p>
          <a:p>
            <a:r>
              <a:rPr lang="en-US" dirty="0"/>
              <a:t>Subsequently, three address instructions referring to the variables are replaced by access of those addresses.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E7D367-4030-409E-B4BF-B9657C35F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Dr. Muhammad Nur Yanhaona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7ADA8A-4084-43EA-98F3-DD042C94F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87873-1BB1-4963-BFB6-47919668ED05}" type="slidenum">
              <a:rPr lang="en-US" smtClean="0"/>
              <a:t>10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5BEF01-ADB2-49BA-8498-381F7BC8CFC6}"/>
              </a:ext>
            </a:extLst>
          </p:cNvPr>
          <p:cNvSpPr txBox="1"/>
          <p:nvPr/>
        </p:nvSpPr>
        <p:spPr>
          <a:xfrm>
            <a:off x="2249864" y="4545320"/>
            <a:ext cx="76922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Deciding the addresses of function parameters and local variables is much more complicated, for which we need the </a:t>
            </a:r>
            <a:r>
              <a:rPr lang="en-US" b="1" dirty="0">
                <a:solidFill>
                  <a:srgbClr val="C00000"/>
                </a:solidFill>
              </a:rPr>
              <a:t>stack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636890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FAC06-5A68-4B3F-A319-C98C0E47A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 of Global Variable Address Assignment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30652D-FF18-40D4-A24C-766F352B5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Dr. Muhammad Nur Yanhaona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2E49B4-F76A-42C8-B895-4EC7DA280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87873-1BB1-4963-BFB6-47919668ED05}" type="slidenum">
              <a:rPr lang="en-US" smtClean="0"/>
              <a:t>11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9FD4F5-7A91-4221-93C9-D893599AFC70}"/>
              </a:ext>
            </a:extLst>
          </p:cNvPr>
          <p:cNvSpPr txBox="1"/>
          <p:nvPr/>
        </p:nvSpPr>
        <p:spPr>
          <a:xfrm>
            <a:off x="1024128" y="1869360"/>
            <a:ext cx="2058437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Source code:</a:t>
            </a:r>
          </a:p>
          <a:p>
            <a:endParaRPr lang="en-US" sz="1600" dirty="0"/>
          </a:p>
          <a:p>
            <a:r>
              <a:rPr lang="en-US" sz="1600" dirty="0"/>
              <a:t>int x = 10;</a:t>
            </a:r>
          </a:p>
          <a:p>
            <a:r>
              <a:rPr lang="en-US" sz="1600" dirty="0"/>
              <a:t>float y;</a:t>
            </a:r>
          </a:p>
          <a:p>
            <a:endParaRPr lang="en-US" sz="1600" dirty="0"/>
          </a:p>
          <a:p>
            <a:r>
              <a:rPr lang="en-US" sz="1600" dirty="0"/>
              <a:t>void main() {</a:t>
            </a:r>
          </a:p>
          <a:p>
            <a:r>
              <a:rPr lang="en-US" sz="1600" dirty="0"/>
              <a:t>   y = x * 2.5 + 1.6;</a:t>
            </a:r>
          </a:p>
          <a:p>
            <a:r>
              <a:rPr lang="en-US" sz="1600" dirty="0"/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F1B2C8-8E51-4CA0-9116-767FBF95FC33}"/>
              </a:ext>
            </a:extLst>
          </p:cNvPr>
          <p:cNvSpPr txBox="1"/>
          <p:nvPr/>
        </p:nvSpPr>
        <p:spPr>
          <a:xfrm>
            <a:off x="1024127" y="4700061"/>
            <a:ext cx="205843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Three Address code:</a:t>
            </a:r>
          </a:p>
          <a:p>
            <a:endParaRPr lang="en-US" sz="1600" dirty="0"/>
          </a:p>
          <a:p>
            <a:r>
              <a:rPr lang="en-US" sz="1600" dirty="0"/>
              <a:t>t0 = x * 2.5</a:t>
            </a:r>
          </a:p>
          <a:p>
            <a:r>
              <a:rPr lang="en-US" sz="1600" dirty="0"/>
              <a:t>t1 = t0 + 1.6</a:t>
            </a:r>
          </a:p>
          <a:p>
            <a:r>
              <a:rPr lang="en-US" sz="1600" dirty="0"/>
              <a:t>y = t1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B274B4-865C-4E1F-86D4-7D9615F584FE}"/>
              </a:ext>
            </a:extLst>
          </p:cNvPr>
          <p:cNvSpPr txBox="1"/>
          <p:nvPr/>
        </p:nvSpPr>
        <p:spPr>
          <a:xfrm>
            <a:off x="7611897" y="2767936"/>
            <a:ext cx="19403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Machine Instructions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910664-C1E2-4286-81E6-5733A0C9064A}"/>
              </a:ext>
            </a:extLst>
          </p:cNvPr>
          <p:cNvSpPr txBox="1"/>
          <p:nvPr/>
        </p:nvSpPr>
        <p:spPr>
          <a:xfrm>
            <a:off x="7743872" y="2381586"/>
            <a:ext cx="11267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Address for x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D230C3D-D568-4497-968F-460888D95F28}"/>
              </a:ext>
            </a:extLst>
          </p:cNvPr>
          <p:cNvSpPr txBox="1"/>
          <p:nvPr/>
        </p:nvSpPr>
        <p:spPr>
          <a:xfrm>
            <a:off x="7743872" y="2065058"/>
            <a:ext cx="11267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Address for 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1D792A1-4147-4B0D-9DEB-F943EF0C1808}"/>
              </a:ext>
            </a:extLst>
          </p:cNvPr>
          <p:cNvSpPr/>
          <p:nvPr/>
        </p:nvSpPr>
        <p:spPr>
          <a:xfrm>
            <a:off x="7477029" y="2658585"/>
            <a:ext cx="1610412" cy="81990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2C1BFBB-3D27-4468-8BD5-DD8B9B8C6987}"/>
              </a:ext>
            </a:extLst>
          </p:cNvPr>
          <p:cNvSpPr/>
          <p:nvPr/>
        </p:nvSpPr>
        <p:spPr>
          <a:xfrm>
            <a:off x="7477029" y="1948033"/>
            <a:ext cx="1610412" cy="70258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B97F399-1D7D-416F-A66B-BD8689F2C7BC}"/>
              </a:ext>
            </a:extLst>
          </p:cNvPr>
          <p:cNvCxnSpPr>
            <a:cxnSpLocks/>
          </p:cNvCxnSpPr>
          <p:nvPr/>
        </p:nvCxnSpPr>
        <p:spPr>
          <a:xfrm>
            <a:off x="7477029" y="2346459"/>
            <a:ext cx="16104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A0BA1D05-396C-4D6F-8E82-CEBC1C503510}"/>
              </a:ext>
            </a:extLst>
          </p:cNvPr>
          <p:cNvSpPr txBox="1"/>
          <p:nvPr/>
        </p:nvSpPr>
        <p:spPr>
          <a:xfrm>
            <a:off x="9137468" y="2334383"/>
            <a:ext cx="10369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4 bytes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2594C74-11D4-41DA-A970-91BC37866FF7}"/>
              </a:ext>
            </a:extLst>
          </p:cNvPr>
          <p:cNvSpPr txBox="1"/>
          <p:nvPr/>
        </p:nvSpPr>
        <p:spPr>
          <a:xfrm>
            <a:off x="9137468" y="1998740"/>
            <a:ext cx="10369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8 bytes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DDD4CB3-9D50-4488-AF3A-B465DB045918}"/>
              </a:ext>
            </a:extLst>
          </p:cNvPr>
          <p:cNvSpPr txBox="1"/>
          <p:nvPr/>
        </p:nvSpPr>
        <p:spPr>
          <a:xfrm>
            <a:off x="6783532" y="2906435"/>
            <a:ext cx="6693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Text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E85E182-F491-4C17-A10F-F57848877AC9}"/>
              </a:ext>
            </a:extLst>
          </p:cNvPr>
          <p:cNvSpPr txBox="1"/>
          <p:nvPr/>
        </p:nvSpPr>
        <p:spPr>
          <a:xfrm>
            <a:off x="6334441" y="2140070"/>
            <a:ext cx="13844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Static Data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A367820-440B-4A67-9C6E-9478535D4E55}"/>
              </a:ext>
            </a:extLst>
          </p:cNvPr>
          <p:cNvCxnSpPr/>
          <p:nvPr/>
        </p:nvCxnSpPr>
        <p:spPr>
          <a:xfrm>
            <a:off x="7296349" y="2658585"/>
            <a:ext cx="0" cy="8199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3A85BB2-FCA8-483A-97A9-9B49647F8A0C}"/>
              </a:ext>
            </a:extLst>
          </p:cNvPr>
          <p:cNvCxnSpPr/>
          <p:nvPr/>
        </p:nvCxnSpPr>
        <p:spPr>
          <a:xfrm>
            <a:off x="7296349" y="1948033"/>
            <a:ext cx="0" cy="5402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2082670E-14E1-4ACB-BF5D-B72573AE3F4C}"/>
              </a:ext>
            </a:extLst>
          </p:cNvPr>
          <p:cNvSpPr txBox="1"/>
          <p:nvPr/>
        </p:nvSpPr>
        <p:spPr>
          <a:xfrm>
            <a:off x="6783532" y="3573794"/>
            <a:ext cx="35662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Layout of the logical Address Space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74ABF4F-AE47-4C0E-BF17-3724281AC98B}"/>
              </a:ext>
            </a:extLst>
          </p:cNvPr>
          <p:cNvSpPr txBox="1"/>
          <p:nvPr/>
        </p:nvSpPr>
        <p:spPr>
          <a:xfrm>
            <a:off x="4099216" y="2861732"/>
            <a:ext cx="205368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Assembly Code:</a:t>
            </a:r>
          </a:p>
          <a:p>
            <a:endParaRPr lang="en-US" sz="1600" dirty="0"/>
          </a:p>
          <a:p>
            <a:r>
              <a:rPr lang="en-US" sz="1600" dirty="0" err="1"/>
              <a:t>lw</a:t>
            </a:r>
            <a:r>
              <a:rPr lang="en-US" sz="1600" dirty="0"/>
              <a:t> $s1, $s0[0]</a:t>
            </a:r>
          </a:p>
          <a:p>
            <a:r>
              <a:rPr lang="en-US" sz="1600" dirty="0"/>
              <a:t>multi $t0, $s1, 2.5</a:t>
            </a:r>
          </a:p>
          <a:p>
            <a:r>
              <a:rPr lang="en-US" sz="1600" dirty="0" err="1"/>
              <a:t>Addi</a:t>
            </a:r>
            <a:r>
              <a:rPr lang="en-US" sz="1600" dirty="0"/>
              <a:t> $t1, $t0, 1.6</a:t>
            </a:r>
          </a:p>
          <a:p>
            <a:r>
              <a:rPr lang="en-US" sz="1600" dirty="0" err="1"/>
              <a:t>sdw</a:t>
            </a:r>
            <a:r>
              <a:rPr lang="en-US" sz="1600" dirty="0"/>
              <a:t> $t1, $s0[4]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DCCC91D-C760-4D1D-B1D6-696BD482FF78}"/>
              </a:ext>
            </a:extLst>
          </p:cNvPr>
          <p:cNvSpPr txBox="1"/>
          <p:nvPr/>
        </p:nvSpPr>
        <p:spPr>
          <a:xfrm>
            <a:off x="9690755" y="4487159"/>
            <a:ext cx="169682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Assume the address where text section end is stored in register $s0</a:t>
            </a:r>
          </a:p>
        </p:txBody>
      </p: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A28ADD90-81B3-4286-A4A8-2F99A4AED13F}"/>
              </a:ext>
            </a:extLst>
          </p:cNvPr>
          <p:cNvCxnSpPr>
            <a:stCxn id="27" idx="0"/>
          </p:cNvCxnSpPr>
          <p:nvPr/>
        </p:nvCxnSpPr>
        <p:spPr>
          <a:xfrm rot="16200000" flipV="1">
            <a:off x="8920046" y="2868037"/>
            <a:ext cx="1836545" cy="1401699"/>
          </a:xfrm>
          <a:prstGeom prst="bentConnector3">
            <a:avLst>
              <a:gd name="adj1" fmla="val 100302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1E57E9C2-247B-4BB0-B515-A8C445B9084B}"/>
              </a:ext>
            </a:extLst>
          </p:cNvPr>
          <p:cNvSpPr/>
          <p:nvPr/>
        </p:nvSpPr>
        <p:spPr>
          <a:xfrm>
            <a:off x="1024127" y="1791278"/>
            <a:ext cx="2082631" cy="225282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FDEDE0B-1DEA-4663-A4F7-DA916122A144}"/>
              </a:ext>
            </a:extLst>
          </p:cNvPr>
          <p:cNvSpPr/>
          <p:nvPr/>
        </p:nvSpPr>
        <p:spPr>
          <a:xfrm>
            <a:off x="1024127" y="4605180"/>
            <a:ext cx="2082631" cy="169192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2720D08-6138-4AAD-B781-39F319718D1F}"/>
              </a:ext>
            </a:extLst>
          </p:cNvPr>
          <p:cNvSpPr/>
          <p:nvPr/>
        </p:nvSpPr>
        <p:spPr>
          <a:xfrm>
            <a:off x="3929408" y="2639809"/>
            <a:ext cx="2109689" cy="206723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3D5E3961-33EB-41C2-9EBF-A7CC27F33F1D}"/>
              </a:ext>
            </a:extLst>
          </p:cNvPr>
          <p:cNvCxnSpPr>
            <a:stCxn id="33" idx="2"/>
            <a:endCxn id="34" idx="0"/>
          </p:cNvCxnSpPr>
          <p:nvPr/>
        </p:nvCxnSpPr>
        <p:spPr>
          <a:xfrm>
            <a:off x="2065443" y="4044099"/>
            <a:ext cx="0" cy="5610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269B5B27-0309-432F-A18F-0B8B4A04AF49}"/>
              </a:ext>
            </a:extLst>
          </p:cNvPr>
          <p:cNvCxnSpPr>
            <a:stCxn id="34" idx="3"/>
            <a:endCxn id="35" idx="2"/>
          </p:cNvCxnSpPr>
          <p:nvPr/>
        </p:nvCxnSpPr>
        <p:spPr>
          <a:xfrm flipV="1">
            <a:off x="3106758" y="4707048"/>
            <a:ext cx="1877495" cy="74409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FC5FCB57-82F6-42C2-B9AC-235E7694E9E9}"/>
              </a:ext>
            </a:extLst>
          </p:cNvPr>
          <p:cNvSpPr txBox="1"/>
          <p:nvPr/>
        </p:nvSpPr>
        <p:spPr>
          <a:xfrm>
            <a:off x="5171390" y="4769936"/>
            <a:ext cx="31108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C00000"/>
                </a:solidFill>
              </a:rPr>
              <a:t>Here $.. Means some CPU Register.</a:t>
            </a:r>
          </a:p>
        </p:txBody>
      </p:sp>
    </p:spTree>
    <p:extLst>
      <p:ext uri="{BB962C8B-B14F-4D97-AF65-F5344CB8AC3E}">
        <p14:creationId xmlns:p14="http://schemas.microsoft.com/office/powerpoint/2010/main" val="30695880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62009-6C1F-4CDF-8F5D-73CA1ECDF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 with Function Local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68B779-F627-4526-AD59-E0D498EC6E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0431" y="1930892"/>
            <a:ext cx="3189653" cy="3715764"/>
          </a:xfrm>
        </p:spPr>
        <p:txBody>
          <a:bodyPr>
            <a:normAutofit/>
          </a:bodyPr>
          <a:lstStyle/>
          <a:p>
            <a:r>
              <a:rPr lang="en-US" dirty="0"/>
              <a:t>Static address allocation of variables does not work for variables that are local to functions.</a:t>
            </a:r>
          </a:p>
          <a:p>
            <a:r>
              <a:rPr lang="en-US" dirty="0"/>
              <a:t>This fact can be understood from nested function calls.</a:t>
            </a:r>
          </a:p>
          <a:p>
            <a:r>
              <a:rPr lang="en-US" dirty="0"/>
              <a:t>However, recursive functions illustrates this concepts very well.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63AFE0-B31E-4634-9C57-8B81FFE48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Dr. Muhammad Nur Yanhaona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3E7033-C528-4D52-A144-A5C21535C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87873-1BB1-4963-BFB6-47919668ED05}" type="slidenum">
              <a:rPr lang="en-US" smtClean="0"/>
              <a:t>12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109BED-54DE-434A-94B2-4C9559921E01}"/>
              </a:ext>
            </a:extLst>
          </p:cNvPr>
          <p:cNvSpPr txBox="1"/>
          <p:nvPr/>
        </p:nvSpPr>
        <p:spPr>
          <a:xfrm>
            <a:off x="4400745" y="1910436"/>
            <a:ext cx="289559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void main() {</a:t>
            </a:r>
          </a:p>
          <a:p>
            <a:r>
              <a:rPr lang="en-US" sz="1600" dirty="0"/>
              <a:t>	int x = 5;</a:t>
            </a:r>
          </a:p>
          <a:p>
            <a:r>
              <a:rPr lang="en-US" sz="1600" dirty="0"/>
              <a:t>	int y = foo(x);</a:t>
            </a:r>
          </a:p>
          <a:p>
            <a:r>
              <a:rPr lang="en-US" sz="1600" dirty="0"/>
              <a:t>	y = y / x;</a:t>
            </a:r>
          </a:p>
          <a:p>
            <a:r>
              <a:rPr lang="en-US" sz="1600" dirty="0"/>
              <a:t>}</a:t>
            </a:r>
          </a:p>
          <a:p>
            <a:endParaRPr lang="en-US" sz="1600" dirty="0"/>
          </a:p>
          <a:p>
            <a:r>
              <a:rPr lang="en-US" sz="1600" dirty="0"/>
              <a:t>int foo(int a) {</a:t>
            </a:r>
          </a:p>
          <a:p>
            <a:r>
              <a:rPr lang="en-US" sz="1600" dirty="0"/>
              <a:t>     int b = a * a;</a:t>
            </a:r>
          </a:p>
          <a:p>
            <a:r>
              <a:rPr lang="en-US" sz="1600" dirty="0"/>
              <a:t>     int c = a + a;</a:t>
            </a:r>
          </a:p>
          <a:p>
            <a:r>
              <a:rPr lang="en-US" sz="1600" dirty="0"/>
              <a:t>     if (c &lt; b / 2) {</a:t>
            </a:r>
          </a:p>
          <a:p>
            <a:r>
              <a:rPr lang="en-US" sz="1600" dirty="0"/>
              <a:t>	 return b + c + foo(a - 1);</a:t>
            </a:r>
          </a:p>
          <a:p>
            <a:r>
              <a:rPr lang="en-US" sz="1600" dirty="0"/>
              <a:t>    } else {</a:t>
            </a:r>
          </a:p>
          <a:p>
            <a:r>
              <a:rPr lang="en-US" sz="1600" dirty="0"/>
              <a:t>        return b - c;</a:t>
            </a:r>
          </a:p>
          <a:p>
            <a:r>
              <a:rPr lang="en-US" sz="1600" dirty="0"/>
              <a:t>    }    </a:t>
            </a:r>
          </a:p>
          <a:p>
            <a:r>
              <a:rPr lang="en-US" sz="1600" dirty="0"/>
              <a:t>}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8D7A642-FFE0-4B5B-A230-B872E85B49CA}"/>
              </a:ext>
            </a:extLst>
          </p:cNvPr>
          <p:cNvSpPr/>
          <p:nvPr/>
        </p:nvSpPr>
        <p:spPr>
          <a:xfrm>
            <a:off x="4185499" y="1828799"/>
            <a:ext cx="3035431" cy="391672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8DE50D-AE1B-4021-806A-C109727C4CCF}"/>
              </a:ext>
            </a:extLst>
          </p:cNvPr>
          <p:cNvSpPr txBox="1"/>
          <p:nvPr/>
        </p:nvSpPr>
        <p:spPr>
          <a:xfrm>
            <a:off x="4184713" y="5856113"/>
            <a:ext cx="33276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Consider this sample recursive code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633EE49-E58A-4EBC-96F1-090132910E1D}"/>
              </a:ext>
            </a:extLst>
          </p:cNvPr>
          <p:cNvSpPr/>
          <p:nvPr/>
        </p:nvSpPr>
        <p:spPr>
          <a:xfrm>
            <a:off x="9179744" y="1828799"/>
            <a:ext cx="1892431" cy="181937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E9D1EC6-5990-4BFB-903A-B98C2293E296}"/>
              </a:ext>
            </a:extLst>
          </p:cNvPr>
          <p:cNvSpPr/>
          <p:nvPr/>
        </p:nvSpPr>
        <p:spPr>
          <a:xfrm>
            <a:off x="9189171" y="2488675"/>
            <a:ext cx="1883004" cy="2743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2">
                    <a:lumMod val="75000"/>
                  </a:schemeClr>
                </a:solidFill>
              </a:rPr>
              <a:t>b = </a:t>
            </a:r>
            <a:r>
              <a:rPr lang="en-US" sz="1400" strike="sngStrike" dirty="0">
                <a:solidFill>
                  <a:schemeClr val="tx2">
                    <a:lumMod val="75000"/>
                  </a:schemeClr>
                </a:solidFill>
              </a:rPr>
              <a:t>25</a:t>
            </a:r>
            <a:r>
              <a:rPr lang="en-US" sz="1400" dirty="0">
                <a:solidFill>
                  <a:schemeClr val="tx2">
                    <a:lumMod val="75000"/>
                  </a:schemeClr>
                </a:solidFill>
              </a:rPr>
              <a:t> then 16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3C92F6D-E19A-4866-B640-D307682CF29E}"/>
              </a:ext>
            </a:extLst>
          </p:cNvPr>
          <p:cNvSpPr/>
          <p:nvPr/>
        </p:nvSpPr>
        <p:spPr>
          <a:xfrm>
            <a:off x="9189171" y="2762995"/>
            <a:ext cx="1883004" cy="2743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2">
                    <a:lumMod val="75000"/>
                  </a:schemeClr>
                </a:solidFill>
              </a:rPr>
              <a:t>c = </a:t>
            </a:r>
            <a:r>
              <a:rPr lang="en-US" sz="1400" strike="sngStrike" dirty="0">
                <a:solidFill>
                  <a:schemeClr val="tx2">
                    <a:lumMod val="75000"/>
                  </a:schemeClr>
                </a:solidFill>
              </a:rPr>
              <a:t>10</a:t>
            </a:r>
            <a:r>
              <a:rPr lang="en-US" sz="1400" dirty="0">
                <a:solidFill>
                  <a:schemeClr val="tx2">
                    <a:lumMod val="75000"/>
                  </a:schemeClr>
                </a:solidFill>
              </a:rPr>
              <a:t> then 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1E5966A-0298-4F03-B320-371B55B1E296}"/>
              </a:ext>
            </a:extLst>
          </p:cNvPr>
          <p:cNvSpPr txBox="1"/>
          <p:nvPr/>
        </p:nvSpPr>
        <p:spPr>
          <a:xfrm>
            <a:off x="7867848" y="1855054"/>
            <a:ext cx="122199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/>
              <a:t>Assumed static addresses for local variable b and c of function foo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5CE400D-25AB-4D5F-8407-18270BE9E4F6}"/>
              </a:ext>
            </a:extLst>
          </p:cNvPr>
          <p:cNvSpPr txBox="1"/>
          <p:nvPr/>
        </p:nvSpPr>
        <p:spPr>
          <a:xfrm>
            <a:off x="7511590" y="3778140"/>
            <a:ext cx="149100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Main </a:t>
            </a:r>
          </a:p>
          <a:p>
            <a:r>
              <a:rPr lang="en-US" sz="1600" dirty="0"/>
              <a:t>     x = 5</a:t>
            </a:r>
          </a:p>
          <a:p>
            <a:endParaRPr lang="en-US" sz="1600" dirty="0"/>
          </a:p>
          <a:p>
            <a:r>
              <a:rPr lang="en-US" sz="1600" dirty="0"/>
              <a:t>foo(4)</a:t>
            </a:r>
          </a:p>
          <a:p>
            <a:r>
              <a:rPr lang="en-US" sz="1600" dirty="0"/>
              <a:t>     b = 25</a:t>
            </a:r>
          </a:p>
          <a:p>
            <a:r>
              <a:rPr lang="en-US" sz="1600" dirty="0"/>
              <a:t>     c = 10</a:t>
            </a:r>
          </a:p>
          <a:p>
            <a:endParaRPr lang="en-US" sz="1600" dirty="0"/>
          </a:p>
          <a:p>
            <a:r>
              <a:rPr lang="en-US" sz="1600" dirty="0"/>
              <a:t>foo(9)</a:t>
            </a:r>
          </a:p>
          <a:p>
            <a:r>
              <a:rPr lang="en-US" sz="1600" dirty="0"/>
              <a:t>     b = 16</a:t>
            </a:r>
          </a:p>
          <a:p>
            <a:r>
              <a:rPr lang="en-US" sz="1600" dirty="0"/>
              <a:t>     c = 8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41EB15C-BDE8-4913-834C-C4F2A82B6F9B}"/>
              </a:ext>
            </a:extLst>
          </p:cNvPr>
          <p:cNvCxnSpPr/>
          <p:nvPr/>
        </p:nvCxnSpPr>
        <p:spPr>
          <a:xfrm>
            <a:off x="7682843" y="4110087"/>
            <a:ext cx="0" cy="4430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DA8ED9F-1768-4B19-83DF-39F6BA588917}"/>
              </a:ext>
            </a:extLst>
          </p:cNvPr>
          <p:cNvCxnSpPr>
            <a:cxnSpLocks/>
          </p:cNvCxnSpPr>
          <p:nvPr/>
        </p:nvCxnSpPr>
        <p:spPr>
          <a:xfrm>
            <a:off x="7674987" y="4931790"/>
            <a:ext cx="7856" cy="6488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09F7952C-C7A6-4CEA-BD83-1F2DFA2429DB}"/>
              </a:ext>
            </a:extLst>
          </p:cNvPr>
          <p:cNvSpPr txBox="1"/>
          <p:nvPr/>
        </p:nvSpPr>
        <p:spPr>
          <a:xfrm>
            <a:off x="8832912" y="4034672"/>
            <a:ext cx="2337847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</a:rPr>
              <a:t>The problem if the call from foo(5) to foo(4) will override b and c from 25 and 10 to 16 and 8 if the address is static. So we cannot go back to foo(5) and return 25 + 10 + 8 to main.</a:t>
            </a:r>
          </a:p>
        </p:txBody>
      </p:sp>
    </p:spTree>
    <p:extLst>
      <p:ext uri="{BB962C8B-B14F-4D97-AF65-F5344CB8AC3E}">
        <p14:creationId xmlns:p14="http://schemas.microsoft.com/office/powerpoint/2010/main" val="11941401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FFA0B-93FE-43DA-91F3-C7503AE57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Idea of Function Call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3FCE47-4A93-4AAD-826B-00C1435882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1930893"/>
            <a:ext cx="4895906" cy="427194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lesson we learn from the previous example is that each time a function call happens, we must find new space in the logical address space of the process to allocate its local variables.</a:t>
            </a:r>
          </a:p>
          <a:p>
            <a:r>
              <a:rPr lang="en-US" dirty="0"/>
              <a:t>This gives rise to the concepts of stacks.</a:t>
            </a:r>
          </a:p>
          <a:p>
            <a:r>
              <a:rPr lang="en-US" dirty="0"/>
              <a:t>All necessary information related to function calls: including function parameters, location for return values, function’s local variables, and instruction of the caller to return to when a function completes executions is stored in a stack. This information is called </a:t>
            </a:r>
            <a:r>
              <a:rPr lang="en-US" b="1" dirty="0">
                <a:solidFill>
                  <a:srgbClr val="FF0000"/>
                </a:solidFill>
              </a:rPr>
              <a:t>function activation record</a:t>
            </a:r>
            <a:r>
              <a:rPr lang="en-US" dirty="0"/>
              <a:t>.</a:t>
            </a:r>
          </a:p>
          <a:p>
            <a:r>
              <a:rPr lang="en-US" dirty="0"/>
              <a:t>As function calls other functions, stack grows.</a:t>
            </a:r>
          </a:p>
          <a:p>
            <a:r>
              <a:rPr lang="en-US" dirty="0"/>
              <a:t>As the last called function returns, its space in the stack is freed and the code returns to the previous function using information stored in the stack.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1C204C-4EF7-4B52-8760-8F127BE02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Dr. Muhammad Nur Yanhaona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35D256-262E-47D7-B164-49F2B8AF9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87873-1BB1-4963-BFB6-47919668ED05}" type="slidenum">
              <a:rPr lang="en-US" smtClean="0"/>
              <a:t>13</a:t>
            </a:fld>
            <a:endParaRPr lang="en-US" dirty="0"/>
          </a:p>
        </p:txBody>
      </p:sp>
      <p:pic>
        <p:nvPicPr>
          <p:cNvPr id="7170" name="Picture 2" descr="JavaScript Call Stack">
            <a:extLst>
              <a:ext uri="{FF2B5EF4-FFF2-40B4-BE49-F238E27FC236}">
                <a16:creationId xmlns:a16="http://schemas.microsoft.com/office/drawing/2014/main" id="{BEE00516-3D5C-4D8C-BC0E-0E9E7F72B9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4504" y="1677970"/>
            <a:ext cx="4602420" cy="2147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Call Stack in Recursive Algorithms: A Deep Dive">
            <a:extLst>
              <a:ext uri="{FF2B5EF4-FFF2-40B4-BE49-F238E27FC236}">
                <a16:creationId xmlns:a16="http://schemas.microsoft.com/office/drawing/2014/main" id="{9ABA84CD-74C9-4BC8-B595-91909E1E4C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4268191"/>
            <a:ext cx="5386693" cy="15220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0B6C3A2-BAB9-4FF8-93EF-94B8533E97A7}"/>
              </a:ext>
            </a:extLst>
          </p:cNvPr>
          <p:cNvSpPr txBox="1"/>
          <p:nvPr/>
        </p:nvSpPr>
        <p:spPr>
          <a:xfrm>
            <a:off x="1024128" y="6320293"/>
            <a:ext cx="81447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rgbClr val="FF0000"/>
                </a:solidFill>
              </a:rPr>
              <a:t>Image sources: </a:t>
            </a:r>
            <a:r>
              <a:rPr lang="en-US" sz="900" dirty="0">
                <a:solidFill>
                  <a:srgbClr val="FF0000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https://launchschool.com/books/advanced_dsa/read/exploring_call_stack</a:t>
            </a:r>
            <a:endParaRPr lang="en-US" sz="900" dirty="0">
              <a:solidFill>
                <a:srgbClr val="FF0000"/>
              </a:solidFill>
            </a:endParaRPr>
          </a:p>
          <a:p>
            <a:r>
              <a:rPr lang="en-US" sz="900" dirty="0">
                <a:solidFill>
                  <a:srgbClr val="FF0000"/>
                </a:solidFill>
              </a:rPr>
              <a:t>https://www.linkedin.com/pulse/javascript-call-stack-shivesh-rajput-s9rnc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B1E705-908A-4A35-B2AF-953E8E31152A}"/>
              </a:ext>
            </a:extLst>
          </p:cNvPr>
          <p:cNvSpPr txBox="1"/>
          <p:nvPr/>
        </p:nvSpPr>
        <p:spPr>
          <a:xfrm>
            <a:off x="6309675" y="3780004"/>
            <a:ext cx="52107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</a:rPr>
              <a:t>Function activation records for nested function calls.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DA739C-BC3E-4C35-B5EE-5C130A7AA712}"/>
              </a:ext>
            </a:extLst>
          </p:cNvPr>
          <p:cNvSpPr txBox="1"/>
          <p:nvPr/>
        </p:nvSpPr>
        <p:spPr>
          <a:xfrm>
            <a:off x="6096000" y="5652334"/>
            <a:ext cx="52107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</a:rPr>
              <a:t>Function activation records for recursive function calls.</a:t>
            </a:r>
          </a:p>
        </p:txBody>
      </p:sp>
    </p:spTree>
    <p:extLst>
      <p:ext uri="{BB962C8B-B14F-4D97-AF65-F5344CB8AC3E}">
        <p14:creationId xmlns:p14="http://schemas.microsoft.com/office/powerpoint/2010/main" val="28738566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074C0-D56B-418A-81D1-BEFDF1B81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Stack Relative Variable Addressing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8BC19C-AA5C-42CF-91A6-9C3043CD75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1570224"/>
            <a:ext cx="9720071" cy="1623012"/>
          </a:xfrm>
        </p:spPr>
        <p:txBody>
          <a:bodyPr/>
          <a:lstStyle/>
          <a:p>
            <a:r>
              <a:rPr lang="en-US" dirty="0"/>
              <a:t>A specific register in the CPU, called the stack pointer (denoted by $</a:t>
            </a:r>
            <a:r>
              <a:rPr lang="en-US" dirty="0" err="1"/>
              <a:t>sp</a:t>
            </a:r>
            <a:r>
              <a:rPr lang="en-US" dirty="0"/>
              <a:t>) refers to the beginning of a function’s local address space (where it stores local variables and temporaries). The local variables of the functions are accessed relative to that stack pointer.</a:t>
            </a:r>
          </a:p>
          <a:p>
            <a:r>
              <a:rPr lang="en-US" dirty="0"/>
              <a:t>This allows difference instances of the same function to use different addresses for the same local variables.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CC3DBB-89AB-4078-9DA6-5555117F5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By Dr. Muhammad Nur Yanhaona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C2E006-2736-413E-A3DD-DE13F5490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87873-1BB1-4963-BFB6-47919668ED05}" type="slidenum">
              <a:rPr lang="en-US" smtClean="0"/>
              <a:t>14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45A83B-285F-4955-AB08-6E82ECF15780}"/>
              </a:ext>
            </a:extLst>
          </p:cNvPr>
          <p:cNvSpPr txBox="1"/>
          <p:nvPr/>
        </p:nvSpPr>
        <p:spPr>
          <a:xfrm>
            <a:off x="1019320" y="3182568"/>
            <a:ext cx="213045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Source Code</a:t>
            </a:r>
          </a:p>
          <a:p>
            <a:r>
              <a:rPr lang="en-US" sz="1600" dirty="0"/>
              <a:t>k = foo(3, 6)</a:t>
            </a:r>
          </a:p>
          <a:p>
            <a:r>
              <a:rPr lang="en-US" sz="1600" dirty="0"/>
              <a:t>foo(int a, int b) {</a:t>
            </a:r>
          </a:p>
          <a:p>
            <a:r>
              <a:rPr lang="en-US" sz="1600" dirty="0"/>
              <a:t>    int x = a * b;</a:t>
            </a:r>
          </a:p>
          <a:p>
            <a:r>
              <a:rPr lang="en-US" sz="1600" dirty="0"/>
              <a:t>    return x;</a:t>
            </a:r>
          </a:p>
          <a:p>
            <a:r>
              <a:rPr lang="en-US" sz="1600" dirty="0"/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D94BED-2077-4E9F-82C3-35D1939DD956}"/>
              </a:ext>
            </a:extLst>
          </p:cNvPr>
          <p:cNvSpPr txBox="1"/>
          <p:nvPr/>
        </p:nvSpPr>
        <p:spPr>
          <a:xfrm>
            <a:off x="5205865" y="3483958"/>
            <a:ext cx="1668545" cy="242481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DAFF445-CBFE-41CE-AA6D-04E5AB3DEACB}"/>
              </a:ext>
            </a:extLst>
          </p:cNvPr>
          <p:cNvCxnSpPr>
            <a:cxnSpLocks/>
          </p:cNvCxnSpPr>
          <p:nvPr/>
        </p:nvCxnSpPr>
        <p:spPr>
          <a:xfrm>
            <a:off x="4949074" y="4732254"/>
            <a:ext cx="2344132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AFA0FFDC-2D2C-434E-A42C-63E005D72B95}"/>
              </a:ext>
            </a:extLst>
          </p:cNvPr>
          <p:cNvSpPr txBox="1"/>
          <p:nvPr/>
        </p:nvSpPr>
        <p:spPr>
          <a:xfrm>
            <a:off x="3577165" y="3443958"/>
            <a:ext cx="14045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Current address stored in $</a:t>
            </a:r>
            <a:r>
              <a:rPr lang="en-US" sz="1400" dirty="0" err="1"/>
              <a:t>sp</a:t>
            </a:r>
            <a:endParaRPr lang="en-US" sz="1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72FD5AE-1919-4AA1-AA52-C84D1CF9AB18}"/>
              </a:ext>
            </a:extLst>
          </p:cNvPr>
          <p:cNvSpPr txBox="1"/>
          <p:nvPr/>
        </p:nvSpPr>
        <p:spPr>
          <a:xfrm>
            <a:off x="5205865" y="3833457"/>
            <a:ext cx="1668545" cy="30777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530F21A-2D51-4B86-B64E-0268FCCF5798}"/>
              </a:ext>
            </a:extLst>
          </p:cNvPr>
          <p:cNvSpPr txBox="1"/>
          <p:nvPr/>
        </p:nvSpPr>
        <p:spPr>
          <a:xfrm>
            <a:off x="5205864" y="4136151"/>
            <a:ext cx="1668545" cy="30777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b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5F769EC-9A09-478A-ACDC-D560C4EE3FD1}"/>
              </a:ext>
            </a:extLst>
          </p:cNvPr>
          <p:cNvSpPr txBox="1"/>
          <p:nvPr/>
        </p:nvSpPr>
        <p:spPr>
          <a:xfrm>
            <a:off x="5205863" y="4750340"/>
            <a:ext cx="1668545" cy="30777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x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4D1F27-227C-4A0E-89C4-270FCC545444}"/>
              </a:ext>
            </a:extLst>
          </p:cNvPr>
          <p:cNvSpPr txBox="1"/>
          <p:nvPr/>
        </p:nvSpPr>
        <p:spPr>
          <a:xfrm>
            <a:off x="2781913" y="4610169"/>
            <a:ext cx="213045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Three address code</a:t>
            </a:r>
          </a:p>
          <a:p>
            <a:r>
              <a:rPr lang="en-US" sz="1600" dirty="0"/>
              <a:t>    param 3</a:t>
            </a:r>
          </a:p>
          <a:p>
            <a:r>
              <a:rPr lang="en-US" sz="1600" dirty="0"/>
              <a:t>    param 6</a:t>
            </a:r>
          </a:p>
          <a:p>
            <a:r>
              <a:rPr lang="en-US" sz="1600" dirty="0"/>
              <a:t>    k = call FOO, 2</a:t>
            </a:r>
          </a:p>
          <a:p>
            <a:r>
              <a:rPr lang="en-US" sz="1600" dirty="0">
                <a:solidFill>
                  <a:srgbClr val="FF0000"/>
                </a:solidFill>
              </a:rPr>
              <a:t>FOO:</a:t>
            </a:r>
          </a:p>
          <a:p>
            <a:r>
              <a:rPr lang="en-US" sz="1600" dirty="0"/>
              <a:t>    x = a * b</a:t>
            </a:r>
          </a:p>
          <a:p>
            <a:r>
              <a:rPr lang="en-US" sz="1600" dirty="0"/>
              <a:t>    return x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9C19DE0-C349-4059-A870-D67E25F3E91F}"/>
              </a:ext>
            </a:extLst>
          </p:cNvPr>
          <p:cNvSpPr/>
          <p:nvPr/>
        </p:nvSpPr>
        <p:spPr>
          <a:xfrm>
            <a:off x="991653" y="3143365"/>
            <a:ext cx="1590420" cy="169225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C149D46-C280-4155-BBCC-E1B8DA82B174}"/>
              </a:ext>
            </a:extLst>
          </p:cNvPr>
          <p:cNvSpPr/>
          <p:nvPr/>
        </p:nvSpPr>
        <p:spPr>
          <a:xfrm>
            <a:off x="2792692" y="4632496"/>
            <a:ext cx="1843856" cy="181588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FA2F48C4-D028-4908-B7D4-4450E98AA76E}"/>
              </a:ext>
            </a:extLst>
          </p:cNvPr>
          <p:cNvCxnSpPr>
            <a:cxnSpLocks/>
            <a:stCxn id="17" idx="2"/>
            <a:endCxn id="18" idx="1"/>
          </p:cNvCxnSpPr>
          <p:nvPr/>
        </p:nvCxnSpPr>
        <p:spPr>
          <a:xfrm rot="16200000" flipH="1">
            <a:off x="1937368" y="4685113"/>
            <a:ext cx="704818" cy="100582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3656BAA8-9701-4A13-AA1E-F1140D0118D4}"/>
              </a:ext>
            </a:extLst>
          </p:cNvPr>
          <p:cNvSpPr txBox="1"/>
          <p:nvPr/>
        </p:nvSpPr>
        <p:spPr>
          <a:xfrm>
            <a:off x="5112210" y="5916069"/>
            <a:ext cx="33067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General idea of stack use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E86EDD1-ED90-4AAC-9E55-652574080859}"/>
              </a:ext>
            </a:extLst>
          </p:cNvPr>
          <p:cNvSpPr txBox="1"/>
          <p:nvPr/>
        </p:nvSpPr>
        <p:spPr>
          <a:xfrm>
            <a:off x="7651334" y="3182568"/>
            <a:ext cx="38202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/>
              <a:t>swi</a:t>
            </a:r>
            <a:r>
              <a:rPr lang="en-US" sz="1600" dirty="0"/>
              <a:t> $</a:t>
            </a:r>
            <a:r>
              <a:rPr lang="en-US" sz="1600" dirty="0" err="1"/>
              <a:t>sp</a:t>
            </a:r>
            <a:r>
              <a:rPr lang="en-US" sz="1600" dirty="0"/>
              <a:t>, 3 </a:t>
            </a:r>
            <a:r>
              <a:rPr lang="en-US" sz="1600" dirty="0">
                <a:solidFill>
                  <a:srgbClr val="00B0F0"/>
                </a:solidFill>
              </a:rPr>
              <a:t># store a</a:t>
            </a:r>
          </a:p>
          <a:p>
            <a:r>
              <a:rPr lang="en-US" sz="1600" dirty="0" err="1"/>
              <a:t>addi</a:t>
            </a:r>
            <a:r>
              <a:rPr lang="en-US" sz="1600" dirty="0"/>
              <a:t> $</a:t>
            </a:r>
            <a:r>
              <a:rPr lang="en-US" sz="1600" dirty="0" err="1"/>
              <a:t>sp</a:t>
            </a:r>
            <a:r>
              <a:rPr lang="en-US" sz="1600" dirty="0"/>
              <a:t>, $</a:t>
            </a:r>
            <a:r>
              <a:rPr lang="en-US" sz="1600" dirty="0" err="1"/>
              <a:t>sp</a:t>
            </a:r>
            <a:r>
              <a:rPr lang="en-US" sz="1600" dirty="0"/>
              <a:t>, -4 </a:t>
            </a:r>
            <a:r>
              <a:rPr lang="en-US" sz="1600" dirty="0">
                <a:solidFill>
                  <a:srgbClr val="00B0F0"/>
                </a:solidFill>
              </a:rPr>
              <a:t># advance $</a:t>
            </a:r>
            <a:r>
              <a:rPr lang="en-US" sz="1600" dirty="0" err="1">
                <a:solidFill>
                  <a:srgbClr val="00B0F0"/>
                </a:solidFill>
              </a:rPr>
              <a:t>sp</a:t>
            </a:r>
            <a:endParaRPr lang="en-US" sz="1600" dirty="0">
              <a:solidFill>
                <a:srgbClr val="00B0F0"/>
              </a:solidFill>
            </a:endParaRPr>
          </a:p>
          <a:p>
            <a:r>
              <a:rPr lang="en-US" sz="1600" dirty="0" err="1"/>
              <a:t>swi</a:t>
            </a:r>
            <a:r>
              <a:rPr lang="en-US" sz="1600" dirty="0"/>
              <a:t> $</a:t>
            </a:r>
            <a:r>
              <a:rPr lang="en-US" sz="1600" dirty="0" err="1"/>
              <a:t>sp</a:t>
            </a:r>
            <a:r>
              <a:rPr lang="en-US" sz="1600" dirty="0"/>
              <a:t>, 6  </a:t>
            </a:r>
            <a:r>
              <a:rPr lang="en-US" sz="1600" dirty="0">
                <a:solidFill>
                  <a:srgbClr val="00B0F0"/>
                </a:solidFill>
              </a:rPr>
              <a:t># store b   </a:t>
            </a:r>
          </a:p>
          <a:p>
            <a:r>
              <a:rPr lang="en-US" sz="1600" dirty="0" err="1"/>
              <a:t>addi</a:t>
            </a:r>
            <a:r>
              <a:rPr lang="en-US" sz="1600" dirty="0"/>
              <a:t> $</a:t>
            </a:r>
            <a:r>
              <a:rPr lang="en-US" sz="1600" dirty="0" err="1"/>
              <a:t>sp</a:t>
            </a:r>
            <a:r>
              <a:rPr lang="en-US" sz="1600" dirty="0"/>
              <a:t>, $</a:t>
            </a:r>
            <a:r>
              <a:rPr lang="en-US" sz="1600" dirty="0" err="1"/>
              <a:t>sp</a:t>
            </a:r>
            <a:r>
              <a:rPr lang="en-US" sz="1600" dirty="0"/>
              <a:t>, -4 </a:t>
            </a:r>
            <a:r>
              <a:rPr lang="en-US" sz="1600" dirty="0">
                <a:solidFill>
                  <a:srgbClr val="00B0F0"/>
                </a:solidFill>
              </a:rPr>
              <a:t># advance $</a:t>
            </a:r>
            <a:r>
              <a:rPr lang="en-US" sz="1600" dirty="0" err="1">
                <a:solidFill>
                  <a:srgbClr val="00B0F0"/>
                </a:solidFill>
              </a:rPr>
              <a:t>sp</a:t>
            </a:r>
            <a:r>
              <a:rPr lang="en-US" sz="1600" dirty="0">
                <a:solidFill>
                  <a:srgbClr val="00B0F0"/>
                </a:solidFill>
              </a:rPr>
              <a:t> </a:t>
            </a:r>
          </a:p>
          <a:p>
            <a:r>
              <a:rPr lang="en-US" sz="1600" dirty="0" err="1"/>
              <a:t>addi</a:t>
            </a:r>
            <a:r>
              <a:rPr lang="en-US" sz="1600" dirty="0"/>
              <a:t> $</a:t>
            </a:r>
            <a:r>
              <a:rPr lang="en-US" sz="1600" dirty="0" err="1"/>
              <a:t>sp</a:t>
            </a:r>
            <a:r>
              <a:rPr lang="en-US" sz="1600" dirty="0"/>
              <a:t>, $</a:t>
            </a:r>
            <a:r>
              <a:rPr lang="en-US" sz="1600" dirty="0" err="1"/>
              <a:t>sp</a:t>
            </a:r>
            <a:r>
              <a:rPr lang="en-US" sz="1600" dirty="0"/>
              <a:t>, -4 </a:t>
            </a:r>
            <a:r>
              <a:rPr lang="en-US" sz="1600" dirty="0">
                <a:solidFill>
                  <a:srgbClr val="00B0F0"/>
                </a:solidFill>
              </a:rPr>
              <a:t># space for return value</a:t>
            </a:r>
          </a:p>
          <a:p>
            <a:r>
              <a:rPr lang="en-US" sz="1600" dirty="0" err="1"/>
              <a:t>jal</a:t>
            </a:r>
            <a:r>
              <a:rPr lang="en-US" sz="1600" dirty="0"/>
              <a:t> FOO-</a:t>
            </a:r>
            <a:r>
              <a:rPr lang="en-US" sz="1600" dirty="0" err="1"/>
              <a:t>Addr</a:t>
            </a:r>
            <a:r>
              <a:rPr lang="en-US" sz="1600" dirty="0"/>
              <a:t> </a:t>
            </a:r>
            <a:r>
              <a:rPr lang="en-US" sz="1600" dirty="0">
                <a:solidFill>
                  <a:srgbClr val="00B0F0"/>
                </a:solidFill>
              </a:rPr>
              <a:t># do the function call</a:t>
            </a:r>
          </a:p>
          <a:p>
            <a:endParaRPr lang="en-US" sz="1600" dirty="0"/>
          </a:p>
          <a:p>
            <a:r>
              <a:rPr lang="en-US" sz="1600" dirty="0"/>
              <a:t>Code at FOO-</a:t>
            </a:r>
            <a:r>
              <a:rPr lang="en-US" sz="1600" dirty="0" err="1"/>
              <a:t>Addr</a:t>
            </a:r>
            <a:endParaRPr lang="en-US" sz="1600" dirty="0"/>
          </a:p>
          <a:p>
            <a:r>
              <a:rPr lang="en-US" sz="1600" dirty="0" err="1"/>
              <a:t>lw</a:t>
            </a:r>
            <a:r>
              <a:rPr lang="en-US" sz="1600" dirty="0"/>
              <a:t> $s0, $</a:t>
            </a:r>
            <a:r>
              <a:rPr lang="en-US" sz="1600" dirty="0" err="1"/>
              <a:t>sp</a:t>
            </a:r>
            <a:r>
              <a:rPr lang="en-US" sz="1600" dirty="0"/>
              <a:t>[12] </a:t>
            </a:r>
            <a:r>
              <a:rPr lang="en-US" sz="1600" dirty="0">
                <a:solidFill>
                  <a:srgbClr val="00B0F0"/>
                </a:solidFill>
              </a:rPr>
              <a:t># load a</a:t>
            </a:r>
          </a:p>
          <a:p>
            <a:r>
              <a:rPr lang="en-US" sz="1600" dirty="0" err="1"/>
              <a:t>lw</a:t>
            </a:r>
            <a:r>
              <a:rPr lang="en-US" sz="1600" dirty="0"/>
              <a:t> $s1, $</a:t>
            </a:r>
            <a:r>
              <a:rPr lang="en-US" sz="1600" dirty="0" err="1"/>
              <a:t>sp</a:t>
            </a:r>
            <a:r>
              <a:rPr lang="en-US" sz="1600" dirty="0"/>
              <a:t>[8] </a:t>
            </a:r>
            <a:r>
              <a:rPr lang="en-US" sz="1600" dirty="0">
                <a:solidFill>
                  <a:srgbClr val="00B0F0"/>
                </a:solidFill>
              </a:rPr>
              <a:t># load b</a:t>
            </a:r>
          </a:p>
          <a:p>
            <a:r>
              <a:rPr lang="en-US" sz="1600" dirty="0" err="1"/>
              <a:t>mult</a:t>
            </a:r>
            <a:r>
              <a:rPr lang="en-US" sz="1600" dirty="0"/>
              <a:t> $s2, $s0, $s1 </a:t>
            </a:r>
            <a:r>
              <a:rPr lang="en-US" sz="1600" dirty="0">
                <a:solidFill>
                  <a:srgbClr val="00B0F0"/>
                </a:solidFill>
              </a:rPr>
              <a:t># x = a * b</a:t>
            </a:r>
          </a:p>
          <a:p>
            <a:r>
              <a:rPr lang="en-US" sz="1600" dirty="0" err="1"/>
              <a:t>sw</a:t>
            </a:r>
            <a:r>
              <a:rPr lang="en-US" sz="1600" dirty="0"/>
              <a:t> $s2, $</a:t>
            </a:r>
            <a:r>
              <a:rPr lang="en-US" sz="1600" dirty="0" err="1"/>
              <a:t>sp</a:t>
            </a:r>
            <a:r>
              <a:rPr lang="en-US" sz="1600" dirty="0"/>
              <a:t>[4] </a:t>
            </a:r>
            <a:r>
              <a:rPr lang="en-US" sz="1600" dirty="0">
                <a:solidFill>
                  <a:srgbClr val="00B0F0"/>
                </a:solidFill>
              </a:rPr>
              <a:t># store result above stack</a:t>
            </a:r>
          </a:p>
          <a:p>
            <a:r>
              <a:rPr lang="en-US" sz="1600" dirty="0" err="1"/>
              <a:t>jr</a:t>
            </a:r>
            <a:r>
              <a:rPr lang="en-US" sz="1600" dirty="0"/>
              <a:t>  $ra  </a:t>
            </a:r>
            <a:r>
              <a:rPr lang="en-US" sz="1600" dirty="0">
                <a:solidFill>
                  <a:srgbClr val="00B0F0"/>
                </a:solidFill>
              </a:rPr>
              <a:t># return to caller instruction</a:t>
            </a:r>
          </a:p>
          <a:p>
            <a:endParaRPr lang="en-US" sz="16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9C2074F-FC53-40E0-A848-FB5BC36148DE}"/>
              </a:ext>
            </a:extLst>
          </p:cNvPr>
          <p:cNvSpPr txBox="1"/>
          <p:nvPr/>
        </p:nvSpPr>
        <p:spPr>
          <a:xfrm>
            <a:off x="5205862" y="4443928"/>
            <a:ext cx="16685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Space for return value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5F88F238-C9BE-40D4-A8D1-57416B351672}"/>
              </a:ext>
            </a:extLst>
          </p:cNvPr>
          <p:cNvCxnSpPr>
            <a:cxnSpLocks/>
            <a:endCxn id="11" idx="2"/>
          </p:cNvCxnSpPr>
          <p:nvPr/>
        </p:nvCxnSpPr>
        <p:spPr>
          <a:xfrm flipH="1" flipV="1">
            <a:off x="4279462" y="3967178"/>
            <a:ext cx="679753" cy="78316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D722033C-D265-4918-A43B-3A8A9E26854C}"/>
              </a:ext>
            </a:extLst>
          </p:cNvPr>
          <p:cNvSpPr txBox="1"/>
          <p:nvPr/>
        </p:nvSpPr>
        <p:spPr>
          <a:xfrm>
            <a:off x="7651334" y="2891887"/>
            <a:ext cx="32092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A possible assembly code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0C449FE-8495-4407-AD7D-956A1A9201D1}"/>
              </a:ext>
            </a:extLst>
          </p:cNvPr>
          <p:cNvSpPr/>
          <p:nvPr/>
        </p:nvSpPr>
        <p:spPr>
          <a:xfrm>
            <a:off x="7597746" y="2894590"/>
            <a:ext cx="3778218" cy="358677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1075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F0861-D211-44B4-BA24-FC8D960C8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/>
              <a:t>Stack Space Allocation Despite Having Parameter and Return Value Registers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DC0564-1331-45EE-9C2D-4CB11AF44C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1930892"/>
            <a:ext cx="5320112" cy="3791177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Most instruction set architectures have a few parameter and return value registers to pass arguments and return values between function calls.</a:t>
            </a:r>
          </a:p>
          <a:p>
            <a:r>
              <a:rPr lang="en-US" dirty="0"/>
              <a:t>However, the common practice is still storing them in stack because these registers only allow limited information passing.</a:t>
            </a:r>
          </a:p>
          <a:p>
            <a:r>
              <a:rPr lang="en-US" dirty="0"/>
              <a:t>A user defined function may have many parameters of different types that may not fit in just one or two registers.</a:t>
            </a:r>
          </a:p>
          <a:p>
            <a:r>
              <a:rPr lang="en-US" dirty="0"/>
              <a:t>Similarly, the return value may be so large that it may not fit in a register.</a:t>
            </a:r>
          </a:p>
          <a:p>
            <a:r>
              <a:rPr lang="en-US" dirty="0"/>
              <a:t>Consequently, reserving stack space is the only general options.</a:t>
            </a:r>
          </a:p>
          <a:p>
            <a:r>
              <a:rPr lang="en-US" dirty="0"/>
              <a:t>Compilers use these registers when they can be used for specific functions as an optimization of the general function call handling convention.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8DA9C3-F0AD-4B85-B317-0D7CD920A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Dr. Muhammad Nur Yanhaona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2A7D76-3483-48FB-8505-043A6341E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87873-1BB1-4963-BFB6-47919668ED05}" type="slidenum">
              <a:rPr lang="en-US" smtClean="0"/>
              <a:t>15</a:t>
            </a:fld>
            <a:endParaRPr lang="en-US" dirty="0"/>
          </a:p>
        </p:txBody>
      </p:sp>
      <p:pic>
        <p:nvPicPr>
          <p:cNvPr id="1026" name="Picture 2" descr="assembly - Why temporary registers and saved registers in risc-v are not  numbered sequentially? - Stack Overflow">
            <a:extLst>
              <a:ext uri="{FF2B5EF4-FFF2-40B4-BE49-F238E27FC236}">
                <a16:creationId xmlns:a16="http://schemas.microsoft.com/office/drawing/2014/main" id="{A499D8B7-1B86-4D61-A23A-0DADAEAD86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4611" y="1717914"/>
            <a:ext cx="4269589" cy="4084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256DE93-7492-4A8A-8D68-93EA7EFEC8E3}"/>
              </a:ext>
            </a:extLst>
          </p:cNvPr>
          <p:cNvSpPr txBox="1"/>
          <p:nvPr/>
        </p:nvSpPr>
        <p:spPr>
          <a:xfrm>
            <a:off x="1024128" y="6415487"/>
            <a:ext cx="95716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rgbClr val="FF0000"/>
                </a:solidFill>
              </a:rPr>
              <a:t>Image Sources: https://stackoverflow.com/questions/74094483/why-temporary-registers-and-saved-registers-in-risc-v-are-not-numbered-sequentia</a:t>
            </a:r>
          </a:p>
        </p:txBody>
      </p:sp>
    </p:spTree>
    <p:extLst>
      <p:ext uri="{BB962C8B-B14F-4D97-AF65-F5344CB8AC3E}">
        <p14:creationId xmlns:p14="http://schemas.microsoft.com/office/powerpoint/2010/main" val="30330730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322D2-5563-41B9-91F4-ED10A5601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 of Stack In Particular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A6A94F-C1E6-4E1F-8E71-6A5B763146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1930893"/>
            <a:ext cx="4867626" cy="4023360"/>
          </a:xfrm>
        </p:spPr>
        <p:txBody>
          <a:bodyPr>
            <a:normAutofit/>
          </a:bodyPr>
          <a:lstStyle/>
          <a:p>
            <a:r>
              <a:rPr lang="en-US" sz="1600" dirty="0"/>
              <a:t>Note that for function call management, any strategy that allocates separate non-overlapping regions from the logical address space for each function should work.</a:t>
            </a:r>
          </a:p>
          <a:p>
            <a:r>
              <a:rPr lang="en-US" sz="1600" dirty="0"/>
              <a:t>However, there is a great advantage in stack and stack relative addressing in particular.</a:t>
            </a:r>
          </a:p>
          <a:p>
            <a:r>
              <a:rPr lang="en-US" sz="1600" dirty="0"/>
              <a:t>Function call sequence has the nature of last-in-first out progression. Where, the last function being called is the one whose memory should be reclaimed first.</a:t>
            </a:r>
          </a:p>
          <a:p>
            <a:r>
              <a:rPr lang="en-US" sz="1600" dirty="0"/>
              <a:t>Afterwards, the immediately previous function that called it become active and candidate for the next cleanup.</a:t>
            </a:r>
          </a:p>
          <a:p>
            <a:r>
              <a:rPr lang="en-US" sz="1600" dirty="0"/>
              <a:t>Hence, the behavior of function call chain is just like the behavior of a stack.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5AA276-7085-482D-AB73-EF67BCD64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Dr. Muhammad Nur Yanhaona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5E51C9-A6AE-4DB2-918B-CBF052610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87873-1BB1-4963-BFB6-47919668ED05}" type="slidenum">
              <a:rPr lang="en-US" smtClean="0"/>
              <a:t>16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C4C669-4FFF-4B52-B814-0CFC46814E61}"/>
              </a:ext>
            </a:extLst>
          </p:cNvPr>
          <p:cNvSpPr txBox="1"/>
          <p:nvPr/>
        </p:nvSpPr>
        <p:spPr>
          <a:xfrm>
            <a:off x="6165131" y="1921466"/>
            <a:ext cx="48676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The memory used by a function that flow of control returns from is reclaimed by simply decreasing the stack pointer register to proper value.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53781F-9569-4E80-8776-C6C5AA81EFA5}"/>
              </a:ext>
            </a:extLst>
          </p:cNvPr>
          <p:cNvSpPr txBox="1"/>
          <p:nvPr/>
        </p:nvSpPr>
        <p:spPr>
          <a:xfrm>
            <a:off x="6259398" y="3082566"/>
            <a:ext cx="1329179" cy="271160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A5A36A5-81E1-403E-8725-9C44A471415B}"/>
              </a:ext>
            </a:extLst>
          </p:cNvPr>
          <p:cNvSpPr/>
          <p:nvPr/>
        </p:nvSpPr>
        <p:spPr>
          <a:xfrm>
            <a:off x="6259398" y="3082565"/>
            <a:ext cx="1329179" cy="3464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main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0746080-8473-4B9E-BB4F-F0FAE955BECD}"/>
              </a:ext>
            </a:extLst>
          </p:cNvPr>
          <p:cNvSpPr/>
          <p:nvPr/>
        </p:nvSpPr>
        <p:spPr>
          <a:xfrm>
            <a:off x="6259398" y="3429000"/>
            <a:ext cx="1329179" cy="3464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foo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C55EA0C-E42D-49A5-955A-DF1221EA6FA7}"/>
              </a:ext>
            </a:extLst>
          </p:cNvPr>
          <p:cNvSpPr/>
          <p:nvPr/>
        </p:nvSpPr>
        <p:spPr>
          <a:xfrm>
            <a:off x="6259398" y="3759102"/>
            <a:ext cx="1329179" cy="3464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bar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BB1B653-009A-4D2A-8FAC-B2479D4DFA5F}"/>
              </a:ext>
            </a:extLst>
          </p:cNvPr>
          <p:cNvSpPr txBox="1"/>
          <p:nvPr/>
        </p:nvSpPr>
        <p:spPr>
          <a:xfrm>
            <a:off x="7598003" y="3883843"/>
            <a:ext cx="4336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$</a:t>
            </a:r>
            <a:r>
              <a:rPr lang="en-US" sz="1200" dirty="0" err="1"/>
              <a:t>sp</a:t>
            </a:r>
            <a:endParaRPr lang="en-US" sz="1200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75372F9-0219-4155-91AB-ABE8B611202A}"/>
              </a:ext>
            </a:extLst>
          </p:cNvPr>
          <p:cNvCxnSpPr>
            <a:cxnSpLocks/>
          </p:cNvCxnSpPr>
          <p:nvPr/>
        </p:nvCxnSpPr>
        <p:spPr>
          <a:xfrm flipH="1">
            <a:off x="7258638" y="4022343"/>
            <a:ext cx="35821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247A2E9-77FE-49E6-9A9B-EE67E16590C7}"/>
              </a:ext>
            </a:extLst>
          </p:cNvPr>
          <p:cNvSpPr txBox="1"/>
          <p:nvPr/>
        </p:nvSpPr>
        <p:spPr>
          <a:xfrm>
            <a:off x="8108623" y="3076673"/>
            <a:ext cx="1329179" cy="271160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1A787B0-5807-45A4-A118-F0A22AD01C71}"/>
              </a:ext>
            </a:extLst>
          </p:cNvPr>
          <p:cNvSpPr/>
          <p:nvPr/>
        </p:nvSpPr>
        <p:spPr>
          <a:xfrm>
            <a:off x="8108623" y="3076672"/>
            <a:ext cx="1329179" cy="3464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main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237D126-AD24-44F7-AE2A-65539238DAEC}"/>
              </a:ext>
            </a:extLst>
          </p:cNvPr>
          <p:cNvSpPr/>
          <p:nvPr/>
        </p:nvSpPr>
        <p:spPr>
          <a:xfrm>
            <a:off x="8108623" y="3423107"/>
            <a:ext cx="1329179" cy="3464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foo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47D79B3-F094-401D-9EC8-86EDF58D6FC3}"/>
              </a:ext>
            </a:extLst>
          </p:cNvPr>
          <p:cNvSpPr txBox="1"/>
          <p:nvPr/>
        </p:nvSpPr>
        <p:spPr>
          <a:xfrm>
            <a:off x="9495933" y="3470241"/>
            <a:ext cx="4336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$</a:t>
            </a:r>
            <a:r>
              <a:rPr lang="en-US" sz="1200" dirty="0" err="1"/>
              <a:t>sp</a:t>
            </a:r>
            <a:endParaRPr lang="en-US" sz="1200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02D97D0-47B2-482F-A38E-F0CA9CEFC7B4}"/>
              </a:ext>
            </a:extLst>
          </p:cNvPr>
          <p:cNvCxnSpPr>
            <a:cxnSpLocks/>
            <a:stCxn id="21" idx="1"/>
          </p:cNvCxnSpPr>
          <p:nvPr/>
        </p:nvCxnSpPr>
        <p:spPr>
          <a:xfrm flipH="1">
            <a:off x="9137714" y="3608741"/>
            <a:ext cx="35821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37C54C7F-A878-428A-935E-0EB9F626B22C}"/>
              </a:ext>
            </a:extLst>
          </p:cNvPr>
          <p:cNvSpPr txBox="1"/>
          <p:nvPr/>
        </p:nvSpPr>
        <p:spPr>
          <a:xfrm>
            <a:off x="6363091" y="4270341"/>
            <a:ext cx="1206631" cy="523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bar</a:t>
            </a:r>
            <a:r>
              <a:rPr lang="en-US" sz="1400" dirty="0"/>
              <a:t> is called from </a:t>
            </a:r>
            <a:r>
              <a:rPr lang="en-US" sz="1400" i="1" dirty="0"/>
              <a:t>foo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0118ADF-11AB-40FD-9E9D-36B116655E8D}"/>
              </a:ext>
            </a:extLst>
          </p:cNvPr>
          <p:cNvSpPr txBox="1"/>
          <p:nvPr/>
        </p:nvSpPr>
        <p:spPr>
          <a:xfrm>
            <a:off x="8260236" y="3854367"/>
            <a:ext cx="120663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Flow returns from bar to foo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02DCA27-61E6-4ADC-8D70-70D607C34BA7}"/>
              </a:ext>
            </a:extLst>
          </p:cNvPr>
          <p:cNvSpPr txBox="1"/>
          <p:nvPr/>
        </p:nvSpPr>
        <p:spPr>
          <a:xfrm>
            <a:off x="9949992" y="3076673"/>
            <a:ext cx="1329179" cy="271160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25A57F6-4F03-4AA1-B764-3186D7EFCC7D}"/>
              </a:ext>
            </a:extLst>
          </p:cNvPr>
          <p:cNvSpPr/>
          <p:nvPr/>
        </p:nvSpPr>
        <p:spPr>
          <a:xfrm>
            <a:off x="9949992" y="3076672"/>
            <a:ext cx="1329179" cy="3464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main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C35CCBF-65CB-4A48-95D8-51FB6A6FD18A}"/>
              </a:ext>
            </a:extLst>
          </p:cNvPr>
          <p:cNvSpPr/>
          <p:nvPr/>
        </p:nvSpPr>
        <p:spPr>
          <a:xfrm>
            <a:off x="9949992" y="3423107"/>
            <a:ext cx="1329179" cy="3464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foo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747E0B2-0B52-42ED-A456-F65FE2CE456C}"/>
              </a:ext>
            </a:extLst>
          </p:cNvPr>
          <p:cNvSpPr txBox="1"/>
          <p:nvPr/>
        </p:nvSpPr>
        <p:spPr>
          <a:xfrm>
            <a:off x="11437854" y="3916967"/>
            <a:ext cx="4336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$</a:t>
            </a:r>
            <a:r>
              <a:rPr lang="en-US" sz="1200" dirty="0" err="1"/>
              <a:t>sp</a:t>
            </a:r>
            <a:endParaRPr lang="en-US" sz="1200" dirty="0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4D05540-2C5F-4506-B5D2-3E4447836D50}"/>
              </a:ext>
            </a:extLst>
          </p:cNvPr>
          <p:cNvCxnSpPr>
            <a:cxnSpLocks/>
            <a:stCxn id="28" idx="1"/>
          </p:cNvCxnSpPr>
          <p:nvPr/>
        </p:nvCxnSpPr>
        <p:spPr>
          <a:xfrm flipH="1">
            <a:off x="11079635" y="4055467"/>
            <a:ext cx="35821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CD4A8EB7-0279-400D-A0B1-E53A8180DB8A}"/>
              </a:ext>
            </a:extLst>
          </p:cNvPr>
          <p:cNvSpPr txBox="1"/>
          <p:nvPr/>
        </p:nvSpPr>
        <p:spPr>
          <a:xfrm>
            <a:off x="10072540" y="4370308"/>
            <a:ext cx="120663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foo calls another function bar-2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4A62987-E0F1-49D7-8482-64851A5B7F00}"/>
              </a:ext>
            </a:extLst>
          </p:cNvPr>
          <p:cNvSpPr/>
          <p:nvPr/>
        </p:nvSpPr>
        <p:spPr>
          <a:xfrm>
            <a:off x="9957848" y="3778758"/>
            <a:ext cx="1329179" cy="4152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bar-2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8C2796E-9C57-4849-9C30-FED6E3DECB4D}"/>
              </a:ext>
            </a:extLst>
          </p:cNvPr>
          <p:cNvSpPr txBox="1"/>
          <p:nvPr/>
        </p:nvSpPr>
        <p:spPr>
          <a:xfrm>
            <a:off x="2378695" y="5768618"/>
            <a:ext cx="92759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</a:rPr>
              <a:t>So in reality, the memory is reclaimed and re-allocated for the new function, it reuse and override the values of old function. There is no actual cleanup in-between. </a:t>
            </a:r>
          </a:p>
        </p:txBody>
      </p:sp>
    </p:spTree>
    <p:extLst>
      <p:ext uri="{BB962C8B-B14F-4D97-AF65-F5344CB8AC3E}">
        <p14:creationId xmlns:p14="http://schemas.microsoft.com/office/powerpoint/2010/main" val="13590022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A0BF36-B21A-4328-898D-75A518E24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Dr. Muhammad Nur Yanhaona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64086D-0613-41AD-A068-AAEB5E129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87873-1BB1-4963-BFB6-47919668ED05}" type="slidenum">
              <a:rPr lang="en-US" smtClean="0"/>
              <a:t>17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0614DDB-9A82-49D0-82B3-3D60A265DBC6}"/>
              </a:ext>
            </a:extLst>
          </p:cNvPr>
          <p:cNvSpPr/>
          <p:nvPr/>
        </p:nvSpPr>
        <p:spPr>
          <a:xfrm>
            <a:off x="1951349" y="1586060"/>
            <a:ext cx="8116478" cy="32899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/>
              <a:t>Simplified Stack Management</a:t>
            </a:r>
          </a:p>
        </p:txBody>
      </p:sp>
    </p:spTree>
    <p:extLst>
      <p:ext uri="{BB962C8B-B14F-4D97-AF65-F5344CB8AC3E}">
        <p14:creationId xmlns:p14="http://schemas.microsoft.com/office/powerpoint/2010/main" val="31665462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515F6-A797-429D-89F8-D8773E478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Stack Activation Frame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AFA044-910D-4497-B559-BE97BEE115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7" y="1930893"/>
            <a:ext cx="9720071" cy="1274220"/>
          </a:xfrm>
        </p:spPr>
        <p:txBody>
          <a:bodyPr>
            <a:normAutofit/>
          </a:bodyPr>
          <a:lstStyle/>
          <a:p>
            <a:r>
              <a:rPr lang="en-US" dirty="0"/>
              <a:t>Compilers follow a uniform layout for storing function call information in stack for all functions.</a:t>
            </a:r>
          </a:p>
          <a:p>
            <a:r>
              <a:rPr lang="en-US" dirty="0"/>
              <a:t>The uniformity makes code generation easier.</a:t>
            </a:r>
          </a:p>
          <a:p>
            <a:r>
              <a:rPr lang="en-US" dirty="0"/>
              <a:t>However, across programming languages the layout can differ.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49CFAD-6C08-402C-9D30-F27172031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Dr. Muhammad Nur Yanhaona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AFA26F-03DB-4AE5-8552-656A633C6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87873-1BB1-4963-BFB6-47919668ED05}" type="slidenum">
              <a:rPr lang="en-US" smtClean="0"/>
              <a:t>18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A550213-975E-4275-820A-2D86B719CD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24127" y="3202756"/>
            <a:ext cx="2257425" cy="30289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B7A7934-1CCF-49D2-80CF-5E79FDD28426}"/>
              </a:ext>
            </a:extLst>
          </p:cNvPr>
          <p:cNvSpPr txBox="1"/>
          <p:nvPr/>
        </p:nvSpPr>
        <p:spPr>
          <a:xfrm>
            <a:off x="851950" y="6153544"/>
            <a:ext cx="58316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</a:rPr>
              <a:t>Layout of a function activation record for C like languages.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8E5385-7FB5-4F16-BB52-A97CB222B385}"/>
              </a:ext>
            </a:extLst>
          </p:cNvPr>
          <p:cNvSpPr txBox="1"/>
          <p:nvPr/>
        </p:nvSpPr>
        <p:spPr>
          <a:xfrm>
            <a:off x="916193" y="6499999"/>
            <a:ext cx="748827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rgbClr val="FF0000"/>
                </a:solidFill>
              </a:rPr>
              <a:t>Image Sources: The reference text book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6539959-B46B-4F9A-AC39-585B425FE7DB}"/>
              </a:ext>
            </a:extLst>
          </p:cNvPr>
          <p:cNvCxnSpPr>
            <a:cxnSpLocks/>
          </p:cNvCxnSpPr>
          <p:nvPr/>
        </p:nvCxnSpPr>
        <p:spPr>
          <a:xfrm flipH="1">
            <a:off x="2875176" y="4194928"/>
            <a:ext cx="511875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BD1F88A1-5233-4923-95B6-56D53643F488}"/>
              </a:ext>
            </a:extLst>
          </p:cNvPr>
          <p:cNvSpPr txBox="1"/>
          <p:nvPr/>
        </p:nvSpPr>
        <p:spPr>
          <a:xfrm>
            <a:off x="8081914" y="3287839"/>
            <a:ext cx="282804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Points to the activation record of the caller so that upon return from the current function, the stack pointer and other information can be restored to reflect the previous function.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6F01BB2-4A58-4D80-BA57-8326E6736AE2}"/>
              </a:ext>
            </a:extLst>
          </p:cNvPr>
          <p:cNvSpPr txBox="1"/>
          <p:nvPr/>
        </p:nvSpPr>
        <p:spPr>
          <a:xfrm>
            <a:off x="4660332" y="4837908"/>
            <a:ext cx="251346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Address of the instruction of the caller to return to and some CPU registers’ value to be restored before returning.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CD86029-44DD-496D-8700-04CD247A9048}"/>
              </a:ext>
            </a:extLst>
          </p:cNvPr>
          <p:cNvCxnSpPr>
            <a:cxnSpLocks/>
          </p:cNvCxnSpPr>
          <p:nvPr/>
        </p:nvCxnSpPr>
        <p:spPr>
          <a:xfrm flipH="1">
            <a:off x="2875175" y="4994180"/>
            <a:ext cx="178515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F5B6AC35-0257-4899-9D6C-2A658F68B09D}"/>
              </a:ext>
            </a:extLst>
          </p:cNvPr>
          <p:cNvSpPr txBox="1"/>
          <p:nvPr/>
        </p:nvSpPr>
        <p:spPr>
          <a:xfrm>
            <a:off x="7308239" y="5238017"/>
            <a:ext cx="28280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Used for handling variable length local data or parameters.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69F0EDF-6003-4EC3-A738-C290D3906D2A}"/>
              </a:ext>
            </a:extLst>
          </p:cNvPr>
          <p:cNvCxnSpPr/>
          <p:nvPr/>
        </p:nvCxnSpPr>
        <p:spPr>
          <a:xfrm flipV="1">
            <a:off x="7654565" y="4717231"/>
            <a:ext cx="0" cy="46751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39F261A-B542-4802-931D-CEA2FE8FA9FE}"/>
              </a:ext>
            </a:extLst>
          </p:cNvPr>
          <p:cNvCxnSpPr/>
          <p:nvPr/>
        </p:nvCxnSpPr>
        <p:spPr>
          <a:xfrm flipH="1">
            <a:off x="2875175" y="4717231"/>
            <a:ext cx="47793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01469BD9-6020-4096-A54B-816B1596455B}"/>
              </a:ext>
            </a:extLst>
          </p:cNvPr>
          <p:cNvSpPr txBox="1"/>
          <p:nvPr/>
        </p:nvSpPr>
        <p:spPr>
          <a:xfrm>
            <a:off x="8766928" y="5822792"/>
            <a:ext cx="13693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(Out of scope of current discussion)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57D5679-0A54-4325-8239-D6D7C734953F}"/>
              </a:ext>
            </a:extLst>
          </p:cNvPr>
          <p:cNvSpPr/>
          <p:nvPr/>
        </p:nvSpPr>
        <p:spPr>
          <a:xfrm>
            <a:off x="923827" y="3202756"/>
            <a:ext cx="2513466" cy="2958591"/>
          </a:xfrm>
          <a:prstGeom prst="rect">
            <a:avLst/>
          </a:prstGeom>
          <a:solidFill>
            <a:srgbClr val="FF0000">
              <a:alpha val="1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6031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822C2-9F4B-4E8B-8FAA-0004A99F2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Saved Machine State Detail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7F64CD-1185-4C93-8DFE-E13F2AAF35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7" y="1930893"/>
            <a:ext cx="5263551" cy="3923152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Remember that CPU operations only happen on data stored in CPU registers – not on data stored in RAM addresses.</a:t>
            </a:r>
          </a:p>
          <a:p>
            <a:r>
              <a:rPr lang="en-US" dirty="0"/>
              <a:t>This is because accessing RAM is quite slow compared to registers inside the CPU. Furthermore, RAM is a separate chip that cannot participate in CPU data-path during arithmetic/logic operations.</a:t>
            </a:r>
          </a:p>
          <a:p>
            <a:r>
              <a:rPr lang="en-US" dirty="0"/>
              <a:t>Consequently, compilers try to keep results of operations and value loaded from RAM in registers as much as possible and do load/store with RAM infrequently.</a:t>
            </a:r>
          </a:p>
          <a:p>
            <a:r>
              <a:rPr lang="en-US" dirty="0"/>
              <a:t>In case of function calls, thus there is a convention for saving the contents of some of the register’s previous values in stack before a called function can use those registers.</a:t>
            </a:r>
          </a:p>
          <a:p>
            <a:r>
              <a:rPr lang="en-US" dirty="0"/>
              <a:t>This set of registers that a callee function restores to old value forms the saved machine state.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F05191-3445-428F-BD7D-00884A20D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Dr. Muhammad Nur Yanhaona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AB75A2-FF62-47CC-AFDB-A4EB10A56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87873-1BB1-4963-BFB6-47919668ED05}" type="slidenum">
              <a:rPr lang="en-US" smtClean="0"/>
              <a:t>19</a:t>
            </a:fld>
            <a:endParaRPr lang="en-US" dirty="0"/>
          </a:p>
        </p:txBody>
      </p:sp>
      <p:pic>
        <p:nvPicPr>
          <p:cNvPr id="8194" name="Picture 2" descr="6.1810 RISC-V Calling Convention">
            <a:extLst>
              <a:ext uri="{FF2B5EF4-FFF2-40B4-BE49-F238E27FC236}">
                <a16:creationId xmlns:a16="http://schemas.microsoft.com/office/drawing/2014/main" id="{28DB8F6D-69E1-4973-A544-2D202BF87A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0977" y="2435534"/>
            <a:ext cx="5680023" cy="2875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09DE41E-8071-4715-8A86-DE932C3C2D74}"/>
              </a:ext>
            </a:extLst>
          </p:cNvPr>
          <p:cNvSpPr txBox="1"/>
          <p:nvPr/>
        </p:nvSpPr>
        <p:spPr>
          <a:xfrm>
            <a:off x="6061024" y="2127757"/>
            <a:ext cx="54956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70C0"/>
                </a:solidFill>
              </a:rPr>
              <a:t>Whatever callee saves here is part of saved machine state in RISC-V5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FB0C15-76DF-448F-8E67-41245F15BE09}"/>
              </a:ext>
            </a:extLst>
          </p:cNvPr>
          <p:cNvSpPr txBox="1"/>
          <p:nvPr/>
        </p:nvSpPr>
        <p:spPr>
          <a:xfrm>
            <a:off x="1082826" y="6225395"/>
            <a:ext cx="779596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rgbClr val="FF0000"/>
                </a:solidFill>
              </a:rPr>
              <a:t>Image Sources: https://pdos.csail.mit.edu/6.828/2024/lec/l-riscv-cc-slides.pdf</a:t>
            </a:r>
          </a:p>
        </p:txBody>
      </p:sp>
    </p:spTree>
    <p:extLst>
      <p:ext uri="{BB962C8B-B14F-4D97-AF65-F5344CB8AC3E}">
        <p14:creationId xmlns:p14="http://schemas.microsoft.com/office/powerpoint/2010/main" val="41429160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58E10-C0A3-42B3-9C87-1B7EB3FB9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Caller and Callee Responsibility Breakdown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FAE173-E40B-437D-8553-9614E23095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9860" y="2124288"/>
            <a:ext cx="4688516" cy="3484660"/>
          </a:xfrm>
        </p:spPr>
        <p:txBody>
          <a:bodyPr/>
          <a:lstStyle/>
          <a:p>
            <a:r>
              <a:rPr lang="en-US" dirty="0"/>
              <a:t>When compiler generates code for functions, it has to decide how to distribute the task of populating different parts of a function activation records between the caller function and the callee function.</a:t>
            </a:r>
          </a:p>
          <a:p>
            <a:r>
              <a:rPr lang="en-US" dirty="0"/>
              <a:t>Having the code in the callee allows the compiler to generate the code for a part only once to be used by many caller function’s code.</a:t>
            </a:r>
          </a:p>
          <a:p>
            <a:r>
              <a:rPr lang="en-US" dirty="0"/>
              <a:t>However, things that the callee should not know beforehand must be populated by the caller.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AFAD87-5573-4D5B-BBE3-A5D39A427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Dr. Muhammad Nur Yanhaona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DB4F52-00BA-4283-8DD4-D5364D44C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87873-1BB1-4963-BFB6-47919668ED05}" type="slidenum">
              <a:rPr lang="en-US" smtClean="0"/>
              <a:t>20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228C004-E68A-4988-B153-9251BE62AE2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l="4128"/>
          <a:stretch/>
        </p:blipFill>
        <p:spPr>
          <a:xfrm>
            <a:off x="5524108" y="1737498"/>
            <a:ext cx="5963091" cy="374332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3FBE0E4-95B5-4BE2-8736-E6F45AFC59FD}"/>
              </a:ext>
            </a:extLst>
          </p:cNvPr>
          <p:cNvSpPr/>
          <p:nvPr/>
        </p:nvSpPr>
        <p:spPr>
          <a:xfrm>
            <a:off x="5524108" y="1828799"/>
            <a:ext cx="5738032" cy="3780149"/>
          </a:xfrm>
          <a:prstGeom prst="rect">
            <a:avLst/>
          </a:prstGeom>
          <a:solidFill>
            <a:srgbClr val="FFFF00">
              <a:alpha val="1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A3A9D9-8A21-49DF-A075-CCE1DBDA649A}"/>
              </a:ext>
            </a:extLst>
          </p:cNvPr>
          <p:cNvSpPr txBox="1"/>
          <p:nvPr/>
        </p:nvSpPr>
        <p:spPr>
          <a:xfrm>
            <a:off x="916193" y="6499999"/>
            <a:ext cx="748827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rgbClr val="FF0000"/>
                </a:solidFill>
              </a:rPr>
              <a:t>Image Sources: The reference text book</a:t>
            </a:r>
          </a:p>
        </p:txBody>
      </p:sp>
    </p:spTree>
    <p:extLst>
      <p:ext uri="{BB962C8B-B14F-4D97-AF65-F5344CB8AC3E}">
        <p14:creationId xmlns:p14="http://schemas.microsoft.com/office/powerpoint/2010/main" val="21697014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F01FB-8461-4D2C-9001-B43D34175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 Illustration of What Actually Happens</a:t>
            </a:r>
            <a:br>
              <a:rPr lang="en-US" dirty="0"/>
            </a:br>
            <a:r>
              <a:rPr lang="en-US" sz="1800" dirty="0">
                <a:solidFill>
                  <a:srgbClr val="0070C0"/>
                </a:solidFill>
              </a:rPr>
              <a:t>(caller’s side)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937A29-D08A-4C60-8EC9-78AC54112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Dr. Muhammad Nur Yanhaona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892E90-BBDB-4EC1-9514-97DB15424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87873-1BB1-4963-BFB6-47919668ED05}" type="slidenum">
              <a:rPr lang="en-US" smtClean="0"/>
              <a:t>21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2E3499-4570-4CF4-B2ED-ABD7E567EFFD}"/>
              </a:ext>
            </a:extLst>
          </p:cNvPr>
          <p:cNvSpPr txBox="1"/>
          <p:nvPr/>
        </p:nvSpPr>
        <p:spPr>
          <a:xfrm>
            <a:off x="933253" y="2215299"/>
            <a:ext cx="2394408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void main() {</a:t>
            </a:r>
          </a:p>
          <a:p>
            <a:r>
              <a:rPr lang="en-US" sz="1400" dirty="0"/>
              <a:t>    int x = 10;</a:t>
            </a:r>
          </a:p>
          <a:p>
            <a:r>
              <a:rPr lang="en-US" sz="1400" dirty="0"/>
              <a:t>    int y = power(x, 5);</a:t>
            </a:r>
          </a:p>
          <a:p>
            <a:r>
              <a:rPr lang="en-US" sz="1400" dirty="0"/>
              <a:t>    x = y - x </a:t>
            </a:r>
          </a:p>
          <a:p>
            <a:r>
              <a:rPr lang="en-US" sz="1400" dirty="0"/>
              <a:t>}</a:t>
            </a:r>
          </a:p>
          <a:p>
            <a:endParaRPr lang="en-US" sz="1400" dirty="0"/>
          </a:p>
          <a:p>
            <a:r>
              <a:rPr lang="en-US" sz="1400" dirty="0"/>
              <a:t>int power(int a, int b) {</a:t>
            </a:r>
          </a:p>
          <a:p>
            <a:r>
              <a:rPr lang="en-US" sz="1400" dirty="0"/>
              <a:t>    int power = 1;</a:t>
            </a:r>
          </a:p>
          <a:p>
            <a:r>
              <a:rPr lang="en-US" sz="1400" dirty="0"/>
              <a:t>    for (int </a:t>
            </a:r>
            <a:r>
              <a:rPr lang="en-US" sz="1400" dirty="0" err="1"/>
              <a:t>i</a:t>
            </a:r>
            <a:r>
              <a:rPr lang="en-US" sz="1400" dirty="0"/>
              <a:t> = 0; </a:t>
            </a:r>
            <a:r>
              <a:rPr lang="en-US" sz="1400" dirty="0" err="1"/>
              <a:t>i</a:t>
            </a:r>
            <a:r>
              <a:rPr lang="en-US" sz="1400" dirty="0"/>
              <a:t> &lt; b; </a:t>
            </a:r>
            <a:r>
              <a:rPr lang="en-US" sz="1400" dirty="0" err="1"/>
              <a:t>i</a:t>
            </a:r>
            <a:r>
              <a:rPr lang="en-US" sz="1400" dirty="0"/>
              <a:t>++) {</a:t>
            </a:r>
          </a:p>
          <a:p>
            <a:r>
              <a:rPr lang="en-US" sz="1400" dirty="0"/>
              <a:t>       power = power * a;</a:t>
            </a:r>
          </a:p>
          <a:p>
            <a:r>
              <a:rPr lang="en-US" sz="1400" dirty="0"/>
              <a:t>    }</a:t>
            </a:r>
          </a:p>
          <a:p>
            <a:r>
              <a:rPr lang="en-US" sz="1400" dirty="0"/>
              <a:t>    return power;</a:t>
            </a:r>
          </a:p>
          <a:p>
            <a:r>
              <a:rPr lang="en-US" sz="1400" dirty="0"/>
              <a:t>}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BE94C8A-543E-4A85-A1AE-617206F0A014}"/>
              </a:ext>
            </a:extLst>
          </p:cNvPr>
          <p:cNvSpPr/>
          <p:nvPr/>
        </p:nvSpPr>
        <p:spPr>
          <a:xfrm>
            <a:off x="829559" y="2111604"/>
            <a:ext cx="2498102" cy="300975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07A0D9-5323-429C-9AE8-B18CFB3885A7}"/>
              </a:ext>
            </a:extLst>
          </p:cNvPr>
          <p:cNvSpPr txBox="1"/>
          <p:nvPr/>
        </p:nvSpPr>
        <p:spPr>
          <a:xfrm>
            <a:off x="956820" y="5091574"/>
            <a:ext cx="23472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Sample Source Code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8C96F73-3C83-4C04-B8EE-60CFFB651ACD}"/>
              </a:ext>
            </a:extLst>
          </p:cNvPr>
          <p:cNvSpPr txBox="1"/>
          <p:nvPr/>
        </p:nvSpPr>
        <p:spPr>
          <a:xfrm>
            <a:off x="3930978" y="2007909"/>
            <a:ext cx="2073897" cy="33766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 err="1"/>
              <a:t>addi</a:t>
            </a:r>
            <a:r>
              <a:rPr lang="en-US" sz="1600" dirty="0"/>
              <a:t> $s0, 10</a:t>
            </a:r>
          </a:p>
          <a:p>
            <a:pPr>
              <a:lnSpc>
                <a:spcPct val="150000"/>
              </a:lnSpc>
            </a:pPr>
            <a:r>
              <a:rPr lang="en-US" sz="1600" dirty="0" err="1"/>
              <a:t>sw</a:t>
            </a:r>
            <a:r>
              <a:rPr lang="en-US" sz="1600" dirty="0"/>
              <a:t> $s0, $</a:t>
            </a:r>
            <a:r>
              <a:rPr lang="en-US" sz="1600" dirty="0" err="1"/>
              <a:t>sp</a:t>
            </a:r>
            <a:r>
              <a:rPr lang="en-US" sz="1600" dirty="0"/>
              <a:t>[-4]</a:t>
            </a:r>
          </a:p>
          <a:p>
            <a:pPr>
              <a:lnSpc>
                <a:spcPct val="150000"/>
              </a:lnSpc>
            </a:pPr>
            <a:r>
              <a:rPr lang="en-US" sz="1600" dirty="0" err="1"/>
              <a:t>swi</a:t>
            </a:r>
            <a:r>
              <a:rPr lang="en-US" sz="1600" dirty="0"/>
              <a:t> 5, $</a:t>
            </a:r>
            <a:r>
              <a:rPr lang="en-US" sz="1600" dirty="0" err="1"/>
              <a:t>sp</a:t>
            </a:r>
            <a:r>
              <a:rPr lang="en-US" sz="1600" dirty="0"/>
              <a:t>[-8]</a:t>
            </a:r>
          </a:p>
          <a:p>
            <a:pPr>
              <a:lnSpc>
                <a:spcPct val="150000"/>
              </a:lnSpc>
            </a:pPr>
            <a:r>
              <a:rPr lang="en-US" sz="1600" dirty="0" err="1"/>
              <a:t>sw</a:t>
            </a:r>
            <a:r>
              <a:rPr lang="en-US" sz="1600" dirty="0"/>
              <a:t>  $pc, $</a:t>
            </a:r>
            <a:r>
              <a:rPr lang="en-US" sz="1600" dirty="0" err="1"/>
              <a:t>sp</a:t>
            </a:r>
            <a:r>
              <a:rPr lang="en-US" sz="1600" dirty="0"/>
              <a:t>[-16]</a:t>
            </a:r>
          </a:p>
          <a:p>
            <a:pPr>
              <a:lnSpc>
                <a:spcPct val="150000"/>
              </a:lnSpc>
            </a:pPr>
            <a:r>
              <a:rPr lang="en-US" sz="1600" dirty="0" err="1"/>
              <a:t>sw</a:t>
            </a:r>
            <a:r>
              <a:rPr lang="en-US" sz="1600" dirty="0"/>
              <a:t> $</a:t>
            </a:r>
            <a:r>
              <a:rPr lang="en-US" sz="1600" dirty="0" err="1"/>
              <a:t>sp</a:t>
            </a:r>
            <a:r>
              <a:rPr lang="en-US" sz="1600" dirty="0"/>
              <a:t>, $</a:t>
            </a:r>
            <a:r>
              <a:rPr lang="en-US" sz="1600" dirty="0" err="1"/>
              <a:t>sp</a:t>
            </a:r>
            <a:r>
              <a:rPr lang="en-US" sz="1600" dirty="0"/>
              <a:t>[-20]</a:t>
            </a:r>
          </a:p>
          <a:p>
            <a:pPr>
              <a:lnSpc>
                <a:spcPct val="150000"/>
              </a:lnSpc>
            </a:pPr>
            <a:r>
              <a:rPr lang="en-US" sz="1600" dirty="0" err="1"/>
              <a:t>addi</a:t>
            </a:r>
            <a:r>
              <a:rPr lang="en-US" sz="1600" dirty="0"/>
              <a:t> $</a:t>
            </a:r>
            <a:r>
              <a:rPr lang="en-US" sz="1600" dirty="0" err="1"/>
              <a:t>sp</a:t>
            </a:r>
            <a:r>
              <a:rPr lang="en-US" sz="1600" dirty="0"/>
              <a:t>, $</a:t>
            </a:r>
            <a:r>
              <a:rPr lang="en-US" sz="1600" dirty="0" err="1"/>
              <a:t>sp</a:t>
            </a:r>
            <a:r>
              <a:rPr lang="en-US" sz="1600" dirty="0"/>
              <a:t>, -24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Jal </a:t>
            </a:r>
            <a:r>
              <a:rPr lang="en-US" sz="1600" dirty="0" err="1"/>
              <a:t>power_addr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 err="1"/>
              <a:t>lw</a:t>
            </a:r>
            <a:r>
              <a:rPr lang="en-US" sz="1600" dirty="0"/>
              <a:t> $s1, $</a:t>
            </a:r>
            <a:r>
              <a:rPr lang="en-US" sz="1600" dirty="0" err="1"/>
              <a:t>sp</a:t>
            </a:r>
            <a:r>
              <a:rPr lang="en-US" sz="1600" dirty="0"/>
              <a:t>[-12]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sub $s0, $s1, $s0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5B273D6-013F-4832-B6E9-7845109611F1}"/>
              </a:ext>
            </a:extLst>
          </p:cNvPr>
          <p:cNvSpPr txBox="1"/>
          <p:nvPr/>
        </p:nvSpPr>
        <p:spPr>
          <a:xfrm>
            <a:off x="3896779" y="5465923"/>
            <a:ext cx="70565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Main function’s code assuming $s0 register storing the value of x and $s1 the value of y.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1E166CC-F2B7-4724-811B-B28842DCA008}"/>
              </a:ext>
            </a:extLst>
          </p:cNvPr>
          <p:cNvSpPr/>
          <p:nvPr/>
        </p:nvSpPr>
        <p:spPr>
          <a:xfrm>
            <a:off x="3930978" y="2007908"/>
            <a:ext cx="1953186" cy="345801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DEA0D43-191A-42DE-8D5B-2D645894142C}"/>
              </a:ext>
            </a:extLst>
          </p:cNvPr>
          <p:cNvSpPr/>
          <p:nvPr/>
        </p:nvSpPr>
        <p:spPr>
          <a:xfrm>
            <a:off x="3930978" y="2416164"/>
            <a:ext cx="6813220" cy="702892"/>
          </a:xfrm>
          <a:prstGeom prst="rect">
            <a:avLst/>
          </a:prstGeom>
          <a:solidFill>
            <a:srgbClr val="92D050">
              <a:alpha val="3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FF24B5D-C602-41D7-853A-5F27AFD1B0DE}"/>
              </a:ext>
            </a:extLst>
          </p:cNvPr>
          <p:cNvSpPr txBox="1"/>
          <p:nvPr/>
        </p:nvSpPr>
        <p:spPr>
          <a:xfrm>
            <a:off x="5884164" y="2629110"/>
            <a:ext cx="20738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Put parameters in stack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F277CD7-8F39-4BD4-A066-07A73A65BE32}"/>
              </a:ext>
            </a:extLst>
          </p:cNvPr>
          <p:cNvSpPr/>
          <p:nvPr/>
        </p:nvSpPr>
        <p:spPr>
          <a:xfrm>
            <a:off x="3930977" y="3200441"/>
            <a:ext cx="6813221" cy="276999"/>
          </a:xfrm>
          <a:prstGeom prst="rect">
            <a:avLst/>
          </a:prstGeom>
          <a:solidFill>
            <a:srgbClr val="92D050">
              <a:alpha val="3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D5E41ED-EB22-4EC1-B42A-CA7024308077}"/>
              </a:ext>
            </a:extLst>
          </p:cNvPr>
          <p:cNvSpPr txBox="1"/>
          <p:nvPr/>
        </p:nvSpPr>
        <p:spPr>
          <a:xfrm>
            <a:off x="5884164" y="3228074"/>
            <a:ext cx="41547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Put control link in stack after reserving a spot for return value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BCEBC22-7280-4988-A2EB-390F04CB0876}"/>
              </a:ext>
            </a:extLst>
          </p:cNvPr>
          <p:cNvSpPr/>
          <p:nvPr/>
        </p:nvSpPr>
        <p:spPr>
          <a:xfrm>
            <a:off x="3930978" y="3550106"/>
            <a:ext cx="6813220" cy="306822"/>
          </a:xfrm>
          <a:prstGeom prst="rect">
            <a:avLst/>
          </a:prstGeom>
          <a:solidFill>
            <a:srgbClr val="92D050">
              <a:alpha val="3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3E13EB3-B52A-4A04-A4EC-2722552A3974}"/>
              </a:ext>
            </a:extLst>
          </p:cNvPr>
          <p:cNvSpPr txBox="1"/>
          <p:nvPr/>
        </p:nvSpPr>
        <p:spPr>
          <a:xfrm>
            <a:off x="5862481" y="3539977"/>
            <a:ext cx="48817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Put main’s stack pointer’s address in stack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04480BF-6A12-448A-B8E6-46A3359D276E}"/>
              </a:ext>
            </a:extLst>
          </p:cNvPr>
          <p:cNvSpPr/>
          <p:nvPr/>
        </p:nvSpPr>
        <p:spPr>
          <a:xfrm>
            <a:off x="3930978" y="3899854"/>
            <a:ext cx="6813222" cy="339452"/>
          </a:xfrm>
          <a:prstGeom prst="rect">
            <a:avLst/>
          </a:prstGeom>
          <a:solidFill>
            <a:srgbClr val="92D050">
              <a:alpha val="3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95E14C5-E587-408B-BD8D-48EA1E2B6303}"/>
              </a:ext>
            </a:extLst>
          </p:cNvPr>
          <p:cNvSpPr txBox="1"/>
          <p:nvPr/>
        </p:nvSpPr>
        <p:spPr>
          <a:xfrm>
            <a:off x="5884164" y="3889641"/>
            <a:ext cx="48600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Advance the stack pointers to the beginning of power’s activation record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37E1942-93E8-453E-B02A-4A0DBBE49B80}"/>
              </a:ext>
            </a:extLst>
          </p:cNvPr>
          <p:cNvSpPr/>
          <p:nvPr/>
        </p:nvSpPr>
        <p:spPr>
          <a:xfrm>
            <a:off x="3930977" y="4304525"/>
            <a:ext cx="6813222" cy="339452"/>
          </a:xfrm>
          <a:prstGeom prst="rect">
            <a:avLst/>
          </a:prstGeom>
          <a:solidFill>
            <a:srgbClr val="92D050">
              <a:alpha val="3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6B3023F-E3C9-44C3-B0D3-65EC74E04327}"/>
              </a:ext>
            </a:extLst>
          </p:cNvPr>
          <p:cNvSpPr txBox="1"/>
          <p:nvPr/>
        </p:nvSpPr>
        <p:spPr>
          <a:xfrm>
            <a:off x="5884164" y="4310562"/>
            <a:ext cx="46898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Jump to the address in the text section where power function is located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544E474-87CF-4958-9D91-5CB9CF678513}"/>
              </a:ext>
            </a:extLst>
          </p:cNvPr>
          <p:cNvSpPr/>
          <p:nvPr/>
        </p:nvSpPr>
        <p:spPr>
          <a:xfrm>
            <a:off x="3930976" y="4705799"/>
            <a:ext cx="6813222" cy="339452"/>
          </a:xfrm>
          <a:prstGeom prst="rect">
            <a:avLst/>
          </a:prstGeom>
          <a:solidFill>
            <a:srgbClr val="92D050">
              <a:alpha val="3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7C89724-390B-4297-B9B1-5E817F6D97D9}"/>
              </a:ext>
            </a:extLst>
          </p:cNvPr>
          <p:cNvSpPr txBox="1"/>
          <p:nvPr/>
        </p:nvSpPr>
        <p:spPr>
          <a:xfrm>
            <a:off x="5893892" y="4725362"/>
            <a:ext cx="46898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Retrieve the return value, 10</a:t>
            </a:r>
            <a:r>
              <a:rPr lang="en-US" sz="1200" baseline="30000" dirty="0"/>
              <a:t>5</a:t>
            </a:r>
            <a:r>
              <a:rPr lang="en-US" sz="1200" dirty="0"/>
              <a:t> from stack and store it in the register for y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FA8B0E6-2291-4160-97D3-023C3719DDE0}"/>
              </a:ext>
            </a:extLst>
          </p:cNvPr>
          <p:cNvSpPr/>
          <p:nvPr/>
        </p:nvSpPr>
        <p:spPr>
          <a:xfrm>
            <a:off x="3913326" y="5091574"/>
            <a:ext cx="6813222" cy="307277"/>
          </a:xfrm>
          <a:prstGeom prst="rect">
            <a:avLst/>
          </a:prstGeom>
          <a:solidFill>
            <a:srgbClr val="92D050">
              <a:alpha val="3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5881A93-93D6-42F5-B31B-3AA988F93EBC}"/>
              </a:ext>
            </a:extLst>
          </p:cNvPr>
          <p:cNvSpPr txBox="1"/>
          <p:nvPr/>
        </p:nvSpPr>
        <p:spPr>
          <a:xfrm>
            <a:off x="5884164" y="5121356"/>
            <a:ext cx="46898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Do x = y -x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A7832FD-675D-42A2-8A61-2DB49CCDDAAC}"/>
              </a:ext>
            </a:extLst>
          </p:cNvPr>
          <p:cNvSpPr/>
          <p:nvPr/>
        </p:nvSpPr>
        <p:spPr>
          <a:xfrm>
            <a:off x="3930978" y="2072815"/>
            <a:ext cx="6813220" cy="281452"/>
          </a:xfrm>
          <a:prstGeom prst="rect">
            <a:avLst/>
          </a:prstGeom>
          <a:solidFill>
            <a:srgbClr val="92D050">
              <a:alpha val="3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19AA161-0D55-473A-8804-081C8AC0748D}"/>
              </a:ext>
            </a:extLst>
          </p:cNvPr>
          <p:cNvSpPr txBox="1"/>
          <p:nvPr/>
        </p:nvSpPr>
        <p:spPr>
          <a:xfrm>
            <a:off x="5862481" y="2079638"/>
            <a:ext cx="20738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Set the value of x to 10</a:t>
            </a:r>
          </a:p>
        </p:txBody>
      </p:sp>
    </p:spTree>
    <p:extLst>
      <p:ext uri="{BB962C8B-B14F-4D97-AF65-F5344CB8AC3E}">
        <p14:creationId xmlns:p14="http://schemas.microsoft.com/office/powerpoint/2010/main" val="5098097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F01FB-8461-4D2C-9001-B43D34175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 Illustration of What Actually Happens</a:t>
            </a:r>
            <a:br>
              <a:rPr lang="en-US" dirty="0"/>
            </a:br>
            <a:r>
              <a:rPr lang="en-US" sz="1800" dirty="0">
                <a:solidFill>
                  <a:srgbClr val="0070C0"/>
                </a:solidFill>
              </a:rPr>
              <a:t>(callee’s side)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937A29-D08A-4C60-8EC9-78AC54112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By Dr. Muhammad Nur Yanhaona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892E90-BBDB-4EC1-9514-97DB15424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87873-1BB1-4963-BFB6-47919668ED05}" type="slidenum">
              <a:rPr lang="en-US" smtClean="0"/>
              <a:t>22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2E3499-4570-4CF4-B2ED-ABD7E567EFFD}"/>
              </a:ext>
            </a:extLst>
          </p:cNvPr>
          <p:cNvSpPr txBox="1"/>
          <p:nvPr/>
        </p:nvSpPr>
        <p:spPr>
          <a:xfrm>
            <a:off x="933253" y="2215299"/>
            <a:ext cx="2394408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void main() {</a:t>
            </a:r>
          </a:p>
          <a:p>
            <a:r>
              <a:rPr lang="en-US" sz="1400" dirty="0"/>
              <a:t>    int x = 10;</a:t>
            </a:r>
          </a:p>
          <a:p>
            <a:r>
              <a:rPr lang="en-US" sz="1400" dirty="0"/>
              <a:t>    int y = power(x, 5);</a:t>
            </a:r>
          </a:p>
          <a:p>
            <a:r>
              <a:rPr lang="en-US" sz="1400" dirty="0"/>
              <a:t>    x = y - x </a:t>
            </a:r>
          </a:p>
          <a:p>
            <a:r>
              <a:rPr lang="en-US" sz="1400" dirty="0"/>
              <a:t>}</a:t>
            </a:r>
          </a:p>
          <a:p>
            <a:endParaRPr lang="en-US" sz="1400" dirty="0"/>
          </a:p>
          <a:p>
            <a:r>
              <a:rPr lang="en-US" sz="1400" dirty="0"/>
              <a:t>int power(int a, int b) {</a:t>
            </a:r>
          </a:p>
          <a:p>
            <a:r>
              <a:rPr lang="en-US" sz="1400" dirty="0"/>
              <a:t>    int power = 1;</a:t>
            </a:r>
          </a:p>
          <a:p>
            <a:r>
              <a:rPr lang="en-US" sz="1400" dirty="0"/>
              <a:t>    for (int </a:t>
            </a:r>
            <a:r>
              <a:rPr lang="en-US" sz="1400" dirty="0" err="1"/>
              <a:t>i</a:t>
            </a:r>
            <a:r>
              <a:rPr lang="en-US" sz="1400" dirty="0"/>
              <a:t> = 0; </a:t>
            </a:r>
            <a:r>
              <a:rPr lang="en-US" sz="1400" dirty="0" err="1"/>
              <a:t>i</a:t>
            </a:r>
            <a:r>
              <a:rPr lang="en-US" sz="1400" dirty="0"/>
              <a:t> &lt; b; </a:t>
            </a:r>
            <a:r>
              <a:rPr lang="en-US" sz="1400" dirty="0" err="1"/>
              <a:t>i</a:t>
            </a:r>
            <a:r>
              <a:rPr lang="en-US" sz="1400" dirty="0"/>
              <a:t>++) {</a:t>
            </a:r>
          </a:p>
          <a:p>
            <a:r>
              <a:rPr lang="en-US" sz="1400" dirty="0"/>
              <a:t>       power = power * a;</a:t>
            </a:r>
          </a:p>
          <a:p>
            <a:r>
              <a:rPr lang="en-US" sz="1400" dirty="0"/>
              <a:t>    }</a:t>
            </a:r>
          </a:p>
          <a:p>
            <a:r>
              <a:rPr lang="en-US" sz="1400" dirty="0"/>
              <a:t>    return power;</a:t>
            </a:r>
          </a:p>
          <a:p>
            <a:r>
              <a:rPr lang="en-US" sz="1400" dirty="0"/>
              <a:t>}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BE94C8A-543E-4A85-A1AE-617206F0A014}"/>
              </a:ext>
            </a:extLst>
          </p:cNvPr>
          <p:cNvSpPr/>
          <p:nvPr/>
        </p:nvSpPr>
        <p:spPr>
          <a:xfrm>
            <a:off x="829559" y="2111604"/>
            <a:ext cx="2498102" cy="300975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07A0D9-5323-429C-9AE8-B18CFB3885A7}"/>
              </a:ext>
            </a:extLst>
          </p:cNvPr>
          <p:cNvSpPr txBox="1"/>
          <p:nvPr/>
        </p:nvSpPr>
        <p:spPr>
          <a:xfrm>
            <a:off x="956820" y="5091574"/>
            <a:ext cx="23472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Sample Source Code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8231D3-8729-4115-ACAA-76D97230541A}"/>
              </a:ext>
            </a:extLst>
          </p:cNvPr>
          <p:cNvSpPr txBox="1"/>
          <p:nvPr/>
        </p:nvSpPr>
        <p:spPr>
          <a:xfrm>
            <a:off x="3573055" y="1507786"/>
            <a:ext cx="2260284" cy="50583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500" dirty="0" err="1"/>
              <a:t>sw</a:t>
            </a:r>
            <a:r>
              <a:rPr lang="en-US" sz="1500" dirty="0"/>
              <a:t> $s0, $</a:t>
            </a:r>
            <a:r>
              <a:rPr lang="en-US" sz="1500" dirty="0" err="1"/>
              <a:t>sp</a:t>
            </a:r>
            <a:r>
              <a:rPr lang="en-US" sz="1500" dirty="0"/>
              <a:t>[0]</a:t>
            </a:r>
          </a:p>
          <a:p>
            <a:r>
              <a:rPr lang="en-US" sz="1500" dirty="0"/>
              <a:t>…</a:t>
            </a:r>
          </a:p>
          <a:p>
            <a:r>
              <a:rPr lang="en-US" sz="1500" dirty="0" err="1"/>
              <a:t>sw</a:t>
            </a:r>
            <a:r>
              <a:rPr lang="en-US" sz="1500" dirty="0"/>
              <a:t> $s11, $</a:t>
            </a:r>
            <a:r>
              <a:rPr lang="en-US" sz="1500" dirty="0" err="1"/>
              <a:t>sp</a:t>
            </a:r>
            <a:r>
              <a:rPr lang="en-US" sz="1500" dirty="0"/>
              <a:t>[-44]</a:t>
            </a:r>
          </a:p>
          <a:p>
            <a:r>
              <a:rPr lang="en-US" sz="1500" dirty="0" err="1"/>
              <a:t>addi</a:t>
            </a:r>
            <a:r>
              <a:rPr lang="en-US" sz="1500" dirty="0"/>
              <a:t> $</a:t>
            </a:r>
            <a:r>
              <a:rPr lang="en-US" sz="1500" dirty="0" err="1"/>
              <a:t>sp</a:t>
            </a:r>
            <a:r>
              <a:rPr lang="en-US" sz="1500" dirty="0"/>
              <a:t>, $</a:t>
            </a:r>
            <a:r>
              <a:rPr lang="en-US" sz="1500" dirty="0" err="1"/>
              <a:t>sp</a:t>
            </a:r>
            <a:r>
              <a:rPr lang="en-US" sz="1500" dirty="0"/>
              <a:t>, -48</a:t>
            </a:r>
          </a:p>
          <a:p>
            <a:r>
              <a:rPr lang="en-US" sz="1500" dirty="0" err="1"/>
              <a:t>lw</a:t>
            </a:r>
            <a:r>
              <a:rPr lang="en-US" sz="1500" dirty="0"/>
              <a:t> $s0, $</a:t>
            </a:r>
            <a:r>
              <a:rPr lang="en-US" sz="1500" dirty="0" err="1"/>
              <a:t>sp</a:t>
            </a:r>
            <a:r>
              <a:rPr lang="en-US" sz="1500" dirty="0"/>
              <a:t>[64]</a:t>
            </a:r>
          </a:p>
          <a:p>
            <a:r>
              <a:rPr lang="en-US" sz="1500" dirty="0"/>
              <a:t>ls $s1, $</a:t>
            </a:r>
            <a:r>
              <a:rPr lang="en-US" sz="1500" dirty="0" err="1"/>
              <a:t>sp</a:t>
            </a:r>
            <a:r>
              <a:rPr lang="en-US" sz="1500" dirty="0"/>
              <a:t>[60]</a:t>
            </a:r>
          </a:p>
          <a:p>
            <a:r>
              <a:rPr lang="en-US" sz="1500" dirty="0" err="1"/>
              <a:t>addi</a:t>
            </a:r>
            <a:r>
              <a:rPr lang="en-US" sz="1500" dirty="0"/>
              <a:t>, $s2, $zero, 1</a:t>
            </a:r>
          </a:p>
          <a:p>
            <a:r>
              <a:rPr lang="en-US" sz="1500" dirty="0"/>
              <a:t>add $s3, $zero, $zero</a:t>
            </a:r>
          </a:p>
          <a:p>
            <a:r>
              <a:rPr lang="en-US" sz="1500" dirty="0" err="1"/>
              <a:t>loop_addr</a:t>
            </a:r>
            <a:r>
              <a:rPr lang="en-US" sz="1500" dirty="0"/>
              <a:t>:</a:t>
            </a:r>
          </a:p>
          <a:p>
            <a:r>
              <a:rPr lang="en-US" sz="1500" dirty="0" err="1"/>
              <a:t>bge</a:t>
            </a:r>
            <a:r>
              <a:rPr lang="en-US" sz="1500" dirty="0"/>
              <a:t> $s3, $s1, </a:t>
            </a:r>
            <a:r>
              <a:rPr lang="en-US" sz="1500" dirty="0" err="1"/>
              <a:t>loop_end</a:t>
            </a:r>
            <a:endParaRPr lang="en-US" sz="1500" dirty="0"/>
          </a:p>
          <a:p>
            <a:r>
              <a:rPr lang="en-US" sz="1500" dirty="0" err="1"/>
              <a:t>mult</a:t>
            </a:r>
            <a:r>
              <a:rPr lang="en-US" sz="1500" dirty="0"/>
              <a:t> $s2, $s2, $s0</a:t>
            </a:r>
          </a:p>
          <a:p>
            <a:r>
              <a:rPr lang="en-US" sz="1500" dirty="0" err="1"/>
              <a:t>addi</a:t>
            </a:r>
            <a:r>
              <a:rPr lang="en-US" sz="1500" dirty="0"/>
              <a:t> $s3, $s3, 1</a:t>
            </a:r>
          </a:p>
          <a:p>
            <a:r>
              <a:rPr lang="en-US" sz="1500" dirty="0"/>
              <a:t>jump </a:t>
            </a:r>
            <a:r>
              <a:rPr lang="en-US" sz="1500" dirty="0" err="1"/>
              <a:t>loop_addr</a:t>
            </a:r>
            <a:endParaRPr lang="en-US" sz="1500" dirty="0"/>
          </a:p>
          <a:p>
            <a:r>
              <a:rPr lang="en-US" sz="1500" dirty="0" err="1"/>
              <a:t>Loop_end</a:t>
            </a:r>
            <a:r>
              <a:rPr lang="en-US" sz="1500" dirty="0"/>
              <a:t>:</a:t>
            </a:r>
          </a:p>
          <a:p>
            <a:r>
              <a:rPr lang="en-US" sz="1500" dirty="0" err="1"/>
              <a:t>sw</a:t>
            </a:r>
            <a:r>
              <a:rPr lang="en-US" sz="1500" dirty="0"/>
              <a:t> $s2, $</a:t>
            </a:r>
            <a:r>
              <a:rPr lang="en-US" sz="1500" dirty="0" err="1"/>
              <a:t>sp</a:t>
            </a:r>
            <a:r>
              <a:rPr lang="en-US" sz="1500" dirty="0"/>
              <a:t>[56]</a:t>
            </a:r>
          </a:p>
          <a:p>
            <a:r>
              <a:rPr lang="en-US" sz="1500" dirty="0" err="1"/>
              <a:t>lw</a:t>
            </a:r>
            <a:r>
              <a:rPr lang="en-US" sz="1500" dirty="0"/>
              <a:t> $s0, $</a:t>
            </a:r>
            <a:r>
              <a:rPr lang="en-US" sz="1500" dirty="0" err="1"/>
              <a:t>sp</a:t>
            </a:r>
            <a:r>
              <a:rPr lang="en-US" sz="1500" dirty="0"/>
              <a:t>[44]</a:t>
            </a:r>
          </a:p>
          <a:p>
            <a:r>
              <a:rPr lang="en-US" sz="1500" dirty="0"/>
              <a:t>…</a:t>
            </a:r>
          </a:p>
          <a:p>
            <a:r>
              <a:rPr lang="en-US" sz="1500" dirty="0" err="1"/>
              <a:t>lw</a:t>
            </a:r>
            <a:r>
              <a:rPr lang="en-US" sz="1500" dirty="0"/>
              <a:t> $s11, $</a:t>
            </a:r>
            <a:r>
              <a:rPr lang="en-US" sz="1500" dirty="0" err="1"/>
              <a:t>sp</a:t>
            </a:r>
            <a:r>
              <a:rPr lang="en-US" sz="1500" dirty="0"/>
              <a:t>[4] </a:t>
            </a:r>
          </a:p>
          <a:p>
            <a:r>
              <a:rPr lang="en-US" sz="1500" dirty="0" err="1"/>
              <a:t>lw</a:t>
            </a:r>
            <a:r>
              <a:rPr lang="en-US" sz="1500" dirty="0"/>
              <a:t> $ra, $</a:t>
            </a:r>
            <a:r>
              <a:rPr lang="en-US" sz="1500" dirty="0" err="1"/>
              <a:t>sp</a:t>
            </a:r>
            <a:r>
              <a:rPr lang="en-US" sz="1500" dirty="0"/>
              <a:t>[52] </a:t>
            </a:r>
          </a:p>
          <a:p>
            <a:r>
              <a:rPr lang="en-US" sz="1500" dirty="0" err="1"/>
              <a:t>lw</a:t>
            </a:r>
            <a:r>
              <a:rPr lang="en-US" sz="1500" dirty="0"/>
              <a:t> $</a:t>
            </a:r>
            <a:r>
              <a:rPr lang="en-US" sz="1500" dirty="0" err="1"/>
              <a:t>sp</a:t>
            </a:r>
            <a:r>
              <a:rPr lang="en-US" sz="1500" dirty="0"/>
              <a:t>, $</a:t>
            </a:r>
            <a:r>
              <a:rPr lang="en-US" sz="1500" dirty="0" err="1"/>
              <a:t>sp</a:t>
            </a:r>
            <a:r>
              <a:rPr lang="en-US" sz="1500" dirty="0"/>
              <a:t>[48] </a:t>
            </a:r>
          </a:p>
          <a:p>
            <a:r>
              <a:rPr lang="en-US" sz="1500" dirty="0" err="1"/>
              <a:t>jr</a:t>
            </a:r>
            <a:r>
              <a:rPr lang="en-US" sz="1500" dirty="0"/>
              <a:t> $ra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D4C67BC-1616-43A3-A283-527C649970A7}"/>
              </a:ext>
            </a:extLst>
          </p:cNvPr>
          <p:cNvSpPr/>
          <p:nvPr/>
        </p:nvSpPr>
        <p:spPr>
          <a:xfrm>
            <a:off x="3606271" y="1562841"/>
            <a:ext cx="6747800" cy="684243"/>
          </a:xfrm>
          <a:prstGeom prst="rect">
            <a:avLst/>
          </a:prstGeom>
          <a:solidFill>
            <a:srgbClr val="92D050">
              <a:alpha val="3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088624-A4B4-480F-8D36-0832B486039D}"/>
              </a:ext>
            </a:extLst>
          </p:cNvPr>
          <p:cNvSpPr txBox="1"/>
          <p:nvPr/>
        </p:nvSpPr>
        <p:spPr>
          <a:xfrm>
            <a:off x="5897041" y="1766463"/>
            <a:ext cx="44736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Save machine status registers’ values in stack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35227CE-BCB1-46ED-B445-47DDF5BB4769}"/>
              </a:ext>
            </a:extLst>
          </p:cNvPr>
          <p:cNvSpPr/>
          <p:nvPr/>
        </p:nvSpPr>
        <p:spPr>
          <a:xfrm>
            <a:off x="3606271" y="2285996"/>
            <a:ext cx="6747800" cy="254999"/>
          </a:xfrm>
          <a:prstGeom prst="rect">
            <a:avLst/>
          </a:prstGeom>
          <a:solidFill>
            <a:srgbClr val="92D050">
              <a:alpha val="3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E1AF022-A3E3-4482-8F60-B610529AC7AB}"/>
              </a:ext>
            </a:extLst>
          </p:cNvPr>
          <p:cNvSpPr txBox="1"/>
          <p:nvPr/>
        </p:nvSpPr>
        <p:spPr>
          <a:xfrm>
            <a:off x="5897041" y="2247084"/>
            <a:ext cx="44736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Advance the stack pointer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8E4BE98-58AC-4403-81F8-0FDB4FABEC1B}"/>
              </a:ext>
            </a:extLst>
          </p:cNvPr>
          <p:cNvSpPr/>
          <p:nvPr/>
        </p:nvSpPr>
        <p:spPr>
          <a:xfrm>
            <a:off x="3622879" y="2569517"/>
            <a:ext cx="6731192" cy="450674"/>
          </a:xfrm>
          <a:prstGeom prst="rect">
            <a:avLst/>
          </a:prstGeom>
          <a:solidFill>
            <a:srgbClr val="92D050">
              <a:alpha val="3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010CDEA-7EBD-4C97-9790-2B2C70342ACD}"/>
              </a:ext>
            </a:extLst>
          </p:cNvPr>
          <p:cNvSpPr txBox="1"/>
          <p:nvPr/>
        </p:nvSpPr>
        <p:spPr>
          <a:xfrm>
            <a:off x="5880433" y="2624534"/>
            <a:ext cx="44736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Retrieve a and b from stack into $s0 and $s1 registers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20DA0A8-537F-4EB8-95D3-A182E8E758E9}"/>
              </a:ext>
            </a:extLst>
          </p:cNvPr>
          <p:cNvSpPr/>
          <p:nvPr/>
        </p:nvSpPr>
        <p:spPr>
          <a:xfrm>
            <a:off x="3620189" y="3037994"/>
            <a:ext cx="6731192" cy="441955"/>
          </a:xfrm>
          <a:prstGeom prst="rect">
            <a:avLst/>
          </a:prstGeom>
          <a:solidFill>
            <a:schemeClr val="accent2">
              <a:lumMod val="20000"/>
              <a:lumOff val="80000"/>
              <a:alpha val="3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8E7BB4E-67E5-4541-928E-EE66B9A890F7}"/>
              </a:ext>
            </a:extLst>
          </p:cNvPr>
          <p:cNvSpPr txBox="1"/>
          <p:nvPr/>
        </p:nvSpPr>
        <p:spPr>
          <a:xfrm>
            <a:off x="5876588" y="3040849"/>
            <a:ext cx="44736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Utilize $s2 for power variable instead of any RAM address, similarly</a:t>
            </a:r>
          </a:p>
          <a:p>
            <a:r>
              <a:rPr lang="en-US" sz="1200" dirty="0"/>
              <a:t>$s3 for the index </a:t>
            </a:r>
            <a:r>
              <a:rPr lang="en-US" sz="1200" dirty="0" err="1"/>
              <a:t>i</a:t>
            </a:r>
            <a:r>
              <a:rPr lang="en-US" sz="1200" dirty="0"/>
              <a:t>.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678C9EF-AF7E-4D99-A5CE-B7C1A14D29BD}"/>
              </a:ext>
            </a:extLst>
          </p:cNvPr>
          <p:cNvSpPr/>
          <p:nvPr/>
        </p:nvSpPr>
        <p:spPr>
          <a:xfrm>
            <a:off x="3606271" y="3500607"/>
            <a:ext cx="6731192" cy="1135125"/>
          </a:xfrm>
          <a:prstGeom prst="rect">
            <a:avLst/>
          </a:prstGeom>
          <a:solidFill>
            <a:schemeClr val="accent2">
              <a:lumMod val="20000"/>
              <a:lumOff val="80000"/>
              <a:alpha val="3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EBD5622-F922-4CB3-AD4B-A4203711A8A0}"/>
              </a:ext>
            </a:extLst>
          </p:cNvPr>
          <p:cNvSpPr txBox="1"/>
          <p:nvPr/>
        </p:nvSpPr>
        <p:spPr>
          <a:xfrm>
            <a:off x="5863825" y="3809839"/>
            <a:ext cx="44736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Looping code that compute a</a:t>
            </a:r>
            <a:r>
              <a:rPr lang="en-US" sz="1200" baseline="30000" dirty="0"/>
              <a:t>b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FD180C7-1B18-406B-9C06-EBE4D982516D}"/>
              </a:ext>
            </a:extLst>
          </p:cNvPr>
          <p:cNvSpPr/>
          <p:nvPr/>
        </p:nvSpPr>
        <p:spPr>
          <a:xfrm>
            <a:off x="3614575" y="4788270"/>
            <a:ext cx="6731192" cy="274321"/>
          </a:xfrm>
          <a:prstGeom prst="rect">
            <a:avLst/>
          </a:prstGeom>
          <a:solidFill>
            <a:schemeClr val="accent2">
              <a:lumMod val="20000"/>
              <a:lumOff val="80000"/>
              <a:alpha val="3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DE727AF-8525-44A5-89D5-68BC4C84ED82}"/>
              </a:ext>
            </a:extLst>
          </p:cNvPr>
          <p:cNvSpPr txBox="1"/>
          <p:nvPr/>
        </p:nvSpPr>
        <p:spPr>
          <a:xfrm>
            <a:off x="5853021" y="4761606"/>
            <a:ext cx="44736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Store the result in space in stack designated by the caller</a:t>
            </a:r>
            <a:endParaRPr lang="en-US" sz="1200" baseline="30000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3451E4B-B97C-4B8E-952B-1CD1AA78590B}"/>
              </a:ext>
            </a:extLst>
          </p:cNvPr>
          <p:cNvSpPr/>
          <p:nvPr/>
        </p:nvSpPr>
        <p:spPr>
          <a:xfrm>
            <a:off x="3622879" y="5098273"/>
            <a:ext cx="6731192" cy="641764"/>
          </a:xfrm>
          <a:prstGeom prst="rect">
            <a:avLst/>
          </a:prstGeom>
          <a:solidFill>
            <a:srgbClr val="92D050">
              <a:alpha val="3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3BE3579-2040-466D-ADE7-576F0B5BEEE7}"/>
              </a:ext>
            </a:extLst>
          </p:cNvPr>
          <p:cNvSpPr txBox="1"/>
          <p:nvPr/>
        </p:nvSpPr>
        <p:spPr>
          <a:xfrm>
            <a:off x="5853021" y="5273342"/>
            <a:ext cx="44736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Restore the machine state registers to their old values</a:t>
            </a:r>
            <a:endParaRPr lang="en-US" sz="1200" baseline="30000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F12CC35-DA94-4DAD-BDA1-D7B34CD3E64E}"/>
              </a:ext>
            </a:extLst>
          </p:cNvPr>
          <p:cNvSpPr/>
          <p:nvPr/>
        </p:nvSpPr>
        <p:spPr>
          <a:xfrm>
            <a:off x="3614575" y="5777946"/>
            <a:ext cx="6731192" cy="204564"/>
          </a:xfrm>
          <a:prstGeom prst="rect">
            <a:avLst/>
          </a:prstGeom>
          <a:solidFill>
            <a:schemeClr val="accent2">
              <a:lumMod val="20000"/>
              <a:lumOff val="80000"/>
              <a:alpha val="3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736671F-836F-4287-B2E7-16F980499969}"/>
              </a:ext>
            </a:extLst>
          </p:cNvPr>
          <p:cNvSpPr txBox="1"/>
          <p:nvPr/>
        </p:nvSpPr>
        <p:spPr>
          <a:xfrm>
            <a:off x="5853021" y="5740037"/>
            <a:ext cx="44736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Retrieve the return address $pc to jump back to </a:t>
            </a:r>
            <a:endParaRPr lang="en-US" sz="1200" baseline="30000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EC810E4C-F625-49E8-B61C-C626CADEAF0F}"/>
              </a:ext>
            </a:extLst>
          </p:cNvPr>
          <p:cNvSpPr/>
          <p:nvPr/>
        </p:nvSpPr>
        <p:spPr>
          <a:xfrm>
            <a:off x="3629759" y="6007308"/>
            <a:ext cx="6731192" cy="204564"/>
          </a:xfrm>
          <a:prstGeom prst="rect">
            <a:avLst/>
          </a:prstGeom>
          <a:solidFill>
            <a:srgbClr val="92D050">
              <a:alpha val="3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E574C2C-0874-4F90-BA2A-2F7444EF9BFC}"/>
              </a:ext>
            </a:extLst>
          </p:cNvPr>
          <p:cNvSpPr txBox="1"/>
          <p:nvPr/>
        </p:nvSpPr>
        <p:spPr>
          <a:xfrm>
            <a:off x="5854820" y="5974072"/>
            <a:ext cx="44736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Restore the stack pointer to the value assumed by the main function</a:t>
            </a:r>
            <a:endParaRPr lang="en-US" sz="1200" baseline="30000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4FB85159-7F93-4CE5-8A68-7563383B53CF}"/>
              </a:ext>
            </a:extLst>
          </p:cNvPr>
          <p:cNvSpPr/>
          <p:nvPr/>
        </p:nvSpPr>
        <p:spPr>
          <a:xfrm>
            <a:off x="3639487" y="6247279"/>
            <a:ext cx="6731192" cy="204564"/>
          </a:xfrm>
          <a:prstGeom prst="rect">
            <a:avLst/>
          </a:prstGeom>
          <a:solidFill>
            <a:schemeClr val="accent2">
              <a:lumMod val="20000"/>
              <a:lumOff val="80000"/>
              <a:alpha val="3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4282F55-CB20-451D-8AC8-0B5FCA686381}"/>
              </a:ext>
            </a:extLst>
          </p:cNvPr>
          <p:cNvSpPr txBox="1"/>
          <p:nvPr/>
        </p:nvSpPr>
        <p:spPr>
          <a:xfrm>
            <a:off x="5852447" y="6203380"/>
            <a:ext cx="44736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Go back to the specific line of the main just after the function call</a:t>
            </a:r>
            <a:endParaRPr lang="en-US" sz="1200" baseline="30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8E3099-E18D-4AB5-A2B3-CA248EAD07A5}"/>
              </a:ext>
            </a:extLst>
          </p:cNvPr>
          <p:cNvSpPr txBox="1"/>
          <p:nvPr/>
        </p:nvSpPr>
        <p:spPr>
          <a:xfrm>
            <a:off x="1182468" y="5684142"/>
            <a:ext cx="22322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C00000"/>
                </a:solidFill>
              </a:rPr>
              <a:t>Note, some of my index calculation may be wrong, but I hope you get the general idea.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7B2D12-4BB6-4E6D-BBE7-128E1435CF4D}"/>
              </a:ext>
            </a:extLst>
          </p:cNvPr>
          <p:cNvSpPr txBox="1"/>
          <p:nvPr/>
        </p:nvSpPr>
        <p:spPr>
          <a:xfrm>
            <a:off x="10479562" y="1562841"/>
            <a:ext cx="137661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Actual code of the callee, other things are just function call overhead.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A7970935-EAE4-4BD9-8093-CAEA0D6A0838}"/>
              </a:ext>
            </a:extLst>
          </p:cNvPr>
          <p:cNvCxnSpPr>
            <a:cxnSpLocks/>
          </p:cNvCxnSpPr>
          <p:nvPr/>
        </p:nvCxnSpPr>
        <p:spPr>
          <a:xfrm>
            <a:off x="11070798" y="2794854"/>
            <a:ext cx="0" cy="35682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3641633C-5E67-44B2-B242-B24C9A20BF62}"/>
              </a:ext>
            </a:extLst>
          </p:cNvPr>
          <p:cNvCxnSpPr>
            <a:cxnSpLocks/>
          </p:cNvCxnSpPr>
          <p:nvPr/>
        </p:nvCxnSpPr>
        <p:spPr>
          <a:xfrm flipH="1">
            <a:off x="10058400" y="6349561"/>
            <a:ext cx="1010025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5F0B9D4F-8F57-4B3D-9608-AEF405F19DF8}"/>
              </a:ext>
            </a:extLst>
          </p:cNvPr>
          <p:cNvCxnSpPr>
            <a:cxnSpLocks/>
          </p:cNvCxnSpPr>
          <p:nvPr/>
        </p:nvCxnSpPr>
        <p:spPr>
          <a:xfrm flipH="1">
            <a:off x="10057875" y="5868940"/>
            <a:ext cx="1010025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B3626BDE-F88C-424B-BC56-AA8345D5D95C}"/>
              </a:ext>
            </a:extLst>
          </p:cNvPr>
          <p:cNvCxnSpPr>
            <a:cxnSpLocks/>
          </p:cNvCxnSpPr>
          <p:nvPr/>
        </p:nvCxnSpPr>
        <p:spPr>
          <a:xfrm flipH="1">
            <a:off x="10051393" y="4922633"/>
            <a:ext cx="1010025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684C5164-2E86-4BA1-A0EB-4B024944B600}"/>
              </a:ext>
            </a:extLst>
          </p:cNvPr>
          <p:cNvCxnSpPr>
            <a:cxnSpLocks/>
          </p:cNvCxnSpPr>
          <p:nvPr/>
        </p:nvCxnSpPr>
        <p:spPr>
          <a:xfrm flipH="1">
            <a:off x="10049030" y="3999783"/>
            <a:ext cx="1010025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E8A76FCF-59BF-45FF-B122-00E44171924A}"/>
              </a:ext>
            </a:extLst>
          </p:cNvPr>
          <p:cNvCxnSpPr>
            <a:cxnSpLocks/>
          </p:cNvCxnSpPr>
          <p:nvPr/>
        </p:nvCxnSpPr>
        <p:spPr>
          <a:xfrm flipH="1">
            <a:off x="10049029" y="3312650"/>
            <a:ext cx="1010025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32984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1B638-5BD0-480A-A3AF-BD51348AA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Parting Message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713BAB-8FD9-4C13-82F0-270613CB02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Function call is costly.</a:t>
            </a:r>
          </a:p>
          <a:p>
            <a:r>
              <a:rPr lang="en-US" dirty="0"/>
              <a:t>Thus, it is better not to create functions for small chunks of code.</a:t>
            </a:r>
          </a:p>
          <a:p>
            <a:r>
              <a:rPr lang="en-US" dirty="0"/>
              <a:t>However, modern compilers do machine dependent and independent optimizations to collapse function calls into equivalent code inside the caller function to avoid function call overheads.</a:t>
            </a:r>
          </a:p>
          <a:p>
            <a:r>
              <a:rPr lang="en-US" dirty="0"/>
              <a:t>This is called </a:t>
            </a:r>
            <a:r>
              <a:rPr lang="en-US" b="1" dirty="0">
                <a:solidFill>
                  <a:srgbClr val="FF0000"/>
                </a:solidFill>
              </a:rPr>
              <a:t>inlining functions.</a:t>
            </a:r>
          </a:p>
          <a:p>
            <a:r>
              <a:rPr lang="en-US" dirty="0"/>
              <a:t>Furthermore, instead of loading and storing local variables in stack, compilers, try to use the machine status registers as much as possible for local variables to avoid memory access instructions.</a:t>
            </a:r>
            <a:r>
              <a:rPr lang="en-US" dirty="0">
                <a:solidFill>
                  <a:srgbClr val="FF0000"/>
                </a:solidFill>
              </a:rPr>
              <a:t> 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3F284F-7E26-4988-9FB8-4E91A9A4F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Dr. Muhammad Nur Yanhaona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79644D-52AC-4057-B6B6-B3CA0B5F4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87873-1BB1-4963-BFB6-47919668ED05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241005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514949"/>
      </a:dk2>
      <a:lt2>
        <a:srgbClr val="E1E1DB"/>
      </a:lt2>
      <a:accent1>
        <a:srgbClr val="9DBFBE"/>
      </a:accent1>
      <a:accent2>
        <a:srgbClr val="DB8631"/>
      </a:accent2>
      <a:accent3>
        <a:srgbClr val="E3CC5A"/>
      </a:accent3>
      <a:accent4>
        <a:srgbClr val="ACADA8"/>
      </a:accent4>
      <a:accent5>
        <a:srgbClr val="927C61"/>
      </a:accent5>
      <a:accent6>
        <a:srgbClr val="B3B435"/>
      </a:accent6>
      <a:hlink>
        <a:srgbClr val="0000FF"/>
      </a:hlink>
      <a:folHlink>
        <a:srgbClr val="800080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8000"/>
              </a:schemeClr>
              <a:schemeClr val="phClr">
                <a:shade val="89000"/>
                <a:satMod val="145000"/>
              </a:schemeClr>
            </a:duotone>
          </a:blip>
          <a:tile tx="0" ty="0" sx="32000" sy="32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tint val="98000"/>
              </a:schemeClr>
              <a:schemeClr val="phClr">
                <a:shade val="95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B4028482-F53A-4442-AB14-9B7A43F44F9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396</TotalTime>
  <Words>3183</Words>
  <Application>Microsoft Office PowerPoint</Application>
  <PresentationFormat>Widescreen</PresentationFormat>
  <Paragraphs>347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Calibri</vt:lpstr>
      <vt:lpstr>Tw Cen MT</vt:lpstr>
      <vt:lpstr>Tw Cen MT Condensed</vt:lpstr>
      <vt:lpstr>Wingdings 3</vt:lpstr>
      <vt:lpstr>Integral</vt:lpstr>
      <vt:lpstr>CSE 420 Lecture 19</vt:lpstr>
      <vt:lpstr>PowerPoint Presentation</vt:lpstr>
      <vt:lpstr>Memory Layout of a Process</vt:lpstr>
      <vt:lpstr>Content of an Executable Program</vt:lpstr>
      <vt:lpstr>Addresses Not Variables</vt:lpstr>
      <vt:lpstr>Loading Storing Variables to/from CPU</vt:lpstr>
      <vt:lpstr>Logical and Physical Address Spaces</vt:lpstr>
      <vt:lpstr>Compiler and Operating System Role Breakdown</vt:lpstr>
      <vt:lpstr>PowerPoint Presentation</vt:lpstr>
      <vt:lpstr>Assigning Addresses to Variables</vt:lpstr>
      <vt:lpstr>Example of Global Variable Address Assignment</vt:lpstr>
      <vt:lpstr>Challenges with Function Local Variables</vt:lpstr>
      <vt:lpstr>The Idea of Function Call Stack</vt:lpstr>
      <vt:lpstr>Stack Relative Variable Addressing</vt:lpstr>
      <vt:lpstr>Stack Space Allocation Despite Having Parameter and Return Value Registers</vt:lpstr>
      <vt:lpstr>Advantage of Stack In Particular</vt:lpstr>
      <vt:lpstr>PowerPoint Presentation</vt:lpstr>
      <vt:lpstr>Stack Activation Frame Layout</vt:lpstr>
      <vt:lpstr>Saved Machine State Detail</vt:lpstr>
      <vt:lpstr>Caller and Callee Responsibility Breakdown</vt:lpstr>
      <vt:lpstr>In Illustration of What Actually Happens (caller’s side)</vt:lpstr>
      <vt:lpstr>In Illustration of What Actually Happens (callee’s side)</vt:lpstr>
      <vt:lpstr>Parting Message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420 Lecture 19</dc:title>
  <dc:creator>User</dc:creator>
  <cp:lastModifiedBy>User</cp:lastModifiedBy>
  <cp:revision>50</cp:revision>
  <dcterms:created xsi:type="dcterms:W3CDTF">2026-01-01T07:42:49Z</dcterms:created>
  <dcterms:modified xsi:type="dcterms:W3CDTF">2026-01-03T07:01:04Z</dcterms:modified>
</cp:coreProperties>
</file>