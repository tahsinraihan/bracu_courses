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6858000" cx="9144000"/>
  <p:notesSz cx="6858000" cy="9144000"/>
  <p:embeddedFontLst>
    <p:embeddedFont>
      <p:font typeface="Century Gothic"/>
      <p:regular r:id="rId26"/>
      <p:bold r:id="rId27"/>
      <p:italic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30" roundtripDataSignature="AMtx7mgUfnKvKxfoTMe4qnu4aMZyaBdSa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CenturyGothic-regular.fntdata"/><Relationship Id="rId25" Type="http://schemas.openxmlformats.org/officeDocument/2006/relationships/slide" Target="slides/slide20.xml"/><Relationship Id="rId28" Type="http://schemas.openxmlformats.org/officeDocument/2006/relationships/font" Target="fonts/CenturyGothic-italic.fntdata"/><Relationship Id="rId27" Type="http://schemas.openxmlformats.org/officeDocument/2006/relationships/font" Target="fonts/CenturyGothic-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CenturyGothic-boldItalic.fntdata"/><Relationship Id="rId7" Type="http://schemas.openxmlformats.org/officeDocument/2006/relationships/slide" Target="slides/slide2.xml"/><Relationship Id="rId8" Type="http://schemas.openxmlformats.org/officeDocument/2006/relationships/slide" Target="slides/slide3.xml"/><Relationship Id="rId30" Type="http://customschemas.google.com/relationships/presentationmetadata" Target="meta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9" name="Google Shape;149;p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7" name="Google Shape;157;p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8" name="Google Shape;168;p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7" name="Google Shape;177;p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5" name="Google Shape;185;p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5" name="Google Shape;195;p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4" name="Google Shape;204;p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2" name="Google Shape;212;p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1" name="Google Shape;221;p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9" name="Google Shape;229;p1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7" name="Google Shape;237;p1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7" name="Google Shape;247;p1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5" name="Google Shape;255;p1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5" name="Google Shape;265;p1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5" name="Google Shape;275;p1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7" name="Google Shape;287;p1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1" name="Google Shape;301;p1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9" name="Google Shape;309;p1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8" name="Google Shape;318;p1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0" name="Google Shape;330;p2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22"/>
          <p:cNvSpPr txBox="1"/>
          <p:nvPr>
            <p:ph type="ctrTitle"/>
          </p:nvPr>
        </p:nvSpPr>
        <p:spPr>
          <a:xfrm>
            <a:off x="866442" y="1447801"/>
            <a:ext cx="6620968" cy="332958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lt2"/>
              </a:buClr>
              <a:buSzPts val="7200"/>
              <a:buFont typeface="Century Gothic"/>
              <a:buNone/>
              <a:defRPr sz="7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22"/>
          <p:cNvSpPr txBox="1"/>
          <p:nvPr>
            <p:ph idx="1" type="subTitle"/>
          </p:nvPr>
        </p:nvSpPr>
        <p:spPr>
          <a:xfrm>
            <a:off x="866442" y="4777380"/>
            <a:ext cx="6620968" cy="861420"/>
          </a:xfrm>
          <a:prstGeom prst="rect">
            <a:avLst/>
          </a:prstGeom>
          <a:noFill/>
          <a:ln>
            <a:noFill/>
          </a:ln>
        </p:spPr>
        <p:txBody>
          <a:bodyPr anchorCtr="0" anchor="t" bIns="45700" lIns="91425" spcFirstLastPara="1" rIns="91425" wrap="square" tIns="45700">
            <a:normAutofit/>
          </a:bodyPr>
          <a:lstStyle>
            <a:lvl1pPr lvl="0" algn="l">
              <a:spcBef>
                <a:spcPts val="1000"/>
              </a:spcBef>
              <a:spcAft>
                <a:spcPts val="0"/>
              </a:spcAft>
              <a:buSzPts val="1600"/>
              <a:buNone/>
              <a:defRPr cap="none">
                <a:solidFill>
                  <a:srgbClr val="86D1D8"/>
                </a:solidFill>
              </a:defRPr>
            </a:lvl1pPr>
            <a:lvl2pPr lvl="1" algn="ctr">
              <a:spcBef>
                <a:spcPts val="1000"/>
              </a:spcBef>
              <a:spcAft>
                <a:spcPts val="0"/>
              </a:spcAft>
              <a:buSzPts val="1440"/>
              <a:buNone/>
              <a:defRPr>
                <a:solidFill>
                  <a:schemeClr val="lt1"/>
                </a:solidFill>
              </a:defRPr>
            </a:lvl2pPr>
            <a:lvl3pPr lvl="2" algn="ctr">
              <a:spcBef>
                <a:spcPts val="1000"/>
              </a:spcBef>
              <a:spcAft>
                <a:spcPts val="0"/>
              </a:spcAft>
              <a:buSzPts val="1280"/>
              <a:buNone/>
              <a:defRPr>
                <a:solidFill>
                  <a:schemeClr val="lt1"/>
                </a:solidFill>
              </a:defRPr>
            </a:lvl3pPr>
            <a:lvl4pPr lvl="3" algn="ctr">
              <a:spcBef>
                <a:spcPts val="1000"/>
              </a:spcBef>
              <a:spcAft>
                <a:spcPts val="0"/>
              </a:spcAft>
              <a:buSzPts val="1120"/>
              <a:buNone/>
              <a:defRPr>
                <a:solidFill>
                  <a:schemeClr val="lt1"/>
                </a:solidFill>
              </a:defRPr>
            </a:lvl4pPr>
            <a:lvl5pPr lvl="4" algn="ctr">
              <a:spcBef>
                <a:spcPts val="1000"/>
              </a:spcBef>
              <a:spcAft>
                <a:spcPts val="0"/>
              </a:spcAft>
              <a:buSzPts val="1120"/>
              <a:buNone/>
              <a:defRPr>
                <a:solidFill>
                  <a:schemeClr val="lt1"/>
                </a:solidFill>
              </a:defRPr>
            </a:lvl5pPr>
            <a:lvl6pPr lvl="5" algn="ctr">
              <a:spcBef>
                <a:spcPts val="1000"/>
              </a:spcBef>
              <a:spcAft>
                <a:spcPts val="0"/>
              </a:spcAft>
              <a:buSzPts val="1120"/>
              <a:buNone/>
              <a:defRPr>
                <a:solidFill>
                  <a:schemeClr val="lt1"/>
                </a:solidFill>
              </a:defRPr>
            </a:lvl6pPr>
            <a:lvl7pPr lvl="6" algn="ctr">
              <a:spcBef>
                <a:spcPts val="1000"/>
              </a:spcBef>
              <a:spcAft>
                <a:spcPts val="0"/>
              </a:spcAft>
              <a:buSzPts val="1120"/>
              <a:buNone/>
              <a:defRPr>
                <a:solidFill>
                  <a:schemeClr val="lt1"/>
                </a:solidFill>
              </a:defRPr>
            </a:lvl7pPr>
            <a:lvl8pPr lvl="7" algn="ctr">
              <a:spcBef>
                <a:spcPts val="1000"/>
              </a:spcBef>
              <a:spcAft>
                <a:spcPts val="0"/>
              </a:spcAft>
              <a:buSzPts val="1120"/>
              <a:buNone/>
              <a:defRPr>
                <a:solidFill>
                  <a:schemeClr val="lt1"/>
                </a:solidFill>
              </a:defRPr>
            </a:lvl8pPr>
            <a:lvl9pPr lvl="8" algn="ctr">
              <a:spcBef>
                <a:spcPts val="1000"/>
              </a:spcBef>
              <a:spcAft>
                <a:spcPts val="0"/>
              </a:spcAft>
              <a:buSzPts val="1120"/>
              <a:buNone/>
              <a:defRPr>
                <a:solidFill>
                  <a:schemeClr val="lt1"/>
                </a:solidFill>
              </a:defRPr>
            </a:lvl9pPr>
          </a:lstStyle>
          <a:p/>
        </p:txBody>
      </p:sp>
      <p:sp>
        <p:nvSpPr>
          <p:cNvPr id="24" name="Google Shape;24;p22"/>
          <p:cNvSpPr txBox="1"/>
          <p:nvPr>
            <p:ph idx="10" type="dt"/>
          </p:nvPr>
        </p:nvSpPr>
        <p:spPr>
          <a:xfrm rot="5400000">
            <a:off x="7494989" y="1828771"/>
            <a:ext cx="990599" cy="22865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2"/>
          <p:cNvSpPr txBox="1"/>
          <p:nvPr>
            <p:ph idx="11" type="ftr"/>
          </p:nvPr>
        </p:nvSpPr>
        <p:spPr>
          <a:xfrm rot="5400000">
            <a:off x="6233335" y="3263371"/>
            <a:ext cx="3859795" cy="22866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2"/>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7" name="Shape 27"/>
        <p:cNvGrpSpPr/>
        <p:nvPr/>
      </p:nvGrpSpPr>
      <p:grpSpPr>
        <a:xfrm>
          <a:off x="0" y="0"/>
          <a:ext cx="0" cy="0"/>
          <a:chOff x="0" y="0"/>
          <a:chExt cx="0" cy="0"/>
        </a:xfrm>
      </p:grpSpPr>
      <p:sp>
        <p:nvSpPr>
          <p:cNvPr id="28" name="Google Shape;28;p23"/>
          <p:cNvSpPr txBox="1"/>
          <p:nvPr>
            <p:ph type="title"/>
          </p:nvPr>
        </p:nvSpPr>
        <p:spPr>
          <a:xfrm>
            <a:off x="484710" y="452718"/>
            <a:ext cx="7055380" cy="140053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23"/>
          <p:cNvSpPr txBox="1"/>
          <p:nvPr>
            <p:ph idx="1" type="body"/>
          </p:nvPr>
        </p:nvSpPr>
        <p:spPr>
          <a:xfrm>
            <a:off x="827700" y="2052925"/>
            <a:ext cx="6711654" cy="4195481"/>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30" name="Google Shape;30;p23"/>
          <p:cNvSpPr txBox="1"/>
          <p:nvPr>
            <p:ph idx="10" type="dt"/>
          </p:nvPr>
        </p:nvSpPr>
        <p:spPr>
          <a:xfrm rot="5400000">
            <a:off x="7494989" y="1828771"/>
            <a:ext cx="990599" cy="22865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3"/>
          <p:cNvSpPr txBox="1"/>
          <p:nvPr>
            <p:ph idx="11" type="ftr"/>
          </p:nvPr>
        </p:nvSpPr>
        <p:spPr>
          <a:xfrm rot="5400000">
            <a:off x="6233335" y="3263371"/>
            <a:ext cx="3859795" cy="22866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3"/>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3" name="Shape 33"/>
        <p:cNvGrpSpPr/>
        <p:nvPr/>
      </p:nvGrpSpPr>
      <p:grpSpPr>
        <a:xfrm>
          <a:off x="0" y="0"/>
          <a:ext cx="0" cy="0"/>
          <a:chOff x="0" y="0"/>
          <a:chExt cx="0" cy="0"/>
        </a:xfrm>
      </p:grpSpPr>
      <p:sp>
        <p:nvSpPr>
          <p:cNvPr id="34" name="Google Shape;34;p24"/>
          <p:cNvSpPr txBox="1"/>
          <p:nvPr>
            <p:ph type="title"/>
          </p:nvPr>
        </p:nvSpPr>
        <p:spPr>
          <a:xfrm>
            <a:off x="866443" y="2861734"/>
            <a:ext cx="6620967" cy="1915647"/>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lt2"/>
              </a:buClr>
              <a:buSzPts val="4000"/>
              <a:buFont typeface="Century Gothic"/>
              <a:buNone/>
              <a:defRPr b="0"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24"/>
          <p:cNvSpPr txBox="1"/>
          <p:nvPr>
            <p:ph idx="1" type="body"/>
          </p:nvPr>
        </p:nvSpPr>
        <p:spPr>
          <a:xfrm>
            <a:off x="866442" y="4777381"/>
            <a:ext cx="6620968" cy="860400"/>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600"/>
              <a:buNone/>
              <a:defRPr sz="2000" cap="none">
                <a:solidFill>
                  <a:srgbClr val="86D1D8"/>
                </a:solidFill>
              </a:defRPr>
            </a:lvl1pPr>
            <a:lvl2pPr indent="-228600" lvl="1" marL="914400" algn="l">
              <a:spcBef>
                <a:spcPts val="1000"/>
              </a:spcBef>
              <a:spcAft>
                <a:spcPts val="0"/>
              </a:spcAft>
              <a:buSzPts val="1440"/>
              <a:buNone/>
              <a:defRPr sz="1800">
                <a:solidFill>
                  <a:schemeClr val="lt1"/>
                </a:solidFill>
              </a:defRPr>
            </a:lvl2pPr>
            <a:lvl3pPr indent="-228600" lvl="2" marL="1371600" algn="l">
              <a:spcBef>
                <a:spcPts val="1000"/>
              </a:spcBef>
              <a:spcAft>
                <a:spcPts val="0"/>
              </a:spcAft>
              <a:buSzPts val="1280"/>
              <a:buNone/>
              <a:defRPr sz="1600">
                <a:solidFill>
                  <a:schemeClr val="lt1"/>
                </a:solidFill>
              </a:defRPr>
            </a:lvl3pPr>
            <a:lvl4pPr indent="-228600" lvl="3" marL="1828800" algn="l">
              <a:spcBef>
                <a:spcPts val="1000"/>
              </a:spcBef>
              <a:spcAft>
                <a:spcPts val="0"/>
              </a:spcAft>
              <a:buSzPts val="1120"/>
              <a:buNone/>
              <a:defRPr sz="1400">
                <a:solidFill>
                  <a:schemeClr val="lt1"/>
                </a:solidFill>
              </a:defRPr>
            </a:lvl4pPr>
            <a:lvl5pPr indent="-228600" lvl="4" marL="2286000" algn="l">
              <a:spcBef>
                <a:spcPts val="1000"/>
              </a:spcBef>
              <a:spcAft>
                <a:spcPts val="0"/>
              </a:spcAft>
              <a:buSzPts val="1120"/>
              <a:buNone/>
              <a:defRPr sz="1400">
                <a:solidFill>
                  <a:schemeClr val="lt1"/>
                </a:solidFill>
              </a:defRPr>
            </a:lvl5pPr>
            <a:lvl6pPr indent="-228600" lvl="5" marL="2743200" algn="l">
              <a:spcBef>
                <a:spcPts val="1000"/>
              </a:spcBef>
              <a:spcAft>
                <a:spcPts val="0"/>
              </a:spcAft>
              <a:buSzPts val="1120"/>
              <a:buNone/>
              <a:defRPr sz="1400">
                <a:solidFill>
                  <a:schemeClr val="lt1"/>
                </a:solidFill>
              </a:defRPr>
            </a:lvl6pPr>
            <a:lvl7pPr indent="-228600" lvl="6" marL="3200400" algn="l">
              <a:spcBef>
                <a:spcPts val="1000"/>
              </a:spcBef>
              <a:spcAft>
                <a:spcPts val="0"/>
              </a:spcAft>
              <a:buSzPts val="1120"/>
              <a:buNone/>
              <a:defRPr sz="1400">
                <a:solidFill>
                  <a:schemeClr val="lt1"/>
                </a:solidFill>
              </a:defRPr>
            </a:lvl7pPr>
            <a:lvl8pPr indent="-228600" lvl="7" marL="3657600" algn="l">
              <a:spcBef>
                <a:spcPts val="1000"/>
              </a:spcBef>
              <a:spcAft>
                <a:spcPts val="0"/>
              </a:spcAft>
              <a:buSzPts val="1120"/>
              <a:buNone/>
              <a:defRPr sz="1400">
                <a:solidFill>
                  <a:schemeClr val="lt1"/>
                </a:solidFill>
              </a:defRPr>
            </a:lvl8pPr>
            <a:lvl9pPr indent="-228600" lvl="8" marL="4114800" algn="l">
              <a:spcBef>
                <a:spcPts val="1000"/>
              </a:spcBef>
              <a:spcAft>
                <a:spcPts val="0"/>
              </a:spcAft>
              <a:buSzPts val="1120"/>
              <a:buNone/>
              <a:defRPr sz="1400">
                <a:solidFill>
                  <a:schemeClr val="lt1"/>
                </a:solidFill>
              </a:defRPr>
            </a:lvl9pPr>
          </a:lstStyle>
          <a:p/>
        </p:txBody>
      </p:sp>
      <p:sp>
        <p:nvSpPr>
          <p:cNvPr id="36" name="Google Shape;36;p24"/>
          <p:cNvSpPr txBox="1"/>
          <p:nvPr>
            <p:ph idx="10" type="dt"/>
          </p:nvPr>
        </p:nvSpPr>
        <p:spPr>
          <a:xfrm rot="5400000">
            <a:off x="7494989" y="1828771"/>
            <a:ext cx="990599" cy="22865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24"/>
          <p:cNvSpPr txBox="1"/>
          <p:nvPr>
            <p:ph idx="11" type="ftr"/>
          </p:nvPr>
        </p:nvSpPr>
        <p:spPr>
          <a:xfrm rot="5400000">
            <a:off x="6233335" y="3263371"/>
            <a:ext cx="3859795" cy="22866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4"/>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9" name="Shape 39"/>
        <p:cNvGrpSpPr/>
        <p:nvPr/>
      </p:nvGrpSpPr>
      <p:grpSpPr>
        <a:xfrm>
          <a:off x="0" y="0"/>
          <a:ext cx="0" cy="0"/>
          <a:chOff x="0" y="0"/>
          <a:chExt cx="0" cy="0"/>
        </a:xfrm>
      </p:grpSpPr>
      <p:sp>
        <p:nvSpPr>
          <p:cNvPr id="40" name="Google Shape;40;p25"/>
          <p:cNvSpPr txBox="1"/>
          <p:nvPr>
            <p:ph type="title"/>
          </p:nvPr>
        </p:nvSpPr>
        <p:spPr>
          <a:xfrm>
            <a:off x="484710" y="452718"/>
            <a:ext cx="7055380" cy="140053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25"/>
          <p:cNvSpPr txBox="1"/>
          <p:nvPr>
            <p:ph idx="1" type="body"/>
          </p:nvPr>
        </p:nvSpPr>
        <p:spPr>
          <a:xfrm>
            <a:off x="827700" y="2060576"/>
            <a:ext cx="3298113" cy="4195763"/>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sz="1800"/>
            </a:lvl1pPr>
            <a:lvl2pPr indent="-309880" lvl="1" marL="914400" algn="l">
              <a:spcBef>
                <a:spcPts val="1000"/>
              </a:spcBef>
              <a:spcAft>
                <a:spcPts val="0"/>
              </a:spcAft>
              <a:buSzPts val="1280"/>
              <a:buChar char="►"/>
              <a:defRPr sz="1600"/>
            </a:lvl2pPr>
            <a:lvl3pPr indent="-299719" lvl="2" marL="1371600" algn="l">
              <a:spcBef>
                <a:spcPts val="1000"/>
              </a:spcBef>
              <a:spcAft>
                <a:spcPts val="0"/>
              </a:spcAft>
              <a:buSzPts val="1120"/>
              <a:buChar char="►"/>
              <a:defRPr sz="1400"/>
            </a:lvl3pPr>
            <a:lvl4pPr indent="-289560" lvl="3" marL="1828800" algn="l">
              <a:spcBef>
                <a:spcPts val="1000"/>
              </a:spcBef>
              <a:spcAft>
                <a:spcPts val="0"/>
              </a:spcAft>
              <a:buSzPts val="960"/>
              <a:buChar char="►"/>
              <a:defRPr sz="1200"/>
            </a:lvl4pPr>
            <a:lvl5pPr indent="-289560" lvl="4" marL="2286000" algn="l">
              <a:spcBef>
                <a:spcPts val="1000"/>
              </a:spcBef>
              <a:spcAft>
                <a:spcPts val="0"/>
              </a:spcAft>
              <a:buSzPts val="960"/>
              <a:buChar char="►"/>
              <a:defRPr sz="1200"/>
            </a:lvl5pPr>
            <a:lvl6pPr indent="-289560" lvl="5" marL="2743200" algn="l">
              <a:spcBef>
                <a:spcPts val="1000"/>
              </a:spcBef>
              <a:spcAft>
                <a:spcPts val="0"/>
              </a:spcAft>
              <a:buSzPts val="960"/>
              <a:buChar char="►"/>
              <a:defRPr sz="1200"/>
            </a:lvl6pPr>
            <a:lvl7pPr indent="-289560" lvl="6" marL="3200400" algn="l">
              <a:spcBef>
                <a:spcPts val="1000"/>
              </a:spcBef>
              <a:spcAft>
                <a:spcPts val="0"/>
              </a:spcAft>
              <a:buSzPts val="960"/>
              <a:buChar char="►"/>
              <a:defRPr sz="1200"/>
            </a:lvl7pPr>
            <a:lvl8pPr indent="-289559" lvl="7" marL="3657600" algn="l">
              <a:spcBef>
                <a:spcPts val="1000"/>
              </a:spcBef>
              <a:spcAft>
                <a:spcPts val="0"/>
              </a:spcAft>
              <a:buSzPts val="960"/>
              <a:buChar char="►"/>
              <a:defRPr sz="1200"/>
            </a:lvl8pPr>
            <a:lvl9pPr indent="-289559" lvl="8" marL="4114800" algn="l">
              <a:spcBef>
                <a:spcPts val="1000"/>
              </a:spcBef>
              <a:spcAft>
                <a:spcPts val="0"/>
              </a:spcAft>
              <a:buSzPts val="960"/>
              <a:buChar char="►"/>
              <a:defRPr sz="1200"/>
            </a:lvl9pPr>
          </a:lstStyle>
          <a:p/>
        </p:txBody>
      </p:sp>
      <p:sp>
        <p:nvSpPr>
          <p:cNvPr id="42" name="Google Shape;42;p25"/>
          <p:cNvSpPr txBox="1"/>
          <p:nvPr>
            <p:ph idx="2" type="body"/>
          </p:nvPr>
        </p:nvSpPr>
        <p:spPr>
          <a:xfrm>
            <a:off x="4241975" y="2056093"/>
            <a:ext cx="3298115" cy="4200245"/>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sz="1800"/>
            </a:lvl1pPr>
            <a:lvl2pPr indent="-309880" lvl="1" marL="914400" algn="l">
              <a:spcBef>
                <a:spcPts val="1000"/>
              </a:spcBef>
              <a:spcAft>
                <a:spcPts val="0"/>
              </a:spcAft>
              <a:buSzPts val="1280"/>
              <a:buChar char="►"/>
              <a:defRPr sz="1600"/>
            </a:lvl2pPr>
            <a:lvl3pPr indent="-299719" lvl="2" marL="1371600" algn="l">
              <a:spcBef>
                <a:spcPts val="1000"/>
              </a:spcBef>
              <a:spcAft>
                <a:spcPts val="0"/>
              </a:spcAft>
              <a:buSzPts val="1120"/>
              <a:buChar char="►"/>
              <a:defRPr sz="1400"/>
            </a:lvl3pPr>
            <a:lvl4pPr indent="-289560" lvl="3" marL="1828800" algn="l">
              <a:spcBef>
                <a:spcPts val="1000"/>
              </a:spcBef>
              <a:spcAft>
                <a:spcPts val="0"/>
              </a:spcAft>
              <a:buSzPts val="960"/>
              <a:buChar char="►"/>
              <a:defRPr sz="1200"/>
            </a:lvl4pPr>
            <a:lvl5pPr indent="-289560" lvl="4" marL="2286000" algn="l">
              <a:spcBef>
                <a:spcPts val="1000"/>
              </a:spcBef>
              <a:spcAft>
                <a:spcPts val="0"/>
              </a:spcAft>
              <a:buSzPts val="960"/>
              <a:buChar char="►"/>
              <a:defRPr sz="1200"/>
            </a:lvl5pPr>
            <a:lvl6pPr indent="-289560" lvl="5" marL="2743200" algn="l">
              <a:spcBef>
                <a:spcPts val="1000"/>
              </a:spcBef>
              <a:spcAft>
                <a:spcPts val="0"/>
              </a:spcAft>
              <a:buSzPts val="960"/>
              <a:buChar char="►"/>
              <a:defRPr sz="1200"/>
            </a:lvl6pPr>
            <a:lvl7pPr indent="-289560" lvl="6" marL="3200400" algn="l">
              <a:spcBef>
                <a:spcPts val="1000"/>
              </a:spcBef>
              <a:spcAft>
                <a:spcPts val="0"/>
              </a:spcAft>
              <a:buSzPts val="960"/>
              <a:buChar char="►"/>
              <a:defRPr sz="1200"/>
            </a:lvl7pPr>
            <a:lvl8pPr indent="-289559" lvl="7" marL="3657600" algn="l">
              <a:spcBef>
                <a:spcPts val="1000"/>
              </a:spcBef>
              <a:spcAft>
                <a:spcPts val="0"/>
              </a:spcAft>
              <a:buSzPts val="960"/>
              <a:buChar char="►"/>
              <a:defRPr sz="1200"/>
            </a:lvl8pPr>
            <a:lvl9pPr indent="-289559" lvl="8" marL="4114800" algn="l">
              <a:spcBef>
                <a:spcPts val="1000"/>
              </a:spcBef>
              <a:spcAft>
                <a:spcPts val="0"/>
              </a:spcAft>
              <a:buSzPts val="960"/>
              <a:buChar char="►"/>
              <a:defRPr sz="1200"/>
            </a:lvl9pPr>
          </a:lstStyle>
          <a:p/>
        </p:txBody>
      </p:sp>
      <p:sp>
        <p:nvSpPr>
          <p:cNvPr id="43" name="Google Shape;43;p25"/>
          <p:cNvSpPr txBox="1"/>
          <p:nvPr>
            <p:ph idx="10" type="dt"/>
          </p:nvPr>
        </p:nvSpPr>
        <p:spPr>
          <a:xfrm rot="5400000">
            <a:off x="7494989" y="1828771"/>
            <a:ext cx="990599" cy="22865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25"/>
          <p:cNvSpPr txBox="1"/>
          <p:nvPr>
            <p:ph idx="11" type="ftr"/>
          </p:nvPr>
        </p:nvSpPr>
        <p:spPr>
          <a:xfrm rot="5400000">
            <a:off x="6233335" y="3263371"/>
            <a:ext cx="3859795" cy="22866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25"/>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6" name="Shape 46"/>
        <p:cNvGrpSpPr/>
        <p:nvPr/>
      </p:nvGrpSpPr>
      <p:grpSpPr>
        <a:xfrm>
          <a:off x="0" y="0"/>
          <a:ext cx="0" cy="0"/>
          <a:chOff x="0" y="0"/>
          <a:chExt cx="0" cy="0"/>
        </a:xfrm>
      </p:grpSpPr>
      <p:sp>
        <p:nvSpPr>
          <p:cNvPr id="47" name="Google Shape;47;p26"/>
          <p:cNvSpPr txBox="1"/>
          <p:nvPr>
            <p:ph type="title"/>
          </p:nvPr>
        </p:nvSpPr>
        <p:spPr>
          <a:xfrm>
            <a:off x="484710" y="452718"/>
            <a:ext cx="7055380" cy="140053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lt2"/>
              </a:buClr>
              <a:buSzPts val="4200"/>
              <a:buFont typeface="Century Gothic"/>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6"/>
          <p:cNvSpPr txBox="1"/>
          <p:nvPr>
            <p:ph idx="1" type="body"/>
          </p:nvPr>
        </p:nvSpPr>
        <p:spPr>
          <a:xfrm>
            <a:off x="827700" y="1905000"/>
            <a:ext cx="3298112"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rgbClr val="86D1D8"/>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49" name="Google Shape;49;p26"/>
          <p:cNvSpPr txBox="1"/>
          <p:nvPr>
            <p:ph idx="2" type="body"/>
          </p:nvPr>
        </p:nvSpPr>
        <p:spPr>
          <a:xfrm>
            <a:off x="827700" y="2514600"/>
            <a:ext cx="3298113" cy="3741738"/>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sz="1800"/>
            </a:lvl1pPr>
            <a:lvl2pPr indent="-309880" lvl="1" marL="914400" algn="l">
              <a:spcBef>
                <a:spcPts val="1000"/>
              </a:spcBef>
              <a:spcAft>
                <a:spcPts val="0"/>
              </a:spcAft>
              <a:buSzPts val="1280"/>
              <a:buChar char="►"/>
              <a:defRPr sz="1600"/>
            </a:lvl2pPr>
            <a:lvl3pPr indent="-299719" lvl="2" marL="1371600" algn="l">
              <a:spcBef>
                <a:spcPts val="1000"/>
              </a:spcBef>
              <a:spcAft>
                <a:spcPts val="0"/>
              </a:spcAft>
              <a:buSzPts val="1120"/>
              <a:buChar char="►"/>
              <a:defRPr sz="1400"/>
            </a:lvl3pPr>
            <a:lvl4pPr indent="-289560" lvl="3" marL="1828800" algn="l">
              <a:spcBef>
                <a:spcPts val="1000"/>
              </a:spcBef>
              <a:spcAft>
                <a:spcPts val="0"/>
              </a:spcAft>
              <a:buSzPts val="960"/>
              <a:buChar char="►"/>
              <a:defRPr sz="1200"/>
            </a:lvl4pPr>
            <a:lvl5pPr indent="-289560" lvl="4" marL="2286000" algn="l">
              <a:spcBef>
                <a:spcPts val="1000"/>
              </a:spcBef>
              <a:spcAft>
                <a:spcPts val="0"/>
              </a:spcAft>
              <a:buSzPts val="960"/>
              <a:buChar char="►"/>
              <a:defRPr sz="1200"/>
            </a:lvl5pPr>
            <a:lvl6pPr indent="-289560" lvl="5" marL="2743200" algn="l">
              <a:spcBef>
                <a:spcPts val="1000"/>
              </a:spcBef>
              <a:spcAft>
                <a:spcPts val="0"/>
              </a:spcAft>
              <a:buSzPts val="960"/>
              <a:buChar char="►"/>
              <a:defRPr sz="1200"/>
            </a:lvl6pPr>
            <a:lvl7pPr indent="-289560" lvl="6" marL="3200400" algn="l">
              <a:spcBef>
                <a:spcPts val="1000"/>
              </a:spcBef>
              <a:spcAft>
                <a:spcPts val="0"/>
              </a:spcAft>
              <a:buSzPts val="960"/>
              <a:buChar char="►"/>
              <a:defRPr sz="1200"/>
            </a:lvl7pPr>
            <a:lvl8pPr indent="-289559" lvl="7" marL="3657600" algn="l">
              <a:spcBef>
                <a:spcPts val="1000"/>
              </a:spcBef>
              <a:spcAft>
                <a:spcPts val="0"/>
              </a:spcAft>
              <a:buSzPts val="960"/>
              <a:buChar char="►"/>
              <a:defRPr sz="1200"/>
            </a:lvl8pPr>
            <a:lvl9pPr indent="-289559" lvl="8" marL="4114800" algn="l">
              <a:spcBef>
                <a:spcPts val="1000"/>
              </a:spcBef>
              <a:spcAft>
                <a:spcPts val="0"/>
              </a:spcAft>
              <a:buSzPts val="960"/>
              <a:buChar char="►"/>
              <a:defRPr sz="1200"/>
            </a:lvl9pPr>
          </a:lstStyle>
          <a:p/>
        </p:txBody>
      </p:sp>
      <p:sp>
        <p:nvSpPr>
          <p:cNvPr id="50" name="Google Shape;50;p26"/>
          <p:cNvSpPr txBox="1"/>
          <p:nvPr>
            <p:ph idx="3" type="body"/>
          </p:nvPr>
        </p:nvSpPr>
        <p:spPr>
          <a:xfrm>
            <a:off x="4241976" y="1905000"/>
            <a:ext cx="3298113"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rgbClr val="86D1D8"/>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51" name="Google Shape;51;p26"/>
          <p:cNvSpPr txBox="1"/>
          <p:nvPr>
            <p:ph idx="4" type="body"/>
          </p:nvPr>
        </p:nvSpPr>
        <p:spPr>
          <a:xfrm>
            <a:off x="4241976" y="2514600"/>
            <a:ext cx="3298113" cy="3741738"/>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sz="1800"/>
            </a:lvl1pPr>
            <a:lvl2pPr indent="-309880" lvl="1" marL="914400" algn="l">
              <a:spcBef>
                <a:spcPts val="1000"/>
              </a:spcBef>
              <a:spcAft>
                <a:spcPts val="0"/>
              </a:spcAft>
              <a:buSzPts val="1280"/>
              <a:buChar char="►"/>
              <a:defRPr sz="1600"/>
            </a:lvl2pPr>
            <a:lvl3pPr indent="-299719" lvl="2" marL="1371600" algn="l">
              <a:spcBef>
                <a:spcPts val="1000"/>
              </a:spcBef>
              <a:spcAft>
                <a:spcPts val="0"/>
              </a:spcAft>
              <a:buSzPts val="1120"/>
              <a:buChar char="►"/>
              <a:defRPr sz="1400"/>
            </a:lvl3pPr>
            <a:lvl4pPr indent="-289560" lvl="3" marL="1828800" algn="l">
              <a:spcBef>
                <a:spcPts val="1000"/>
              </a:spcBef>
              <a:spcAft>
                <a:spcPts val="0"/>
              </a:spcAft>
              <a:buSzPts val="960"/>
              <a:buChar char="►"/>
              <a:defRPr sz="1200"/>
            </a:lvl4pPr>
            <a:lvl5pPr indent="-289560" lvl="4" marL="2286000" algn="l">
              <a:spcBef>
                <a:spcPts val="1000"/>
              </a:spcBef>
              <a:spcAft>
                <a:spcPts val="0"/>
              </a:spcAft>
              <a:buSzPts val="960"/>
              <a:buChar char="►"/>
              <a:defRPr sz="1200"/>
            </a:lvl5pPr>
            <a:lvl6pPr indent="-289560" lvl="5" marL="2743200" algn="l">
              <a:spcBef>
                <a:spcPts val="1000"/>
              </a:spcBef>
              <a:spcAft>
                <a:spcPts val="0"/>
              </a:spcAft>
              <a:buSzPts val="960"/>
              <a:buChar char="►"/>
              <a:defRPr sz="1200"/>
            </a:lvl6pPr>
            <a:lvl7pPr indent="-289560" lvl="6" marL="3200400" algn="l">
              <a:spcBef>
                <a:spcPts val="1000"/>
              </a:spcBef>
              <a:spcAft>
                <a:spcPts val="0"/>
              </a:spcAft>
              <a:buSzPts val="960"/>
              <a:buChar char="►"/>
              <a:defRPr sz="1200"/>
            </a:lvl7pPr>
            <a:lvl8pPr indent="-289559" lvl="7" marL="3657600" algn="l">
              <a:spcBef>
                <a:spcPts val="1000"/>
              </a:spcBef>
              <a:spcAft>
                <a:spcPts val="0"/>
              </a:spcAft>
              <a:buSzPts val="960"/>
              <a:buChar char="►"/>
              <a:defRPr sz="1200"/>
            </a:lvl8pPr>
            <a:lvl9pPr indent="-289559" lvl="8" marL="4114800" algn="l">
              <a:spcBef>
                <a:spcPts val="1000"/>
              </a:spcBef>
              <a:spcAft>
                <a:spcPts val="0"/>
              </a:spcAft>
              <a:buSzPts val="960"/>
              <a:buChar char="►"/>
              <a:defRPr sz="1200"/>
            </a:lvl9pPr>
          </a:lstStyle>
          <a:p/>
        </p:txBody>
      </p:sp>
      <p:sp>
        <p:nvSpPr>
          <p:cNvPr id="52" name="Google Shape;52;p26"/>
          <p:cNvSpPr txBox="1"/>
          <p:nvPr>
            <p:ph idx="10" type="dt"/>
          </p:nvPr>
        </p:nvSpPr>
        <p:spPr>
          <a:xfrm rot="5400000">
            <a:off x="7494989" y="1828771"/>
            <a:ext cx="990599" cy="22865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6"/>
          <p:cNvSpPr txBox="1"/>
          <p:nvPr>
            <p:ph idx="11" type="ftr"/>
          </p:nvPr>
        </p:nvSpPr>
        <p:spPr>
          <a:xfrm rot="5400000">
            <a:off x="6233335" y="3263371"/>
            <a:ext cx="3859795" cy="22866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26"/>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5" name="Shape 55"/>
        <p:cNvGrpSpPr/>
        <p:nvPr/>
      </p:nvGrpSpPr>
      <p:grpSpPr>
        <a:xfrm>
          <a:off x="0" y="0"/>
          <a:ext cx="0" cy="0"/>
          <a:chOff x="0" y="0"/>
          <a:chExt cx="0" cy="0"/>
        </a:xfrm>
      </p:grpSpPr>
      <p:sp>
        <p:nvSpPr>
          <p:cNvPr id="56" name="Google Shape;56;p27"/>
          <p:cNvSpPr txBox="1"/>
          <p:nvPr>
            <p:ph type="title"/>
          </p:nvPr>
        </p:nvSpPr>
        <p:spPr>
          <a:xfrm>
            <a:off x="484710" y="452718"/>
            <a:ext cx="7055380" cy="140053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27"/>
          <p:cNvSpPr txBox="1"/>
          <p:nvPr>
            <p:ph idx="10" type="dt"/>
          </p:nvPr>
        </p:nvSpPr>
        <p:spPr>
          <a:xfrm rot="5400000">
            <a:off x="7494989" y="1828771"/>
            <a:ext cx="990599" cy="22865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27"/>
          <p:cNvSpPr txBox="1"/>
          <p:nvPr>
            <p:ph idx="11" type="ftr"/>
          </p:nvPr>
        </p:nvSpPr>
        <p:spPr>
          <a:xfrm rot="5400000">
            <a:off x="6233335" y="3263371"/>
            <a:ext cx="3859795" cy="22866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7"/>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0" name="Shape 60"/>
        <p:cNvGrpSpPr/>
        <p:nvPr/>
      </p:nvGrpSpPr>
      <p:grpSpPr>
        <a:xfrm>
          <a:off x="0" y="0"/>
          <a:ext cx="0" cy="0"/>
          <a:chOff x="0" y="0"/>
          <a:chExt cx="0" cy="0"/>
        </a:xfrm>
      </p:grpSpPr>
      <p:sp>
        <p:nvSpPr>
          <p:cNvPr id="61" name="Google Shape;61;p28"/>
          <p:cNvSpPr txBox="1"/>
          <p:nvPr>
            <p:ph idx="10" type="dt"/>
          </p:nvPr>
        </p:nvSpPr>
        <p:spPr>
          <a:xfrm rot="5400000">
            <a:off x="7494989" y="1828771"/>
            <a:ext cx="990599" cy="22865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28"/>
          <p:cNvSpPr txBox="1"/>
          <p:nvPr>
            <p:ph idx="11" type="ftr"/>
          </p:nvPr>
        </p:nvSpPr>
        <p:spPr>
          <a:xfrm rot="5400000">
            <a:off x="6233335" y="3263371"/>
            <a:ext cx="3859795" cy="22866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28"/>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4" name="Shape 64"/>
        <p:cNvGrpSpPr/>
        <p:nvPr/>
      </p:nvGrpSpPr>
      <p:grpSpPr>
        <a:xfrm>
          <a:off x="0" y="0"/>
          <a:ext cx="0" cy="0"/>
          <a:chOff x="0" y="0"/>
          <a:chExt cx="0" cy="0"/>
        </a:xfrm>
      </p:grpSpPr>
      <p:sp>
        <p:nvSpPr>
          <p:cNvPr id="65" name="Google Shape;65;p29"/>
          <p:cNvSpPr txBox="1"/>
          <p:nvPr>
            <p:ph type="title"/>
          </p:nvPr>
        </p:nvSpPr>
        <p:spPr>
          <a:xfrm>
            <a:off x="866441" y="1447800"/>
            <a:ext cx="2551462" cy="14478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lt2"/>
              </a:buClr>
              <a:buSzPts val="2400"/>
              <a:buFont typeface="Century Gothic"/>
              <a:buNone/>
              <a:defRPr b="0"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9"/>
          <p:cNvSpPr txBox="1"/>
          <p:nvPr>
            <p:ph idx="1" type="body"/>
          </p:nvPr>
        </p:nvSpPr>
        <p:spPr>
          <a:xfrm>
            <a:off x="3589397" y="1447800"/>
            <a:ext cx="3898013" cy="4572000"/>
          </a:xfrm>
          <a:prstGeom prst="rect">
            <a:avLst/>
          </a:prstGeom>
          <a:noFill/>
          <a:ln>
            <a:noFill/>
          </a:ln>
        </p:spPr>
        <p:txBody>
          <a:bodyPr anchorCtr="0" anchor="ctr" bIns="45700" lIns="91425" spcFirstLastPara="1" rIns="91425" wrap="square" tIns="45700">
            <a:normAutofit/>
          </a:bodyPr>
          <a:lstStyle>
            <a:lvl1pPr indent="-330200" lvl="0" marL="457200" algn="l">
              <a:spcBef>
                <a:spcPts val="1000"/>
              </a:spcBef>
              <a:spcAft>
                <a:spcPts val="0"/>
              </a:spcAft>
              <a:buSzPts val="1600"/>
              <a:buChar char="►"/>
              <a:defRPr sz="2000"/>
            </a:lvl1pPr>
            <a:lvl2pPr indent="-320040" lvl="1" marL="914400" algn="l">
              <a:spcBef>
                <a:spcPts val="1000"/>
              </a:spcBef>
              <a:spcAft>
                <a:spcPts val="0"/>
              </a:spcAft>
              <a:buSzPts val="1440"/>
              <a:buChar char="►"/>
              <a:defRPr sz="1800"/>
            </a:lvl2pPr>
            <a:lvl3pPr indent="-309880" lvl="2" marL="1371600" algn="l">
              <a:spcBef>
                <a:spcPts val="1000"/>
              </a:spcBef>
              <a:spcAft>
                <a:spcPts val="0"/>
              </a:spcAft>
              <a:buSzPts val="1280"/>
              <a:buChar char="►"/>
              <a:defRPr sz="1600"/>
            </a:lvl3pPr>
            <a:lvl4pPr indent="-299719" lvl="3" marL="1828800" algn="l">
              <a:spcBef>
                <a:spcPts val="1000"/>
              </a:spcBef>
              <a:spcAft>
                <a:spcPts val="0"/>
              </a:spcAft>
              <a:buSzPts val="1120"/>
              <a:buChar char="►"/>
              <a:defRPr sz="1400"/>
            </a:lvl4pPr>
            <a:lvl5pPr indent="-299720" lvl="4" marL="2286000" algn="l">
              <a:spcBef>
                <a:spcPts val="1000"/>
              </a:spcBef>
              <a:spcAft>
                <a:spcPts val="0"/>
              </a:spcAft>
              <a:buSzPts val="1120"/>
              <a:buChar char="►"/>
              <a:defRPr sz="1400"/>
            </a:lvl5pPr>
            <a:lvl6pPr indent="-299720" lvl="5" marL="2743200" algn="l">
              <a:spcBef>
                <a:spcPts val="1000"/>
              </a:spcBef>
              <a:spcAft>
                <a:spcPts val="0"/>
              </a:spcAft>
              <a:buSzPts val="1120"/>
              <a:buChar char="►"/>
              <a:defRPr sz="1400"/>
            </a:lvl6pPr>
            <a:lvl7pPr indent="-299720" lvl="6" marL="3200400" algn="l">
              <a:spcBef>
                <a:spcPts val="1000"/>
              </a:spcBef>
              <a:spcAft>
                <a:spcPts val="0"/>
              </a:spcAft>
              <a:buSzPts val="1120"/>
              <a:buChar char="►"/>
              <a:defRPr sz="1400"/>
            </a:lvl7pPr>
            <a:lvl8pPr indent="-299720" lvl="7" marL="3657600" algn="l">
              <a:spcBef>
                <a:spcPts val="1000"/>
              </a:spcBef>
              <a:spcAft>
                <a:spcPts val="0"/>
              </a:spcAft>
              <a:buSzPts val="1120"/>
              <a:buChar char="►"/>
              <a:defRPr sz="1400"/>
            </a:lvl8pPr>
            <a:lvl9pPr indent="-299720" lvl="8" marL="4114800" algn="l">
              <a:spcBef>
                <a:spcPts val="1000"/>
              </a:spcBef>
              <a:spcAft>
                <a:spcPts val="0"/>
              </a:spcAft>
              <a:buSzPts val="1120"/>
              <a:buChar char="►"/>
              <a:defRPr sz="1400"/>
            </a:lvl9pPr>
          </a:lstStyle>
          <a:p/>
        </p:txBody>
      </p:sp>
      <p:sp>
        <p:nvSpPr>
          <p:cNvPr id="67" name="Google Shape;67;p29"/>
          <p:cNvSpPr txBox="1"/>
          <p:nvPr>
            <p:ph idx="2" type="body"/>
          </p:nvPr>
        </p:nvSpPr>
        <p:spPr>
          <a:xfrm>
            <a:off x="866441" y="3129281"/>
            <a:ext cx="2551462" cy="2895599"/>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68" name="Google Shape;68;p29"/>
          <p:cNvSpPr txBox="1"/>
          <p:nvPr>
            <p:ph idx="10" type="dt"/>
          </p:nvPr>
        </p:nvSpPr>
        <p:spPr>
          <a:xfrm rot="5400000">
            <a:off x="7494989" y="1828771"/>
            <a:ext cx="990599" cy="22865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29"/>
          <p:cNvSpPr txBox="1"/>
          <p:nvPr>
            <p:ph idx="11" type="ftr"/>
          </p:nvPr>
        </p:nvSpPr>
        <p:spPr>
          <a:xfrm rot="5400000">
            <a:off x="6233335" y="3263371"/>
            <a:ext cx="3859795" cy="22866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29"/>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1" name="Shape 71"/>
        <p:cNvGrpSpPr/>
        <p:nvPr/>
      </p:nvGrpSpPr>
      <p:grpSpPr>
        <a:xfrm>
          <a:off x="0" y="0"/>
          <a:ext cx="0" cy="0"/>
          <a:chOff x="0" y="0"/>
          <a:chExt cx="0" cy="0"/>
        </a:xfrm>
      </p:grpSpPr>
      <p:sp>
        <p:nvSpPr>
          <p:cNvPr id="72" name="Google Shape;72;p30"/>
          <p:cNvSpPr txBox="1"/>
          <p:nvPr>
            <p:ph type="title"/>
          </p:nvPr>
        </p:nvSpPr>
        <p:spPr>
          <a:xfrm>
            <a:off x="865656" y="1854192"/>
            <a:ext cx="3820674" cy="157480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lt2"/>
              </a:buClr>
              <a:buSzPts val="3600"/>
              <a:buFont typeface="Century Gothic"/>
              <a:buNone/>
              <a:defRPr b="0" sz="36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0"/>
          <p:cNvSpPr/>
          <p:nvPr>
            <p:ph idx="2" type="pic"/>
          </p:nvPr>
        </p:nvSpPr>
        <p:spPr>
          <a:xfrm>
            <a:off x="5213517" y="1143000"/>
            <a:ext cx="2400925" cy="4572000"/>
          </a:xfrm>
          <a:prstGeom prst="roundRect">
            <a:avLst>
              <a:gd fmla="val 1858" name="adj"/>
            </a:avLst>
          </a:prstGeom>
          <a:noFill/>
          <a:ln>
            <a:noFill/>
          </a:ln>
          <a:effectLst>
            <a:outerShdw blurRad="50800" rotWithShape="0" algn="tl" dir="5400000" dist="50800">
              <a:srgbClr val="000000">
                <a:alpha val="42745"/>
              </a:srgbClr>
            </a:outerShdw>
          </a:effectLst>
        </p:spPr>
      </p:sp>
      <p:sp>
        <p:nvSpPr>
          <p:cNvPr id="74" name="Google Shape;74;p30"/>
          <p:cNvSpPr txBox="1"/>
          <p:nvPr>
            <p:ph idx="1" type="body"/>
          </p:nvPr>
        </p:nvSpPr>
        <p:spPr>
          <a:xfrm>
            <a:off x="866441" y="3657600"/>
            <a:ext cx="3814728" cy="1371600"/>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75" name="Google Shape;75;p30"/>
          <p:cNvSpPr txBox="1"/>
          <p:nvPr>
            <p:ph idx="10" type="dt"/>
          </p:nvPr>
        </p:nvSpPr>
        <p:spPr>
          <a:xfrm rot="5400000">
            <a:off x="7494989" y="1828771"/>
            <a:ext cx="990599" cy="22865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30"/>
          <p:cNvSpPr txBox="1"/>
          <p:nvPr>
            <p:ph idx="11" type="ftr"/>
          </p:nvPr>
        </p:nvSpPr>
        <p:spPr>
          <a:xfrm rot="5400000">
            <a:off x="6233335" y="3263371"/>
            <a:ext cx="3859795" cy="22866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30"/>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oramic Picture with Caption">
  <p:cSld name="Panoramic Picture with Caption">
    <p:spTree>
      <p:nvGrpSpPr>
        <p:cNvPr id="78" name="Shape 78"/>
        <p:cNvGrpSpPr/>
        <p:nvPr/>
      </p:nvGrpSpPr>
      <p:grpSpPr>
        <a:xfrm>
          <a:off x="0" y="0"/>
          <a:ext cx="0" cy="0"/>
          <a:chOff x="0" y="0"/>
          <a:chExt cx="0" cy="0"/>
        </a:xfrm>
      </p:grpSpPr>
      <p:sp>
        <p:nvSpPr>
          <p:cNvPr id="79" name="Google Shape;79;p31"/>
          <p:cNvSpPr txBox="1"/>
          <p:nvPr>
            <p:ph type="title"/>
          </p:nvPr>
        </p:nvSpPr>
        <p:spPr>
          <a:xfrm>
            <a:off x="866443" y="4800587"/>
            <a:ext cx="6620967"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lt2"/>
              </a:buClr>
              <a:buSzPts val="2400"/>
              <a:buFont typeface="Century Gothic"/>
              <a:buNone/>
              <a:defRPr b="0"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31"/>
          <p:cNvSpPr/>
          <p:nvPr>
            <p:ph idx="2" type="pic"/>
          </p:nvPr>
        </p:nvSpPr>
        <p:spPr>
          <a:xfrm>
            <a:off x="866442" y="685800"/>
            <a:ext cx="6620968" cy="3640666"/>
          </a:xfrm>
          <a:prstGeom prst="roundRect">
            <a:avLst>
              <a:gd fmla="val 1858" name="adj"/>
            </a:avLst>
          </a:prstGeom>
          <a:noFill/>
          <a:ln>
            <a:noFill/>
          </a:ln>
          <a:effectLst>
            <a:outerShdw blurRad="50800" rotWithShape="0" algn="tl" dir="5400000" dist="50800">
              <a:srgbClr val="000000">
                <a:alpha val="42745"/>
              </a:srgbClr>
            </a:outerShdw>
          </a:effectLst>
        </p:spPr>
      </p:sp>
      <p:sp>
        <p:nvSpPr>
          <p:cNvPr id="81" name="Google Shape;81;p31"/>
          <p:cNvSpPr txBox="1"/>
          <p:nvPr>
            <p:ph idx="1" type="body"/>
          </p:nvPr>
        </p:nvSpPr>
        <p:spPr>
          <a:xfrm>
            <a:off x="866443" y="5367325"/>
            <a:ext cx="6620966" cy="493712"/>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960"/>
              <a:buNone/>
              <a:defRPr sz="12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82" name="Google Shape;82;p31"/>
          <p:cNvSpPr txBox="1"/>
          <p:nvPr>
            <p:ph idx="10" type="dt"/>
          </p:nvPr>
        </p:nvSpPr>
        <p:spPr>
          <a:xfrm rot="5400000">
            <a:off x="7494989" y="1828771"/>
            <a:ext cx="990599" cy="22865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31"/>
          <p:cNvSpPr txBox="1"/>
          <p:nvPr>
            <p:ph idx="11" type="ftr"/>
          </p:nvPr>
        </p:nvSpPr>
        <p:spPr>
          <a:xfrm rot="5400000">
            <a:off x="6233335" y="3263371"/>
            <a:ext cx="3859795" cy="22866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31"/>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85" name="Shape 85"/>
        <p:cNvGrpSpPr/>
        <p:nvPr/>
      </p:nvGrpSpPr>
      <p:grpSpPr>
        <a:xfrm>
          <a:off x="0" y="0"/>
          <a:ext cx="0" cy="0"/>
          <a:chOff x="0" y="0"/>
          <a:chExt cx="0" cy="0"/>
        </a:xfrm>
      </p:grpSpPr>
      <p:sp>
        <p:nvSpPr>
          <p:cNvPr id="86" name="Google Shape;86;p32"/>
          <p:cNvSpPr txBox="1"/>
          <p:nvPr>
            <p:ph type="title"/>
          </p:nvPr>
        </p:nvSpPr>
        <p:spPr>
          <a:xfrm>
            <a:off x="866442" y="1447800"/>
            <a:ext cx="6620968" cy="19812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lt2"/>
              </a:buClr>
              <a:buSzPts val="4800"/>
              <a:buFont typeface="Century Gothic"/>
              <a:buNone/>
              <a:defRPr sz="4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32"/>
          <p:cNvSpPr txBox="1"/>
          <p:nvPr>
            <p:ph idx="1" type="body"/>
          </p:nvPr>
        </p:nvSpPr>
        <p:spPr>
          <a:xfrm>
            <a:off x="866442" y="3657600"/>
            <a:ext cx="6620968" cy="2362200"/>
          </a:xfrm>
          <a:prstGeom prst="rect">
            <a:avLst/>
          </a:prstGeom>
          <a:noFill/>
          <a:ln>
            <a:noFill/>
          </a:ln>
        </p:spPr>
        <p:txBody>
          <a:bodyPr anchorCtr="0" anchor="ctr" bIns="45700" lIns="91425" spcFirstLastPara="1" rIns="91425" wrap="square" tIns="45700">
            <a:normAutofit/>
          </a:bodyPr>
          <a:lstStyle>
            <a:lvl1pPr indent="-228600" lvl="0" marL="457200" algn="l">
              <a:spcBef>
                <a:spcPts val="1000"/>
              </a:spcBef>
              <a:spcAft>
                <a:spcPts val="0"/>
              </a:spcAft>
              <a:buSzPts val="1440"/>
              <a:buNone/>
              <a:defRPr sz="18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88" name="Google Shape;88;p32"/>
          <p:cNvSpPr txBox="1"/>
          <p:nvPr>
            <p:ph idx="10" type="dt"/>
          </p:nvPr>
        </p:nvSpPr>
        <p:spPr>
          <a:xfrm rot="5400000">
            <a:off x="7494989" y="1828771"/>
            <a:ext cx="990599" cy="22865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32"/>
          <p:cNvSpPr txBox="1"/>
          <p:nvPr>
            <p:ph idx="11" type="ftr"/>
          </p:nvPr>
        </p:nvSpPr>
        <p:spPr>
          <a:xfrm rot="5400000">
            <a:off x="6233335" y="3263371"/>
            <a:ext cx="3859795" cy="22866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32"/>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spTree>
      <p:nvGrpSpPr>
        <p:cNvPr id="91" name="Shape 91"/>
        <p:cNvGrpSpPr/>
        <p:nvPr/>
      </p:nvGrpSpPr>
      <p:grpSpPr>
        <a:xfrm>
          <a:off x="0" y="0"/>
          <a:ext cx="0" cy="0"/>
          <a:chOff x="0" y="0"/>
          <a:chExt cx="0" cy="0"/>
        </a:xfrm>
      </p:grpSpPr>
      <p:sp>
        <p:nvSpPr>
          <p:cNvPr id="92" name="Google Shape;92;p33"/>
          <p:cNvSpPr txBox="1"/>
          <p:nvPr>
            <p:ph type="title"/>
          </p:nvPr>
        </p:nvSpPr>
        <p:spPr>
          <a:xfrm>
            <a:off x="1181409" y="1447800"/>
            <a:ext cx="6001049" cy="2323374"/>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lt2"/>
              </a:buClr>
              <a:buSzPts val="4800"/>
              <a:buFont typeface="Century Gothic"/>
              <a:buNone/>
              <a:defRPr sz="4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33"/>
          <p:cNvSpPr txBox="1"/>
          <p:nvPr>
            <p:ph idx="1" type="body"/>
          </p:nvPr>
        </p:nvSpPr>
        <p:spPr>
          <a:xfrm>
            <a:off x="1448177" y="3771174"/>
            <a:ext cx="5461159" cy="342174"/>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b="0" i="0" sz="1400" cap="small">
                <a:solidFill>
                  <a:srgbClr val="86D1D8"/>
                </a:solidFill>
                <a:latin typeface="Century Gothic"/>
                <a:ea typeface="Century Gothic"/>
                <a:cs typeface="Century Gothic"/>
                <a:sym typeface="Century Gothic"/>
              </a:defRPr>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94" name="Google Shape;94;p33"/>
          <p:cNvSpPr txBox="1"/>
          <p:nvPr>
            <p:ph idx="2" type="body"/>
          </p:nvPr>
        </p:nvSpPr>
        <p:spPr>
          <a:xfrm>
            <a:off x="866442" y="4350657"/>
            <a:ext cx="6620968" cy="1676400"/>
          </a:xfrm>
          <a:prstGeom prst="rect">
            <a:avLst/>
          </a:prstGeom>
          <a:noFill/>
          <a:ln>
            <a:noFill/>
          </a:ln>
        </p:spPr>
        <p:txBody>
          <a:bodyPr anchorCtr="0" anchor="ctr" bIns="45700" lIns="91425" spcFirstLastPara="1" rIns="91425" wrap="square" tIns="45700">
            <a:normAutofit/>
          </a:bodyPr>
          <a:lstStyle>
            <a:lvl1pPr indent="-228600" lvl="0" marL="457200" algn="l">
              <a:spcBef>
                <a:spcPts val="1000"/>
              </a:spcBef>
              <a:spcAft>
                <a:spcPts val="0"/>
              </a:spcAft>
              <a:buSzPts val="1440"/>
              <a:buNone/>
              <a:defRPr sz="18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95" name="Google Shape;95;p33"/>
          <p:cNvSpPr txBox="1"/>
          <p:nvPr>
            <p:ph idx="10" type="dt"/>
          </p:nvPr>
        </p:nvSpPr>
        <p:spPr>
          <a:xfrm rot="5400000">
            <a:off x="7494989" y="1828771"/>
            <a:ext cx="990599" cy="22865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33"/>
          <p:cNvSpPr txBox="1"/>
          <p:nvPr>
            <p:ph idx="11" type="ftr"/>
          </p:nvPr>
        </p:nvSpPr>
        <p:spPr>
          <a:xfrm rot="5400000">
            <a:off x="6233335" y="3263371"/>
            <a:ext cx="3859795" cy="22866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7" name="Google Shape;97;p33"/>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98" name="Google Shape;98;p33"/>
          <p:cNvSpPr txBox="1"/>
          <p:nvPr/>
        </p:nvSpPr>
        <p:spPr>
          <a:xfrm>
            <a:off x="673897" y="971253"/>
            <a:ext cx="601591" cy="196977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2200">
                <a:solidFill>
                  <a:srgbClr val="86D1D8"/>
                </a:solidFill>
                <a:latin typeface="Arial"/>
                <a:ea typeface="Arial"/>
                <a:cs typeface="Arial"/>
                <a:sym typeface="Arial"/>
              </a:rPr>
              <a:t>“</a:t>
            </a:r>
            <a:endParaRPr/>
          </a:p>
        </p:txBody>
      </p:sp>
      <p:sp>
        <p:nvSpPr>
          <p:cNvPr id="99" name="Google Shape;99;p33"/>
          <p:cNvSpPr txBox="1"/>
          <p:nvPr/>
        </p:nvSpPr>
        <p:spPr>
          <a:xfrm>
            <a:off x="6999690" y="2613787"/>
            <a:ext cx="601591" cy="196977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2200">
                <a:solidFill>
                  <a:srgbClr val="86D1D8"/>
                </a:solidFill>
                <a:latin typeface="Arial"/>
                <a:ea typeface="Arial"/>
                <a:cs typeface="Arial"/>
                <a:sym typeface="Arial"/>
              </a:rPr>
              <a:t>”</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100" name="Shape 100"/>
        <p:cNvGrpSpPr/>
        <p:nvPr/>
      </p:nvGrpSpPr>
      <p:grpSpPr>
        <a:xfrm>
          <a:off x="0" y="0"/>
          <a:ext cx="0" cy="0"/>
          <a:chOff x="0" y="0"/>
          <a:chExt cx="0" cy="0"/>
        </a:xfrm>
      </p:grpSpPr>
      <p:sp>
        <p:nvSpPr>
          <p:cNvPr id="101" name="Google Shape;101;p34"/>
          <p:cNvSpPr txBox="1"/>
          <p:nvPr>
            <p:ph type="title"/>
          </p:nvPr>
        </p:nvSpPr>
        <p:spPr>
          <a:xfrm>
            <a:off x="866441" y="3124201"/>
            <a:ext cx="6620969" cy="165318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lt2"/>
              </a:buClr>
              <a:buSzPts val="4000"/>
              <a:buFont typeface="Century Gothic"/>
              <a:buNone/>
              <a:defRPr b="0"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34"/>
          <p:cNvSpPr txBox="1"/>
          <p:nvPr>
            <p:ph idx="1" type="body"/>
          </p:nvPr>
        </p:nvSpPr>
        <p:spPr>
          <a:xfrm>
            <a:off x="866442" y="4777381"/>
            <a:ext cx="6620968" cy="860400"/>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600"/>
              <a:buNone/>
              <a:defRPr sz="2000" cap="none">
                <a:solidFill>
                  <a:srgbClr val="86D1D8"/>
                </a:solidFill>
              </a:defRPr>
            </a:lvl1pPr>
            <a:lvl2pPr indent="-228600" lvl="1" marL="914400" algn="l">
              <a:spcBef>
                <a:spcPts val="1000"/>
              </a:spcBef>
              <a:spcAft>
                <a:spcPts val="0"/>
              </a:spcAft>
              <a:buSzPts val="1440"/>
              <a:buNone/>
              <a:defRPr sz="1800">
                <a:solidFill>
                  <a:schemeClr val="lt1"/>
                </a:solidFill>
              </a:defRPr>
            </a:lvl2pPr>
            <a:lvl3pPr indent="-228600" lvl="2" marL="1371600" algn="l">
              <a:spcBef>
                <a:spcPts val="1000"/>
              </a:spcBef>
              <a:spcAft>
                <a:spcPts val="0"/>
              </a:spcAft>
              <a:buSzPts val="1280"/>
              <a:buNone/>
              <a:defRPr sz="1600">
                <a:solidFill>
                  <a:schemeClr val="lt1"/>
                </a:solidFill>
              </a:defRPr>
            </a:lvl3pPr>
            <a:lvl4pPr indent="-228600" lvl="3" marL="1828800" algn="l">
              <a:spcBef>
                <a:spcPts val="1000"/>
              </a:spcBef>
              <a:spcAft>
                <a:spcPts val="0"/>
              </a:spcAft>
              <a:buSzPts val="1120"/>
              <a:buNone/>
              <a:defRPr sz="1400">
                <a:solidFill>
                  <a:schemeClr val="lt1"/>
                </a:solidFill>
              </a:defRPr>
            </a:lvl4pPr>
            <a:lvl5pPr indent="-228600" lvl="4" marL="2286000" algn="l">
              <a:spcBef>
                <a:spcPts val="1000"/>
              </a:spcBef>
              <a:spcAft>
                <a:spcPts val="0"/>
              </a:spcAft>
              <a:buSzPts val="1120"/>
              <a:buNone/>
              <a:defRPr sz="1400">
                <a:solidFill>
                  <a:schemeClr val="lt1"/>
                </a:solidFill>
              </a:defRPr>
            </a:lvl5pPr>
            <a:lvl6pPr indent="-228600" lvl="5" marL="2743200" algn="l">
              <a:spcBef>
                <a:spcPts val="1000"/>
              </a:spcBef>
              <a:spcAft>
                <a:spcPts val="0"/>
              </a:spcAft>
              <a:buSzPts val="1120"/>
              <a:buNone/>
              <a:defRPr sz="1400">
                <a:solidFill>
                  <a:schemeClr val="lt1"/>
                </a:solidFill>
              </a:defRPr>
            </a:lvl6pPr>
            <a:lvl7pPr indent="-228600" lvl="6" marL="3200400" algn="l">
              <a:spcBef>
                <a:spcPts val="1000"/>
              </a:spcBef>
              <a:spcAft>
                <a:spcPts val="0"/>
              </a:spcAft>
              <a:buSzPts val="1120"/>
              <a:buNone/>
              <a:defRPr sz="1400">
                <a:solidFill>
                  <a:schemeClr val="lt1"/>
                </a:solidFill>
              </a:defRPr>
            </a:lvl7pPr>
            <a:lvl8pPr indent="-228600" lvl="7" marL="3657600" algn="l">
              <a:spcBef>
                <a:spcPts val="1000"/>
              </a:spcBef>
              <a:spcAft>
                <a:spcPts val="0"/>
              </a:spcAft>
              <a:buSzPts val="1120"/>
              <a:buNone/>
              <a:defRPr sz="1400">
                <a:solidFill>
                  <a:schemeClr val="lt1"/>
                </a:solidFill>
              </a:defRPr>
            </a:lvl8pPr>
            <a:lvl9pPr indent="-228600" lvl="8" marL="4114800" algn="l">
              <a:spcBef>
                <a:spcPts val="1000"/>
              </a:spcBef>
              <a:spcAft>
                <a:spcPts val="0"/>
              </a:spcAft>
              <a:buSzPts val="1120"/>
              <a:buNone/>
              <a:defRPr sz="1400">
                <a:solidFill>
                  <a:schemeClr val="lt1"/>
                </a:solidFill>
              </a:defRPr>
            </a:lvl9pPr>
          </a:lstStyle>
          <a:p/>
        </p:txBody>
      </p:sp>
      <p:sp>
        <p:nvSpPr>
          <p:cNvPr id="103" name="Google Shape;103;p34"/>
          <p:cNvSpPr txBox="1"/>
          <p:nvPr>
            <p:ph idx="10" type="dt"/>
          </p:nvPr>
        </p:nvSpPr>
        <p:spPr>
          <a:xfrm rot="5400000">
            <a:off x="7494989" y="1828771"/>
            <a:ext cx="990599" cy="22865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4" name="Google Shape;104;p34"/>
          <p:cNvSpPr txBox="1"/>
          <p:nvPr>
            <p:ph idx="11" type="ftr"/>
          </p:nvPr>
        </p:nvSpPr>
        <p:spPr>
          <a:xfrm rot="5400000">
            <a:off x="6233335" y="3263371"/>
            <a:ext cx="3859795" cy="22866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p34"/>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lumn">
  <p:cSld name="3 Column">
    <p:spTree>
      <p:nvGrpSpPr>
        <p:cNvPr id="106" name="Shape 106"/>
        <p:cNvGrpSpPr/>
        <p:nvPr/>
      </p:nvGrpSpPr>
      <p:grpSpPr>
        <a:xfrm>
          <a:off x="0" y="0"/>
          <a:ext cx="0" cy="0"/>
          <a:chOff x="0" y="0"/>
          <a:chExt cx="0" cy="0"/>
        </a:xfrm>
      </p:grpSpPr>
      <p:sp>
        <p:nvSpPr>
          <p:cNvPr id="107" name="Google Shape;107;p35"/>
          <p:cNvSpPr txBox="1"/>
          <p:nvPr>
            <p:ph type="title"/>
          </p:nvPr>
        </p:nvSpPr>
        <p:spPr>
          <a:xfrm>
            <a:off x="484710" y="452718"/>
            <a:ext cx="7055380" cy="140053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lt2"/>
              </a:buClr>
              <a:buSzPts val="4200"/>
              <a:buFont typeface="Century Gothic"/>
              <a:buNone/>
              <a:defRPr sz="4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8" name="Google Shape;108;p35"/>
          <p:cNvSpPr txBox="1"/>
          <p:nvPr>
            <p:ph idx="1" type="body"/>
          </p:nvPr>
        </p:nvSpPr>
        <p:spPr>
          <a:xfrm>
            <a:off x="474834" y="1981200"/>
            <a:ext cx="2210725"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rgbClr val="86D1D8"/>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109" name="Google Shape;109;p35"/>
          <p:cNvSpPr txBox="1"/>
          <p:nvPr>
            <p:ph idx="2" type="body"/>
          </p:nvPr>
        </p:nvSpPr>
        <p:spPr>
          <a:xfrm>
            <a:off x="489475" y="2667000"/>
            <a:ext cx="2196084" cy="3589338"/>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110" name="Google Shape;110;p35"/>
          <p:cNvSpPr txBox="1"/>
          <p:nvPr>
            <p:ph idx="3" type="body"/>
          </p:nvPr>
        </p:nvSpPr>
        <p:spPr>
          <a:xfrm>
            <a:off x="2913504" y="1981200"/>
            <a:ext cx="2202754"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rgbClr val="86D1D8"/>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111" name="Google Shape;111;p35"/>
          <p:cNvSpPr txBox="1"/>
          <p:nvPr>
            <p:ph idx="4" type="body"/>
          </p:nvPr>
        </p:nvSpPr>
        <p:spPr>
          <a:xfrm>
            <a:off x="2905586" y="2667000"/>
            <a:ext cx="2210671" cy="3589338"/>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112" name="Google Shape;112;p35"/>
          <p:cNvSpPr txBox="1"/>
          <p:nvPr>
            <p:ph idx="5" type="body"/>
          </p:nvPr>
        </p:nvSpPr>
        <p:spPr>
          <a:xfrm>
            <a:off x="5344917" y="1981200"/>
            <a:ext cx="2199658"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rgbClr val="86D1D8"/>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113" name="Google Shape;113;p35"/>
          <p:cNvSpPr txBox="1"/>
          <p:nvPr>
            <p:ph idx="6" type="body"/>
          </p:nvPr>
        </p:nvSpPr>
        <p:spPr>
          <a:xfrm>
            <a:off x="5344917" y="2667000"/>
            <a:ext cx="2199658" cy="3589338"/>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cxnSp>
        <p:nvCxnSpPr>
          <p:cNvPr id="114" name="Google Shape;114;p35"/>
          <p:cNvCxnSpPr/>
          <p:nvPr/>
        </p:nvCxnSpPr>
        <p:spPr>
          <a:xfrm>
            <a:off x="2795334" y="2133600"/>
            <a:ext cx="0" cy="3962400"/>
          </a:xfrm>
          <a:prstGeom prst="straightConnector1">
            <a:avLst/>
          </a:prstGeom>
          <a:noFill/>
          <a:ln cap="flat" cmpd="sng" w="12700">
            <a:solidFill>
              <a:srgbClr val="86D1D8">
                <a:alpha val="40000"/>
              </a:srgbClr>
            </a:solidFill>
            <a:prstDash val="solid"/>
            <a:round/>
            <a:headEnd len="sm" w="sm" type="none"/>
            <a:tailEnd len="sm" w="sm" type="none"/>
          </a:ln>
        </p:spPr>
      </p:cxnSp>
      <p:cxnSp>
        <p:nvCxnSpPr>
          <p:cNvPr id="115" name="Google Shape;115;p35"/>
          <p:cNvCxnSpPr/>
          <p:nvPr/>
        </p:nvCxnSpPr>
        <p:spPr>
          <a:xfrm>
            <a:off x="5223030" y="2133600"/>
            <a:ext cx="0" cy="3966882"/>
          </a:xfrm>
          <a:prstGeom prst="straightConnector1">
            <a:avLst/>
          </a:prstGeom>
          <a:noFill/>
          <a:ln cap="flat" cmpd="sng" w="12700">
            <a:solidFill>
              <a:srgbClr val="86D1D8">
                <a:alpha val="40000"/>
              </a:srgbClr>
            </a:solidFill>
            <a:prstDash val="solid"/>
            <a:round/>
            <a:headEnd len="sm" w="sm" type="none"/>
            <a:tailEnd len="sm" w="sm" type="none"/>
          </a:ln>
        </p:spPr>
      </p:cxnSp>
      <p:sp>
        <p:nvSpPr>
          <p:cNvPr id="116" name="Google Shape;116;p35"/>
          <p:cNvSpPr txBox="1"/>
          <p:nvPr>
            <p:ph idx="10" type="dt"/>
          </p:nvPr>
        </p:nvSpPr>
        <p:spPr>
          <a:xfrm rot="5400000">
            <a:off x="7494989" y="1828771"/>
            <a:ext cx="990599" cy="22865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 name="Google Shape;117;p35"/>
          <p:cNvSpPr txBox="1"/>
          <p:nvPr>
            <p:ph idx="11" type="ftr"/>
          </p:nvPr>
        </p:nvSpPr>
        <p:spPr>
          <a:xfrm rot="5400000">
            <a:off x="6233335" y="3263371"/>
            <a:ext cx="3859795" cy="22866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8" name="Google Shape;118;p35"/>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Picture Column">
  <p:cSld name="3 Picture Column">
    <p:spTree>
      <p:nvGrpSpPr>
        <p:cNvPr id="119" name="Shape 119"/>
        <p:cNvGrpSpPr/>
        <p:nvPr/>
      </p:nvGrpSpPr>
      <p:grpSpPr>
        <a:xfrm>
          <a:off x="0" y="0"/>
          <a:ext cx="0" cy="0"/>
          <a:chOff x="0" y="0"/>
          <a:chExt cx="0" cy="0"/>
        </a:xfrm>
      </p:grpSpPr>
      <p:sp>
        <p:nvSpPr>
          <p:cNvPr id="120" name="Google Shape;120;p36"/>
          <p:cNvSpPr txBox="1"/>
          <p:nvPr>
            <p:ph type="title"/>
          </p:nvPr>
        </p:nvSpPr>
        <p:spPr>
          <a:xfrm>
            <a:off x="484710" y="452718"/>
            <a:ext cx="7055380" cy="140053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lt2"/>
              </a:buClr>
              <a:buSzPts val="4200"/>
              <a:buFont typeface="Century Gothic"/>
              <a:buNone/>
              <a:defRPr sz="4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1" name="Google Shape;121;p36"/>
          <p:cNvSpPr txBox="1"/>
          <p:nvPr>
            <p:ph idx="1" type="body"/>
          </p:nvPr>
        </p:nvSpPr>
        <p:spPr>
          <a:xfrm>
            <a:off x="489475" y="4250949"/>
            <a:ext cx="2205612"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rgbClr val="86D1D8"/>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122" name="Google Shape;122;p36"/>
          <p:cNvSpPr/>
          <p:nvPr>
            <p:ph idx="2" type="pic"/>
          </p:nvPr>
        </p:nvSpPr>
        <p:spPr>
          <a:xfrm>
            <a:off x="489475" y="2209800"/>
            <a:ext cx="2205612" cy="1524000"/>
          </a:xfrm>
          <a:prstGeom prst="roundRect">
            <a:avLst>
              <a:gd fmla="val 1858" name="adj"/>
            </a:avLst>
          </a:prstGeom>
          <a:noFill/>
          <a:ln>
            <a:noFill/>
          </a:ln>
          <a:effectLst>
            <a:outerShdw blurRad="50800" rotWithShape="0" algn="tl" dir="5400000" dist="50800">
              <a:srgbClr val="000000">
                <a:alpha val="42745"/>
              </a:srgbClr>
            </a:outerShdw>
          </a:effectLst>
        </p:spPr>
      </p:sp>
      <p:sp>
        <p:nvSpPr>
          <p:cNvPr id="123" name="Google Shape;123;p36"/>
          <p:cNvSpPr txBox="1"/>
          <p:nvPr>
            <p:ph idx="3" type="body"/>
          </p:nvPr>
        </p:nvSpPr>
        <p:spPr>
          <a:xfrm>
            <a:off x="489475" y="4827212"/>
            <a:ext cx="2205612" cy="659189"/>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124" name="Google Shape;124;p36"/>
          <p:cNvSpPr txBox="1"/>
          <p:nvPr>
            <p:ph idx="4" type="body"/>
          </p:nvPr>
        </p:nvSpPr>
        <p:spPr>
          <a:xfrm>
            <a:off x="2917792" y="4250949"/>
            <a:ext cx="2198466"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rgbClr val="86D1D8"/>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125" name="Google Shape;125;p36"/>
          <p:cNvSpPr/>
          <p:nvPr>
            <p:ph idx="5" type="pic"/>
          </p:nvPr>
        </p:nvSpPr>
        <p:spPr>
          <a:xfrm>
            <a:off x="2917791" y="2209800"/>
            <a:ext cx="2198466" cy="1524000"/>
          </a:xfrm>
          <a:prstGeom prst="roundRect">
            <a:avLst>
              <a:gd fmla="val 1858" name="adj"/>
            </a:avLst>
          </a:prstGeom>
          <a:noFill/>
          <a:ln>
            <a:noFill/>
          </a:ln>
          <a:effectLst>
            <a:outerShdw blurRad="50800" rotWithShape="0" algn="tl" dir="5400000" dist="50800">
              <a:srgbClr val="000000">
                <a:alpha val="42745"/>
              </a:srgbClr>
            </a:outerShdw>
          </a:effectLst>
        </p:spPr>
      </p:sp>
      <p:sp>
        <p:nvSpPr>
          <p:cNvPr id="126" name="Google Shape;126;p36"/>
          <p:cNvSpPr txBox="1"/>
          <p:nvPr>
            <p:ph idx="6" type="body"/>
          </p:nvPr>
        </p:nvSpPr>
        <p:spPr>
          <a:xfrm>
            <a:off x="2916776" y="4827211"/>
            <a:ext cx="2201378" cy="659189"/>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127" name="Google Shape;127;p36"/>
          <p:cNvSpPr txBox="1"/>
          <p:nvPr>
            <p:ph idx="7" type="body"/>
          </p:nvPr>
        </p:nvSpPr>
        <p:spPr>
          <a:xfrm>
            <a:off x="5344917" y="4250949"/>
            <a:ext cx="2199658"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rgbClr val="86D1D8"/>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128" name="Google Shape;128;p36"/>
          <p:cNvSpPr/>
          <p:nvPr>
            <p:ph idx="8" type="pic"/>
          </p:nvPr>
        </p:nvSpPr>
        <p:spPr>
          <a:xfrm>
            <a:off x="5344916" y="2209800"/>
            <a:ext cx="2199658" cy="1524000"/>
          </a:xfrm>
          <a:prstGeom prst="roundRect">
            <a:avLst>
              <a:gd fmla="val 1858" name="adj"/>
            </a:avLst>
          </a:prstGeom>
          <a:noFill/>
          <a:ln>
            <a:noFill/>
          </a:ln>
          <a:effectLst>
            <a:outerShdw blurRad="50800" rotWithShape="0" algn="tl" dir="5400000" dist="50800">
              <a:srgbClr val="000000">
                <a:alpha val="42745"/>
              </a:srgbClr>
            </a:outerShdw>
          </a:effectLst>
        </p:spPr>
      </p:sp>
      <p:sp>
        <p:nvSpPr>
          <p:cNvPr id="129" name="Google Shape;129;p36"/>
          <p:cNvSpPr txBox="1"/>
          <p:nvPr>
            <p:ph idx="9" type="body"/>
          </p:nvPr>
        </p:nvSpPr>
        <p:spPr>
          <a:xfrm>
            <a:off x="5344824" y="4827209"/>
            <a:ext cx="2202571" cy="659189"/>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cxnSp>
        <p:nvCxnSpPr>
          <p:cNvPr id="130" name="Google Shape;130;p36"/>
          <p:cNvCxnSpPr/>
          <p:nvPr/>
        </p:nvCxnSpPr>
        <p:spPr>
          <a:xfrm>
            <a:off x="2795334" y="2133600"/>
            <a:ext cx="0" cy="3962400"/>
          </a:xfrm>
          <a:prstGeom prst="straightConnector1">
            <a:avLst/>
          </a:prstGeom>
          <a:noFill/>
          <a:ln cap="flat" cmpd="sng" w="12700">
            <a:solidFill>
              <a:srgbClr val="86D1D8">
                <a:alpha val="40000"/>
              </a:srgbClr>
            </a:solidFill>
            <a:prstDash val="solid"/>
            <a:round/>
            <a:headEnd len="sm" w="sm" type="none"/>
            <a:tailEnd len="sm" w="sm" type="none"/>
          </a:ln>
        </p:spPr>
      </p:cxnSp>
      <p:cxnSp>
        <p:nvCxnSpPr>
          <p:cNvPr id="131" name="Google Shape;131;p36"/>
          <p:cNvCxnSpPr/>
          <p:nvPr/>
        </p:nvCxnSpPr>
        <p:spPr>
          <a:xfrm>
            <a:off x="5223030" y="2133600"/>
            <a:ext cx="0" cy="3966882"/>
          </a:xfrm>
          <a:prstGeom prst="straightConnector1">
            <a:avLst/>
          </a:prstGeom>
          <a:noFill/>
          <a:ln cap="flat" cmpd="sng" w="12700">
            <a:solidFill>
              <a:srgbClr val="86D1D8">
                <a:alpha val="40000"/>
              </a:srgbClr>
            </a:solidFill>
            <a:prstDash val="solid"/>
            <a:round/>
            <a:headEnd len="sm" w="sm" type="none"/>
            <a:tailEnd len="sm" w="sm" type="none"/>
          </a:ln>
        </p:spPr>
      </p:cxnSp>
      <p:sp>
        <p:nvSpPr>
          <p:cNvPr id="132" name="Google Shape;132;p36"/>
          <p:cNvSpPr txBox="1"/>
          <p:nvPr>
            <p:ph idx="10" type="dt"/>
          </p:nvPr>
        </p:nvSpPr>
        <p:spPr>
          <a:xfrm rot="5400000">
            <a:off x="7494989" y="1828771"/>
            <a:ext cx="990599" cy="22865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3" name="Google Shape;133;p36"/>
          <p:cNvSpPr txBox="1"/>
          <p:nvPr>
            <p:ph idx="11" type="ftr"/>
          </p:nvPr>
        </p:nvSpPr>
        <p:spPr>
          <a:xfrm rot="5400000">
            <a:off x="6233335" y="3263371"/>
            <a:ext cx="3859795" cy="22866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4" name="Google Shape;134;p36"/>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35" name="Shape 135"/>
        <p:cNvGrpSpPr/>
        <p:nvPr/>
      </p:nvGrpSpPr>
      <p:grpSpPr>
        <a:xfrm>
          <a:off x="0" y="0"/>
          <a:ext cx="0" cy="0"/>
          <a:chOff x="0" y="0"/>
          <a:chExt cx="0" cy="0"/>
        </a:xfrm>
      </p:grpSpPr>
      <p:sp>
        <p:nvSpPr>
          <p:cNvPr id="136" name="Google Shape;136;p37"/>
          <p:cNvSpPr txBox="1"/>
          <p:nvPr>
            <p:ph type="title"/>
          </p:nvPr>
        </p:nvSpPr>
        <p:spPr>
          <a:xfrm>
            <a:off x="484710" y="452718"/>
            <a:ext cx="7055380" cy="140053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7" name="Google Shape;137;p37"/>
          <p:cNvSpPr txBox="1"/>
          <p:nvPr>
            <p:ph idx="1" type="body"/>
          </p:nvPr>
        </p:nvSpPr>
        <p:spPr>
          <a:xfrm rot="5400000">
            <a:off x="2085787" y="794839"/>
            <a:ext cx="4195481" cy="6711654"/>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38" name="Google Shape;138;p37"/>
          <p:cNvSpPr txBox="1"/>
          <p:nvPr>
            <p:ph idx="10" type="dt"/>
          </p:nvPr>
        </p:nvSpPr>
        <p:spPr>
          <a:xfrm rot="5400000">
            <a:off x="7494989" y="1828771"/>
            <a:ext cx="990599" cy="22865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9" name="Google Shape;139;p37"/>
          <p:cNvSpPr txBox="1"/>
          <p:nvPr>
            <p:ph idx="11" type="ftr"/>
          </p:nvPr>
        </p:nvSpPr>
        <p:spPr>
          <a:xfrm rot="5400000">
            <a:off x="6233335" y="3263371"/>
            <a:ext cx="3859795" cy="22866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0" name="Google Shape;140;p37"/>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41" name="Shape 141"/>
        <p:cNvGrpSpPr/>
        <p:nvPr/>
      </p:nvGrpSpPr>
      <p:grpSpPr>
        <a:xfrm>
          <a:off x="0" y="0"/>
          <a:ext cx="0" cy="0"/>
          <a:chOff x="0" y="0"/>
          <a:chExt cx="0" cy="0"/>
        </a:xfrm>
      </p:grpSpPr>
      <p:sp>
        <p:nvSpPr>
          <p:cNvPr id="142" name="Google Shape;142;p38"/>
          <p:cNvSpPr txBox="1"/>
          <p:nvPr>
            <p:ph type="title"/>
          </p:nvPr>
        </p:nvSpPr>
        <p:spPr>
          <a:xfrm rot="5400000">
            <a:off x="3974116" y="2685880"/>
            <a:ext cx="5826125" cy="1314793"/>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3" name="Google Shape;143;p38"/>
          <p:cNvSpPr txBox="1"/>
          <p:nvPr>
            <p:ph idx="1" type="body"/>
          </p:nvPr>
        </p:nvSpPr>
        <p:spPr>
          <a:xfrm rot="5400000">
            <a:off x="532314" y="730366"/>
            <a:ext cx="5483134" cy="5568812"/>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44" name="Google Shape;144;p38"/>
          <p:cNvSpPr txBox="1"/>
          <p:nvPr>
            <p:ph idx="10" type="dt"/>
          </p:nvPr>
        </p:nvSpPr>
        <p:spPr>
          <a:xfrm rot="5400000">
            <a:off x="7494989" y="1828771"/>
            <a:ext cx="990599" cy="22865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5" name="Google Shape;145;p38"/>
          <p:cNvSpPr txBox="1"/>
          <p:nvPr>
            <p:ph idx="11" type="ftr"/>
          </p:nvPr>
        </p:nvSpPr>
        <p:spPr>
          <a:xfrm rot="5400000">
            <a:off x="6233335" y="3263371"/>
            <a:ext cx="3859795" cy="22866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6" name="Google Shape;146;p38"/>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6.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theme" Target="../theme/theme1.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
        <p:nvSpPr>
          <p:cNvPr id="10" name="Google Shape;10;p21"/>
          <p:cNvSpPr/>
          <p:nvPr/>
        </p:nvSpPr>
        <p:spPr>
          <a:xfrm>
            <a:off x="6299432" y="1676400"/>
            <a:ext cx="2819400" cy="2819400"/>
          </a:xfrm>
          <a:prstGeom prst="ellipse">
            <a:avLst/>
          </a:prstGeom>
          <a:gradFill>
            <a:gsLst>
              <a:gs pos="0">
                <a:srgbClr val="4CB9C3">
                  <a:alpha val="6666"/>
                </a:srgbClr>
              </a:gs>
              <a:gs pos="36000">
                <a:srgbClr val="4CB9C3">
                  <a:alpha val="5882"/>
                </a:srgbClr>
              </a:gs>
              <a:gs pos="69000">
                <a:srgbClr val="4CB9C3">
                  <a:alpha val="0"/>
                </a:srgbClr>
              </a:gs>
              <a:gs pos="100000">
                <a:srgbClr val="4CB9C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1"/>
          <p:cNvSpPr/>
          <p:nvPr/>
        </p:nvSpPr>
        <p:spPr>
          <a:xfrm>
            <a:off x="5689832" y="-457200"/>
            <a:ext cx="1600200" cy="1600200"/>
          </a:xfrm>
          <a:prstGeom prst="ellipse">
            <a:avLst/>
          </a:prstGeom>
          <a:gradFill>
            <a:gsLst>
              <a:gs pos="0">
                <a:srgbClr val="4CB9C3">
                  <a:alpha val="13725"/>
                </a:srgbClr>
              </a:gs>
              <a:gs pos="36000">
                <a:srgbClr val="4CB9C3">
                  <a:alpha val="6666"/>
                </a:srgbClr>
              </a:gs>
              <a:gs pos="73000">
                <a:srgbClr val="4CB9C3">
                  <a:alpha val="0"/>
                </a:srgbClr>
              </a:gs>
              <a:gs pos="100000">
                <a:srgbClr val="4CB9C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1"/>
          <p:cNvSpPr/>
          <p:nvPr/>
        </p:nvSpPr>
        <p:spPr>
          <a:xfrm>
            <a:off x="6299432" y="6096000"/>
            <a:ext cx="990600" cy="990600"/>
          </a:xfrm>
          <a:prstGeom prst="ellipse">
            <a:avLst/>
          </a:prstGeom>
          <a:gradFill>
            <a:gsLst>
              <a:gs pos="0">
                <a:srgbClr val="4CB9C3">
                  <a:alpha val="8627"/>
                </a:srgbClr>
              </a:gs>
              <a:gs pos="36000">
                <a:srgbClr val="4CB9C3">
                  <a:alpha val="4705"/>
                </a:srgbClr>
              </a:gs>
              <a:gs pos="66000">
                <a:srgbClr val="4CB9C3">
                  <a:alpha val="0"/>
                </a:srgbClr>
              </a:gs>
              <a:gs pos="100000">
                <a:srgbClr val="4CB9C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1"/>
          <p:cNvSpPr/>
          <p:nvPr/>
        </p:nvSpPr>
        <p:spPr>
          <a:xfrm>
            <a:off x="-153988" y="2667000"/>
            <a:ext cx="4191000" cy="4191000"/>
          </a:xfrm>
          <a:prstGeom prst="ellipse">
            <a:avLst/>
          </a:prstGeom>
          <a:gradFill>
            <a:gsLst>
              <a:gs pos="0">
                <a:srgbClr val="4CB9C3">
                  <a:alpha val="10980"/>
                </a:srgbClr>
              </a:gs>
              <a:gs pos="36000">
                <a:srgbClr val="4CB9C3">
                  <a:alpha val="9803"/>
                </a:srgbClr>
              </a:gs>
              <a:gs pos="75000">
                <a:srgbClr val="4CB9C3">
                  <a:alpha val="0"/>
                </a:srgbClr>
              </a:gs>
              <a:gs pos="100000">
                <a:srgbClr val="4CB9C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1"/>
          <p:cNvSpPr/>
          <p:nvPr/>
        </p:nvSpPr>
        <p:spPr>
          <a:xfrm>
            <a:off x="-839788" y="2895600"/>
            <a:ext cx="2362200" cy="2362200"/>
          </a:xfrm>
          <a:prstGeom prst="ellipse">
            <a:avLst/>
          </a:prstGeom>
          <a:gradFill>
            <a:gsLst>
              <a:gs pos="0">
                <a:srgbClr val="4CB9C3">
                  <a:alpha val="7843"/>
                </a:srgbClr>
              </a:gs>
              <a:gs pos="36000">
                <a:srgbClr val="4CB9C3">
                  <a:alpha val="7843"/>
                </a:srgbClr>
              </a:gs>
              <a:gs pos="72000">
                <a:srgbClr val="4CB9C3">
                  <a:alpha val="0"/>
                </a:srgbClr>
              </a:gs>
              <a:gs pos="100000">
                <a:srgbClr val="4CB9C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1"/>
          <p:cNvSpPr/>
          <p:nvPr/>
        </p:nvSpPr>
        <p:spPr>
          <a:xfrm>
            <a:off x="7745644" y="0"/>
            <a:ext cx="685800" cy="1099458"/>
          </a:xfrm>
          <a:prstGeom prst="rect">
            <a:avLst/>
          </a:prstGeom>
          <a:solidFill>
            <a:schemeClr val="accent1"/>
          </a:solidFill>
          <a:ln>
            <a:noFill/>
          </a:ln>
          <a:effectLst>
            <a:outerShdw blurRad="38100" rotWithShape="0" dir="5400000" dist="25400">
              <a:srgbClr val="000000">
                <a:alpha val="4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1"/>
          <p:cNvSpPr txBox="1"/>
          <p:nvPr>
            <p:ph type="title"/>
          </p:nvPr>
        </p:nvSpPr>
        <p:spPr>
          <a:xfrm>
            <a:off x="484710" y="452718"/>
            <a:ext cx="7055380" cy="140053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chemeClr val="lt2"/>
              </a:buClr>
              <a:buSzPts val="4200"/>
              <a:buFont typeface="Century Gothic"/>
              <a:buNone/>
              <a:defRPr b="0" i="0" sz="4200" u="none" cap="none" strike="noStrike">
                <a:solidFill>
                  <a:schemeClr val="lt2"/>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lt2"/>
                </a:solidFill>
              </a:defRPr>
            </a:lvl2pPr>
            <a:lvl3pPr lvl="2" marR="0" rtl="0" algn="l">
              <a:spcBef>
                <a:spcPts val="0"/>
              </a:spcBef>
              <a:spcAft>
                <a:spcPts val="0"/>
              </a:spcAft>
              <a:buSzPts val="1400"/>
              <a:buNone/>
              <a:defRPr b="0" i="0" sz="1800" u="none" cap="none" strike="noStrike">
                <a:solidFill>
                  <a:schemeClr val="lt2"/>
                </a:solidFill>
              </a:defRPr>
            </a:lvl3pPr>
            <a:lvl4pPr lvl="3" marR="0" rtl="0" algn="l">
              <a:spcBef>
                <a:spcPts val="0"/>
              </a:spcBef>
              <a:spcAft>
                <a:spcPts val="0"/>
              </a:spcAft>
              <a:buSzPts val="1400"/>
              <a:buNone/>
              <a:defRPr b="0" i="0" sz="1800" u="none" cap="none" strike="noStrike">
                <a:solidFill>
                  <a:schemeClr val="lt2"/>
                </a:solidFill>
              </a:defRPr>
            </a:lvl4pPr>
            <a:lvl5pPr lvl="4" marR="0" rtl="0" algn="l">
              <a:spcBef>
                <a:spcPts val="0"/>
              </a:spcBef>
              <a:spcAft>
                <a:spcPts val="0"/>
              </a:spcAft>
              <a:buSzPts val="1400"/>
              <a:buNone/>
              <a:defRPr b="0" i="0" sz="1800" u="none" cap="none" strike="noStrike">
                <a:solidFill>
                  <a:schemeClr val="lt2"/>
                </a:solidFill>
              </a:defRPr>
            </a:lvl5pPr>
            <a:lvl6pPr lvl="5" marR="0" rtl="0" algn="l">
              <a:spcBef>
                <a:spcPts val="0"/>
              </a:spcBef>
              <a:spcAft>
                <a:spcPts val="0"/>
              </a:spcAft>
              <a:buSzPts val="1400"/>
              <a:buNone/>
              <a:defRPr b="0" i="0" sz="1800" u="none" cap="none" strike="noStrike">
                <a:solidFill>
                  <a:schemeClr val="lt2"/>
                </a:solidFill>
              </a:defRPr>
            </a:lvl6pPr>
            <a:lvl7pPr lvl="6" marR="0" rtl="0" algn="l">
              <a:spcBef>
                <a:spcPts val="0"/>
              </a:spcBef>
              <a:spcAft>
                <a:spcPts val="0"/>
              </a:spcAft>
              <a:buSzPts val="1400"/>
              <a:buNone/>
              <a:defRPr b="0" i="0" sz="1800" u="none" cap="none" strike="noStrike">
                <a:solidFill>
                  <a:schemeClr val="lt2"/>
                </a:solidFill>
              </a:defRPr>
            </a:lvl7pPr>
            <a:lvl8pPr lvl="7" marR="0" rtl="0" algn="l">
              <a:spcBef>
                <a:spcPts val="0"/>
              </a:spcBef>
              <a:spcAft>
                <a:spcPts val="0"/>
              </a:spcAft>
              <a:buSzPts val="1400"/>
              <a:buNone/>
              <a:defRPr b="0" i="0" sz="1800" u="none" cap="none" strike="noStrike">
                <a:solidFill>
                  <a:schemeClr val="lt2"/>
                </a:solidFill>
              </a:defRPr>
            </a:lvl8pPr>
            <a:lvl9pPr lvl="8" marR="0" rtl="0" algn="l">
              <a:spcBef>
                <a:spcPts val="0"/>
              </a:spcBef>
              <a:spcAft>
                <a:spcPts val="0"/>
              </a:spcAft>
              <a:buSzPts val="1400"/>
              <a:buNone/>
              <a:defRPr b="0" i="0" sz="1800" u="none" cap="none" strike="noStrike">
                <a:solidFill>
                  <a:schemeClr val="lt2"/>
                </a:solidFill>
              </a:defRPr>
            </a:lvl9pPr>
          </a:lstStyle>
          <a:p/>
        </p:txBody>
      </p:sp>
      <p:sp>
        <p:nvSpPr>
          <p:cNvPr id="17" name="Google Shape;17;p21"/>
          <p:cNvSpPr txBox="1"/>
          <p:nvPr>
            <p:ph idx="1" type="body"/>
          </p:nvPr>
        </p:nvSpPr>
        <p:spPr>
          <a:xfrm>
            <a:off x="827700" y="2052925"/>
            <a:ext cx="6711654" cy="4195481"/>
          </a:xfrm>
          <a:prstGeom prst="rect">
            <a:avLst/>
          </a:prstGeom>
          <a:noFill/>
          <a:ln>
            <a:noFill/>
          </a:ln>
        </p:spPr>
        <p:txBody>
          <a:bodyPr anchorCtr="0" anchor="t" bIns="45700" lIns="91425" spcFirstLastPara="1" rIns="91425" wrap="square" tIns="45700">
            <a:normAutofit/>
          </a:bodyPr>
          <a:lstStyle>
            <a:lvl1pPr indent="-330200" lvl="0" marL="457200" marR="0" rtl="0" algn="l">
              <a:spcBef>
                <a:spcPts val="1000"/>
              </a:spcBef>
              <a:spcAft>
                <a:spcPts val="0"/>
              </a:spcAft>
              <a:buClr>
                <a:srgbClr val="86D1D8"/>
              </a:buClr>
              <a:buSzPts val="1600"/>
              <a:buFont typeface="Noto Sans Symbols"/>
              <a:buChar char="►"/>
              <a:defRPr b="0" i="0" sz="2000" u="none" cap="none" strike="noStrike">
                <a:solidFill>
                  <a:schemeClr val="lt1"/>
                </a:solidFill>
                <a:latin typeface="Century Gothic"/>
                <a:ea typeface="Century Gothic"/>
                <a:cs typeface="Century Gothic"/>
                <a:sym typeface="Century Gothic"/>
              </a:defRPr>
            </a:lvl1pPr>
            <a:lvl2pPr indent="-320040" lvl="1" marL="914400" marR="0" rtl="0" algn="l">
              <a:spcBef>
                <a:spcPts val="1000"/>
              </a:spcBef>
              <a:spcAft>
                <a:spcPts val="0"/>
              </a:spcAft>
              <a:buClr>
                <a:srgbClr val="86D1D8"/>
              </a:buClr>
              <a:buSzPts val="1440"/>
              <a:buFont typeface="Noto Sans Symbols"/>
              <a:buChar char="►"/>
              <a:defRPr b="0" i="0" sz="1800" u="none" cap="none" strike="noStrike">
                <a:solidFill>
                  <a:schemeClr val="lt1"/>
                </a:solidFill>
                <a:latin typeface="Century Gothic"/>
                <a:ea typeface="Century Gothic"/>
                <a:cs typeface="Century Gothic"/>
                <a:sym typeface="Century Gothic"/>
              </a:defRPr>
            </a:lvl2pPr>
            <a:lvl3pPr indent="-309880" lvl="2" marL="1371600" marR="0" rtl="0" algn="l">
              <a:spcBef>
                <a:spcPts val="1000"/>
              </a:spcBef>
              <a:spcAft>
                <a:spcPts val="0"/>
              </a:spcAft>
              <a:buClr>
                <a:srgbClr val="86D1D8"/>
              </a:buClr>
              <a:buSzPts val="1280"/>
              <a:buFont typeface="Noto Sans Symbols"/>
              <a:buChar char="►"/>
              <a:defRPr b="0" i="0" sz="1600" u="none" cap="none" strike="noStrike">
                <a:solidFill>
                  <a:schemeClr val="lt1"/>
                </a:solidFill>
                <a:latin typeface="Century Gothic"/>
                <a:ea typeface="Century Gothic"/>
                <a:cs typeface="Century Gothic"/>
                <a:sym typeface="Century Gothic"/>
              </a:defRPr>
            </a:lvl3pPr>
            <a:lvl4pPr indent="-299719" lvl="3" marL="1828800" marR="0" rtl="0" algn="l">
              <a:spcBef>
                <a:spcPts val="1000"/>
              </a:spcBef>
              <a:spcAft>
                <a:spcPts val="0"/>
              </a:spcAft>
              <a:buClr>
                <a:srgbClr val="86D1D8"/>
              </a:buClr>
              <a:buSzPts val="1120"/>
              <a:buFont typeface="Noto Sans Symbols"/>
              <a:buChar char="►"/>
              <a:defRPr b="0" i="0" sz="1400" u="none" cap="none" strike="noStrike">
                <a:solidFill>
                  <a:schemeClr val="lt1"/>
                </a:solidFill>
                <a:latin typeface="Century Gothic"/>
                <a:ea typeface="Century Gothic"/>
                <a:cs typeface="Century Gothic"/>
                <a:sym typeface="Century Gothic"/>
              </a:defRPr>
            </a:lvl4pPr>
            <a:lvl5pPr indent="-299720" lvl="4" marL="2286000" marR="0" rtl="0" algn="l">
              <a:spcBef>
                <a:spcPts val="1000"/>
              </a:spcBef>
              <a:spcAft>
                <a:spcPts val="0"/>
              </a:spcAft>
              <a:buClr>
                <a:srgbClr val="86D1D8"/>
              </a:buClr>
              <a:buSzPts val="1120"/>
              <a:buFont typeface="Noto Sans Symbols"/>
              <a:buChar char="►"/>
              <a:defRPr b="0" i="0" sz="1400" u="none" cap="none" strike="noStrike">
                <a:solidFill>
                  <a:schemeClr val="lt1"/>
                </a:solidFill>
                <a:latin typeface="Century Gothic"/>
                <a:ea typeface="Century Gothic"/>
                <a:cs typeface="Century Gothic"/>
                <a:sym typeface="Century Gothic"/>
              </a:defRPr>
            </a:lvl5pPr>
            <a:lvl6pPr indent="-299720" lvl="5" marL="2743200" marR="0" rtl="0" algn="l">
              <a:spcBef>
                <a:spcPts val="1000"/>
              </a:spcBef>
              <a:spcAft>
                <a:spcPts val="0"/>
              </a:spcAft>
              <a:buClr>
                <a:srgbClr val="86D1D8"/>
              </a:buClr>
              <a:buSzPts val="1120"/>
              <a:buFont typeface="Noto Sans Symbols"/>
              <a:buChar char="►"/>
              <a:defRPr b="0" i="0" sz="1400" u="none" cap="none" strike="noStrike">
                <a:solidFill>
                  <a:schemeClr val="lt1"/>
                </a:solidFill>
                <a:latin typeface="Century Gothic"/>
                <a:ea typeface="Century Gothic"/>
                <a:cs typeface="Century Gothic"/>
                <a:sym typeface="Century Gothic"/>
              </a:defRPr>
            </a:lvl6pPr>
            <a:lvl7pPr indent="-299720" lvl="6" marL="3200400" marR="0" rtl="0" algn="l">
              <a:spcBef>
                <a:spcPts val="1000"/>
              </a:spcBef>
              <a:spcAft>
                <a:spcPts val="0"/>
              </a:spcAft>
              <a:buClr>
                <a:srgbClr val="86D1D8"/>
              </a:buClr>
              <a:buSzPts val="1120"/>
              <a:buFont typeface="Noto Sans Symbols"/>
              <a:buChar char="►"/>
              <a:defRPr b="0" i="0" sz="1400" u="none" cap="none" strike="noStrike">
                <a:solidFill>
                  <a:schemeClr val="lt1"/>
                </a:solidFill>
                <a:latin typeface="Century Gothic"/>
                <a:ea typeface="Century Gothic"/>
                <a:cs typeface="Century Gothic"/>
                <a:sym typeface="Century Gothic"/>
              </a:defRPr>
            </a:lvl7pPr>
            <a:lvl8pPr indent="-299720" lvl="7" marL="3657600" marR="0" rtl="0" algn="l">
              <a:spcBef>
                <a:spcPts val="1000"/>
              </a:spcBef>
              <a:spcAft>
                <a:spcPts val="0"/>
              </a:spcAft>
              <a:buClr>
                <a:srgbClr val="86D1D8"/>
              </a:buClr>
              <a:buSzPts val="1120"/>
              <a:buFont typeface="Noto Sans Symbols"/>
              <a:buChar char="►"/>
              <a:defRPr b="0" i="0" sz="1400" u="none" cap="none" strike="noStrike">
                <a:solidFill>
                  <a:schemeClr val="lt1"/>
                </a:solidFill>
                <a:latin typeface="Century Gothic"/>
                <a:ea typeface="Century Gothic"/>
                <a:cs typeface="Century Gothic"/>
                <a:sym typeface="Century Gothic"/>
              </a:defRPr>
            </a:lvl8pPr>
            <a:lvl9pPr indent="-299720" lvl="8" marL="4114800" marR="0" rtl="0" algn="l">
              <a:spcBef>
                <a:spcPts val="1000"/>
              </a:spcBef>
              <a:spcAft>
                <a:spcPts val="0"/>
              </a:spcAft>
              <a:buClr>
                <a:srgbClr val="86D1D8"/>
              </a:buClr>
              <a:buSzPts val="1120"/>
              <a:buFont typeface="Noto Sans Symbols"/>
              <a:buChar char="►"/>
              <a:defRPr b="0" i="0" sz="1400" u="none" cap="none" strike="noStrike">
                <a:solidFill>
                  <a:schemeClr val="lt1"/>
                </a:solidFill>
                <a:latin typeface="Century Gothic"/>
                <a:ea typeface="Century Gothic"/>
                <a:cs typeface="Century Gothic"/>
                <a:sym typeface="Century Gothic"/>
              </a:defRPr>
            </a:lvl9pPr>
          </a:lstStyle>
          <a:p/>
        </p:txBody>
      </p:sp>
      <p:sp>
        <p:nvSpPr>
          <p:cNvPr id="18" name="Google Shape;18;p21"/>
          <p:cNvSpPr txBox="1"/>
          <p:nvPr>
            <p:ph idx="10" type="dt"/>
          </p:nvPr>
        </p:nvSpPr>
        <p:spPr>
          <a:xfrm rot="5400000">
            <a:off x="7494989" y="1828771"/>
            <a:ext cx="990599" cy="228659"/>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100" u="none" cap="none" strike="noStrike">
                <a:solidFill>
                  <a:schemeClr val="lt1"/>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9pPr>
          </a:lstStyle>
          <a:p/>
        </p:txBody>
      </p:sp>
      <p:sp>
        <p:nvSpPr>
          <p:cNvPr id="19" name="Google Shape;19;p21"/>
          <p:cNvSpPr txBox="1"/>
          <p:nvPr>
            <p:ph idx="11" type="ftr"/>
          </p:nvPr>
        </p:nvSpPr>
        <p:spPr>
          <a:xfrm rot="5400000">
            <a:off x="6233335" y="3263371"/>
            <a:ext cx="3859795" cy="22866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100" u="none" cap="none" strike="noStrike">
                <a:solidFill>
                  <a:schemeClr val="lt1"/>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9pPr>
          </a:lstStyle>
          <a:p/>
        </p:txBody>
      </p:sp>
      <p:sp>
        <p:nvSpPr>
          <p:cNvPr id="20" name="Google Shape;20;p21"/>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lvl1pPr indent="0" lvl="0" marL="0" marR="0" rtl="0" algn="ctr">
              <a:spcBef>
                <a:spcPts val="0"/>
              </a:spcBef>
              <a:buNone/>
              <a:defRPr b="0" i="0" sz="2801" u="none" cap="none" strike="noStrike">
                <a:solidFill>
                  <a:schemeClr val="lt1"/>
                </a:solidFill>
                <a:latin typeface="Century Gothic"/>
                <a:ea typeface="Century Gothic"/>
                <a:cs typeface="Century Gothic"/>
                <a:sym typeface="Century Gothic"/>
              </a:defRPr>
            </a:lvl1pPr>
            <a:lvl2pPr indent="0" lvl="1" marL="0" marR="0" rtl="0" algn="ctr">
              <a:spcBef>
                <a:spcPts val="0"/>
              </a:spcBef>
              <a:buNone/>
              <a:defRPr b="0" i="0" sz="2801" u="none" cap="none" strike="noStrike">
                <a:solidFill>
                  <a:schemeClr val="lt1"/>
                </a:solidFill>
                <a:latin typeface="Century Gothic"/>
                <a:ea typeface="Century Gothic"/>
                <a:cs typeface="Century Gothic"/>
                <a:sym typeface="Century Gothic"/>
              </a:defRPr>
            </a:lvl2pPr>
            <a:lvl3pPr indent="0" lvl="2" marL="0" marR="0" rtl="0" algn="ctr">
              <a:spcBef>
                <a:spcPts val="0"/>
              </a:spcBef>
              <a:buNone/>
              <a:defRPr b="0" i="0" sz="2801" u="none" cap="none" strike="noStrike">
                <a:solidFill>
                  <a:schemeClr val="lt1"/>
                </a:solidFill>
                <a:latin typeface="Century Gothic"/>
                <a:ea typeface="Century Gothic"/>
                <a:cs typeface="Century Gothic"/>
                <a:sym typeface="Century Gothic"/>
              </a:defRPr>
            </a:lvl3pPr>
            <a:lvl4pPr indent="0" lvl="3" marL="0" marR="0" rtl="0" algn="ctr">
              <a:spcBef>
                <a:spcPts val="0"/>
              </a:spcBef>
              <a:buNone/>
              <a:defRPr b="0" i="0" sz="2801" u="none" cap="none" strike="noStrike">
                <a:solidFill>
                  <a:schemeClr val="lt1"/>
                </a:solidFill>
                <a:latin typeface="Century Gothic"/>
                <a:ea typeface="Century Gothic"/>
                <a:cs typeface="Century Gothic"/>
                <a:sym typeface="Century Gothic"/>
              </a:defRPr>
            </a:lvl4pPr>
            <a:lvl5pPr indent="0" lvl="4" marL="0" marR="0" rtl="0" algn="ctr">
              <a:spcBef>
                <a:spcPts val="0"/>
              </a:spcBef>
              <a:buNone/>
              <a:defRPr b="0" i="0" sz="2801" u="none" cap="none" strike="noStrike">
                <a:solidFill>
                  <a:schemeClr val="lt1"/>
                </a:solidFill>
                <a:latin typeface="Century Gothic"/>
                <a:ea typeface="Century Gothic"/>
                <a:cs typeface="Century Gothic"/>
                <a:sym typeface="Century Gothic"/>
              </a:defRPr>
            </a:lvl5pPr>
            <a:lvl6pPr indent="0" lvl="5" marL="0" marR="0" rtl="0" algn="ctr">
              <a:spcBef>
                <a:spcPts val="0"/>
              </a:spcBef>
              <a:buNone/>
              <a:defRPr b="0" i="0" sz="2801" u="none" cap="none" strike="noStrike">
                <a:solidFill>
                  <a:schemeClr val="lt1"/>
                </a:solidFill>
                <a:latin typeface="Century Gothic"/>
                <a:ea typeface="Century Gothic"/>
                <a:cs typeface="Century Gothic"/>
                <a:sym typeface="Century Gothic"/>
              </a:defRPr>
            </a:lvl6pPr>
            <a:lvl7pPr indent="0" lvl="6" marL="0" marR="0" rtl="0" algn="ctr">
              <a:spcBef>
                <a:spcPts val="0"/>
              </a:spcBef>
              <a:buNone/>
              <a:defRPr b="0" i="0" sz="2801" u="none" cap="none" strike="noStrike">
                <a:solidFill>
                  <a:schemeClr val="lt1"/>
                </a:solidFill>
                <a:latin typeface="Century Gothic"/>
                <a:ea typeface="Century Gothic"/>
                <a:cs typeface="Century Gothic"/>
                <a:sym typeface="Century Gothic"/>
              </a:defRPr>
            </a:lvl7pPr>
            <a:lvl8pPr indent="0" lvl="7" marL="0" marR="0" rtl="0" algn="ctr">
              <a:spcBef>
                <a:spcPts val="0"/>
              </a:spcBef>
              <a:buNone/>
              <a:defRPr b="0" i="0" sz="2801" u="none" cap="none" strike="noStrike">
                <a:solidFill>
                  <a:schemeClr val="lt1"/>
                </a:solidFill>
                <a:latin typeface="Century Gothic"/>
                <a:ea typeface="Century Gothic"/>
                <a:cs typeface="Century Gothic"/>
                <a:sym typeface="Century Gothic"/>
              </a:defRPr>
            </a:lvl8pPr>
            <a:lvl9pPr indent="0" lvl="8" marL="0" marR="0" rtl="0" algn="ctr">
              <a:spcBef>
                <a:spcPts val="0"/>
              </a:spcBef>
              <a:buNone/>
              <a:defRPr b="0" i="0" sz="2801"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7.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4.jpg"/><Relationship Id="rId4" Type="http://schemas.openxmlformats.org/officeDocument/2006/relationships/image" Target="../media/image5.jpg"/><Relationship Id="rId5"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8.png"/><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1"/>
          <p:cNvSpPr txBox="1"/>
          <p:nvPr>
            <p:ph type="ctrTitle"/>
          </p:nvPr>
        </p:nvSpPr>
        <p:spPr>
          <a:xfrm>
            <a:off x="251520" y="3501008"/>
            <a:ext cx="8638728" cy="1276374"/>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lt2"/>
              </a:buClr>
              <a:buSzPts val="4400"/>
              <a:buFont typeface="Century Gothic"/>
              <a:buNone/>
            </a:pPr>
            <a:r>
              <a:rPr lang="en-US" sz="4400"/>
              <a:t>CSE470 – Software Engineering</a:t>
            </a:r>
            <a:endParaRPr sz="4400"/>
          </a:p>
        </p:txBody>
      </p:sp>
      <p:sp>
        <p:nvSpPr>
          <p:cNvPr id="152" name="Google Shape;152;p1"/>
          <p:cNvSpPr txBox="1"/>
          <p:nvPr>
            <p:ph idx="1" type="subTitle"/>
          </p:nvPr>
        </p:nvSpPr>
        <p:spPr>
          <a:xfrm>
            <a:off x="866442" y="4777380"/>
            <a:ext cx="6620968" cy="86142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600"/>
              <a:buNone/>
            </a:pPr>
            <a:r>
              <a:rPr lang="en-US"/>
              <a:t>SINGLETON AND ADAPTER PATTERN</a:t>
            </a:r>
            <a:endParaRPr/>
          </a:p>
        </p:txBody>
      </p:sp>
      <p:sp>
        <p:nvSpPr>
          <p:cNvPr id="153" name="Google Shape;153;p1"/>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pic>
        <p:nvPicPr>
          <p:cNvPr descr="brac.png" id="154" name="Google Shape;154;p1"/>
          <p:cNvPicPr preferRelativeResize="0"/>
          <p:nvPr/>
        </p:nvPicPr>
        <p:blipFill rotWithShape="1">
          <a:blip r:embed="rId3">
            <a:alphaModFix/>
          </a:blip>
          <a:srcRect b="0" l="0" r="0" t="0"/>
          <a:stretch/>
        </p:blipFill>
        <p:spPr>
          <a:xfrm>
            <a:off x="7772400" y="5829300"/>
            <a:ext cx="1371600" cy="10668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
          <p:cNvSpPr txBox="1"/>
          <p:nvPr>
            <p:ph type="title"/>
          </p:nvPr>
        </p:nvSpPr>
        <p:spPr>
          <a:xfrm>
            <a:off x="484710" y="452718"/>
            <a:ext cx="7055380" cy="23997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lt2"/>
              </a:buClr>
              <a:buSzPts val="4200"/>
              <a:buFont typeface="Century Gothic"/>
              <a:buNone/>
            </a:pPr>
            <a:r>
              <a:rPr lang="en-US"/>
              <a:t>Singleton Pattern</a:t>
            </a:r>
            <a:endParaRPr/>
          </a:p>
        </p:txBody>
      </p:sp>
      <p:sp>
        <p:nvSpPr>
          <p:cNvPr id="160" name="Google Shape;160;p2"/>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161" name="Google Shape;161;p2"/>
          <p:cNvSpPr txBox="1"/>
          <p:nvPr/>
        </p:nvSpPr>
        <p:spPr>
          <a:xfrm>
            <a:off x="683568" y="1469260"/>
            <a:ext cx="6408712" cy="14773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chemeClr val="lt1"/>
                </a:solidFill>
                <a:latin typeface="Century Gothic"/>
                <a:ea typeface="Century Gothic"/>
                <a:cs typeface="Century Gothic"/>
                <a:sym typeface="Century Gothic"/>
              </a:rPr>
              <a:t>public class HelpDesk{</a:t>
            </a:r>
            <a:endParaRPr/>
          </a:p>
          <a:p>
            <a:pPr indent="0" lvl="0" marL="0" marR="0" rtl="0" algn="l">
              <a:spcBef>
                <a:spcPts val="0"/>
              </a:spcBef>
              <a:spcAft>
                <a:spcPts val="0"/>
              </a:spcAft>
              <a:buNone/>
            </a:pPr>
            <a:r>
              <a:rPr lang="en-US" sz="1800">
                <a:solidFill>
                  <a:schemeClr val="lt1"/>
                </a:solidFill>
                <a:latin typeface="Century Gothic"/>
                <a:ea typeface="Century Gothic"/>
                <a:cs typeface="Century Gothic"/>
                <a:sym typeface="Century Gothic"/>
              </a:rPr>
              <a:t>    public void getService(){</a:t>
            </a:r>
            <a:endParaRPr/>
          </a:p>
          <a:p>
            <a:pPr indent="0" lvl="0" marL="0" marR="0" rtl="0" algn="l">
              <a:spcBef>
                <a:spcPts val="0"/>
              </a:spcBef>
              <a:spcAft>
                <a:spcPts val="0"/>
              </a:spcAft>
              <a:buNone/>
            </a:pPr>
            <a:r>
              <a:rPr lang="en-US" sz="1800">
                <a:solidFill>
                  <a:schemeClr val="lt1"/>
                </a:solidFill>
                <a:latin typeface="Century Gothic"/>
                <a:ea typeface="Century Gothic"/>
                <a:cs typeface="Century Gothic"/>
                <a:sym typeface="Century Gothic"/>
              </a:rPr>
              <a:t>       </a:t>
            </a:r>
            <a:r>
              <a:rPr lang="en-US" sz="1800">
                <a:solidFill>
                  <a:srgbClr val="92D050"/>
                </a:solidFill>
                <a:latin typeface="Century Gothic"/>
                <a:ea typeface="Century Gothic"/>
                <a:cs typeface="Century Gothic"/>
                <a:sym typeface="Century Gothic"/>
              </a:rPr>
              <a:t>// Implement the service</a:t>
            </a:r>
            <a:endParaRPr sz="1800">
              <a:solidFill>
                <a:srgbClr val="92D050"/>
              </a:solidFill>
              <a:latin typeface="Century Gothic"/>
              <a:ea typeface="Century Gothic"/>
              <a:cs typeface="Century Gothic"/>
              <a:sym typeface="Century Gothic"/>
            </a:endParaRPr>
          </a:p>
          <a:p>
            <a:pPr indent="0" lvl="0" marL="0" marR="0" rtl="0" algn="l">
              <a:spcBef>
                <a:spcPts val="0"/>
              </a:spcBef>
              <a:spcAft>
                <a:spcPts val="0"/>
              </a:spcAft>
              <a:buNone/>
            </a:pPr>
            <a:r>
              <a:rPr lang="en-US" sz="1800">
                <a:solidFill>
                  <a:schemeClr val="lt1"/>
                </a:solidFill>
                <a:latin typeface="Century Gothic"/>
                <a:ea typeface="Century Gothic"/>
                <a:cs typeface="Century Gothic"/>
                <a:sym typeface="Century Gothic"/>
              </a:rPr>
              <a:t>    }</a:t>
            </a:r>
            <a:endParaRPr sz="1800">
              <a:solidFill>
                <a:schemeClr val="lt1"/>
              </a:solidFill>
              <a:latin typeface="Century Gothic"/>
              <a:ea typeface="Century Gothic"/>
              <a:cs typeface="Century Gothic"/>
              <a:sym typeface="Century Gothic"/>
            </a:endParaRPr>
          </a:p>
          <a:p>
            <a:pPr indent="0" lvl="0" marL="0" marR="0" rtl="0" algn="l">
              <a:spcBef>
                <a:spcPts val="0"/>
              </a:spcBef>
              <a:spcAft>
                <a:spcPts val="0"/>
              </a:spcAft>
              <a:buNone/>
            </a:pPr>
            <a:r>
              <a:rPr lang="en-US" sz="1800">
                <a:solidFill>
                  <a:schemeClr val="lt1"/>
                </a:solidFill>
                <a:latin typeface="Century Gothic"/>
                <a:ea typeface="Century Gothic"/>
                <a:cs typeface="Century Gothic"/>
                <a:sym typeface="Century Gothic"/>
              </a:rPr>
              <a:t>}</a:t>
            </a:r>
            <a:endParaRPr sz="1800">
              <a:solidFill>
                <a:schemeClr val="lt1"/>
              </a:solidFill>
              <a:latin typeface="Century Gothic"/>
              <a:ea typeface="Century Gothic"/>
              <a:cs typeface="Century Gothic"/>
              <a:sym typeface="Century Gothic"/>
            </a:endParaRPr>
          </a:p>
        </p:txBody>
      </p:sp>
      <p:sp>
        <p:nvSpPr>
          <p:cNvPr id="162" name="Google Shape;162;p2"/>
          <p:cNvSpPr txBox="1"/>
          <p:nvPr/>
        </p:nvSpPr>
        <p:spPr>
          <a:xfrm>
            <a:off x="2915816" y="2996952"/>
            <a:ext cx="6408712"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lt1"/>
                </a:solidFill>
                <a:latin typeface="Century Gothic"/>
                <a:ea typeface="Century Gothic"/>
                <a:cs typeface="Century Gothic"/>
                <a:sym typeface="Century Gothic"/>
              </a:rPr>
              <a:t>public class Student{</a:t>
            </a:r>
            <a:endParaRPr/>
          </a:p>
          <a:p>
            <a:pPr indent="0" lvl="0" marL="0" marR="0" rtl="0" algn="l">
              <a:spcBef>
                <a:spcPts val="0"/>
              </a:spcBef>
              <a:spcAft>
                <a:spcPts val="0"/>
              </a:spcAft>
              <a:buNone/>
            </a:pPr>
            <a:r>
              <a:rPr lang="en-US" sz="1800">
                <a:solidFill>
                  <a:schemeClr val="lt1"/>
                </a:solidFill>
                <a:latin typeface="Century Gothic"/>
                <a:ea typeface="Century Gothic"/>
                <a:cs typeface="Century Gothic"/>
                <a:sym typeface="Century Gothic"/>
              </a:rPr>
              <a:t>	HelpDesk hd = new HelpDesk();</a:t>
            </a:r>
            <a:endParaRPr/>
          </a:p>
          <a:p>
            <a:pPr indent="0" lvl="0" marL="0" marR="0" rtl="0" algn="l">
              <a:spcBef>
                <a:spcPts val="0"/>
              </a:spcBef>
              <a:spcAft>
                <a:spcPts val="0"/>
              </a:spcAft>
              <a:buNone/>
            </a:pPr>
            <a:r>
              <a:rPr lang="en-US" sz="1800">
                <a:solidFill>
                  <a:schemeClr val="lt1"/>
                </a:solidFill>
                <a:latin typeface="Century Gothic"/>
                <a:ea typeface="Century Gothic"/>
                <a:cs typeface="Century Gothic"/>
                <a:sym typeface="Century Gothic"/>
              </a:rPr>
              <a:t>       hd.getService();</a:t>
            </a:r>
            <a:endParaRPr/>
          </a:p>
          <a:p>
            <a:pPr indent="0" lvl="0" marL="0" marR="0" rtl="0" algn="l">
              <a:spcBef>
                <a:spcPts val="0"/>
              </a:spcBef>
              <a:spcAft>
                <a:spcPts val="0"/>
              </a:spcAft>
              <a:buNone/>
            </a:pPr>
            <a:r>
              <a:rPr lang="en-US" sz="1800">
                <a:solidFill>
                  <a:schemeClr val="lt1"/>
                </a:solidFill>
                <a:latin typeface="Century Gothic"/>
                <a:ea typeface="Century Gothic"/>
                <a:cs typeface="Century Gothic"/>
                <a:sym typeface="Century Gothic"/>
              </a:rPr>
              <a:t>}</a:t>
            </a:r>
            <a:endParaRPr/>
          </a:p>
        </p:txBody>
      </p:sp>
      <p:sp>
        <p:nvSpPr>
          <p:cNvPr id="163" name="Google Shape;163;p2"/>
          <p:cNvSpPr txBox="1"/>
          <p:nvPr/>
        </p:nvSpPr>
        <p:spPr>
          <a:xfrm>
            <a:off x="899592" y="4509120"/>
            <a:ext cx="6408712"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lt1"/>
                </a:solidFill>
                <a:latin typeface="Century Gothic"/>
                <a:ea typeface="Century Gothic"/>
                <a:cs typeface="Century Gothic"/>
                <a:sym typeface="Century Gothic"/>
              </a:rPr>
              <a:t>public class Teacher{</a:t>
            </a:r>
            <a:endParaRPr/>
          </a:p>
          <a:p>
            <a:pPr indent="0" lvl="0" marL="0" marR="0" rtl="0" algn="l">
              <a:spcBef>
                <a:spcPts val="0"/>
              </a:spcBef>
              <a:spcAft>
                <a:spcPts val="0"/>
              </a:spcAft>
              <a:buNone/>
            </a:pPr>
            <a:r>
              <a:rPr lang="en-US" sz="1800">
                <a:solidFill>
                  <a:schemeClr val="lt1"/>
                </a:solidFill>
                <a:latin typeface="Century Gothic"/>
                <a:ea typeface="Century Gothic"/>
                <a:cs typeface="Century Gothic"/>
                <a:sym typeface="Century Gothic"/>
              </a:rPr>
              <a:t>	HelpDesk hd = new HelpDesk();</a:t>
            </a:r>
            <a:endParaRPr/>
          </a:p>
          <a:p>
            <a:pPr indent="0" lvl="0" marL="0" marR="0" rtl="0" algn="l">
              <a:spcBef>
                <a:spcPts val="0"/>
              </a:spcBef>
              <a:spcAft>
                <a:spcPts val="0"/>
              </a:spcAft>
              <a:buNone/>
            </a:pPr>
            <a:r>
              <a:rPr lang="en-US" sz="1800">
                <a:solidFill>
                  <a:schemeClr val="lt1"/>
                </a:solidFill>
                <a:latin typeface="Century Gothic"/>
                <a:ea typeface="Century Gothic"/>
                <a:cs typeface="Century Gothic"/>
                <a:sym typeface="Century Gothic"/>
              </a:rPr>
              <a:t>       hd.getService();</a:t>
            </a:r>
            <a:endParaRPr/>
          </a:p>
          <a:p>
            <a:pPr indent="0" lvl="0" marL="0" marR="0" rtl="0" algn="l">
              <a:spcBef>
                <a:spcPts val="0"/>
              </a:spcBef>
              <a:spcAft>
                <a:spcPts val="0"/>
              </a:spcAft>
              <a:buNone/>
            </a:pPr>
            <a:r>
              <a:rPr lang="en-US" sz="1800">
                <a:solidFill>
                  <a:schemeClr val="lt1"/>
                </a:solidFill>
                <a:latin typeface="Century Gothic"/>
                <a:ea typeface="Century Gothic"/>
                <a:cs typeface="Century Gothic"/>
                <a:sym typeface="Century Gothic"/>
              </a:rPr>
              <a:t>}</a:t>
            </a:r>
            <a:endParaRPr/>
          </a:p>
        </p:txBody>
      </p:sp>
      <p:sp>
        <p:nvSpPr>
          <p:cNvPr id="164" name="Google Shape;164;p2"/>
          <p:cNvSpPr txBox="1"/>
          <p:nvPr/>
        </p:nvSpPr>
        <p:spPr>
          <a:xfrm>
            <a:off x="575556" y="5683173"/>
            <a:ext cx="6624736" cy="67710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2000">
                <a:solidFill>
                  <a:srgbClr val="FFFF00"/>
                </a:solidFill>
                <a:latin typeface="Century Gothic"/>
                <a:ea typeface="Century Gothic"/>
                <a:cs typeface="Century Gothic"/>
                <a:sym typeface="Century Gothic"/>
              </a:rPr>
              <a:t>In reality one Single HelpDesk is serving all</a:t>
            </a:r>
            <a:r>
              <a:rPr lang="en-US" sz="1800">
                <a:solidFill>
                  <a:srgbClr val="FFFF00"/>
                </a:solidFill>
                <a:latin typeface="Century Gothic"/>
                <a:ea typeface="Century Gothic"/>
                <a:cs typeface="Century Gothic"/>
                <a:sym typeface="Century Gothic"/>
              </a:rPr>
              <a:t>. </a:t>
            </a:r>
            <a:r>
              <a:rPr b="1" lang="en-US" sz="1800">
                <a:solidFill>
                  <a:srgbClr val="FFFF00"/>
                </a:solidFill>
                <a:latin typeface="Century Gothic"/>
                <a:ea typeface="Century Gothic"/>
                <a:cs typeface="Century Gothic"/>
                <a:sym typeface="Century Gothic"/>
              </a:rPr>
              <a:t>No need for multiple objects.</a:t>
            </a:r>
            <a:endParaRPr b="1" sz="1800">
              <a:solidFill>
                <a:srgbClr val="FFFF00"/>
              </a:solidFill>
              <a:latin typeface="Century Gothic"/>
              <a:ea typeface="Century Gothic"/>
              <a:cs typeface="Century Gothic"/>
              <a:sym typeface="Century Gothic"/>
            </a:endParaRPr>
          </a:p>
        </p:txBody>
      </p:sp>
      <p:pic>
        <p:nvPicPr>
          <p:cNvPr descr="brac.png" id="165" name="Google Shape;165;p2"/>
          <p:cNvPicPr preferRelativeResize="0"/>
          <p:nvPr/>
        </p:nvPicPr>
        <p:blipFill rotWithShape="1">
          <a:blip r:embed="rId3">
            <a:alphaModFix/>
          </a:blip>
          <a:srcRect b="0" l="0" r="0" t="0"/>
          <a:stretch/>
        </p:blipFill>
        <p:spPr>
          <a:xfrm>
            <a:off x="7772400" y="5829300"/>
            <a:ext cx="1371600" cy="10668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1"/>
                                        </p:tgtEl>
                                        <p:attrNameLst>
                                          <p:attrName>style.visibility</p:attrName>
                                        </p:attrNameLst>
                                      </p:cBhvr>
                                      <p:to>
                                        <p:strVal val="visible"/>
                                      </p:to>
                                    </p:set>
                                    <p:animEffect filter="fade" transition="in">
                                      <p:cBhvr>
                                        <p:cTn dur="1000"/>
                                        <p:tgtEl>
                                          <p:spTgt spid="16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2"/>
                                        </p:tgtEl>
                                        <p:attrNameLst>
                                          <p:attrName>style.visibility</p:attrName>
                                        </p:attrNameLst>
                                      </p:cBhvr>
                                      <p:to>
                                        <p:strVal val="visible"/>
                                      </p:to>
                                    </p:set>
                                    <p:animEffect filter="fade" transition="in">
                                      <p:cBhvr>
                                        <p:cTn dur="1000"/>
                                        <p:tgtEl>
                                          <p:spTgt spid="16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3"/>
                                        </p:tgtEl>
                                        <p:attrNameLst>
                                          <p:attrName>style.visibility</p:attrName>
                                        </p:attrNameLst>
                                      </p:cBhvr>
                                      <p:to>
                                        <p:strVal val="visible"/>
                                      </p:to>
                                    </p:set>
                                    <p:animEffect filter="fade" transition="in">
                                      <p:cBhvr>
                                        <p:cTn dur="1000"/>
                                        <p:tgtEl>
                                          <p:spTgt spid="16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4"/>
                                        </p:tgtEl>
                                        <p:attrNameLst>
                                          <p:attrName>style.visibility</p:attrName>
                                        </p:attrNameLst>
                                      </p:cBhvr>
                                      <p:to>
                                        <p:strVal val="visible"/>
                                      </p:to>
                                    </p:set>
                                    <p:animEffect filter="fade" transition="in">
                                      <p:cBhvr>
                                        <p:cTn dur="1000"/>
                                        <p:tgtEl>
                                          <p:spTgt spid="16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3"/>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171" name="Google Shape;171;p3"/>
          <p:cNvSpPr txBox="1"/>
          <p:nvPr/>
        </p:nvSpPr>
        <p:spPr>
          <a:xfrm>
            <a:off x="251520" y="188640"/>
            <a:ext cx="4968552" cy="452431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lt1"/>
                </a:solidFill>
                <a:latin typeface="Century Gothic"/>
                <a:ea typeface="Century Gothic"/>
                <a:cs typeface="Century Gothic"/>
                <a:sym typeface="Century Gothic"/>
              </a:rPr>
              <a:t>public class HelpDesk{</a:t>
            </a:r>
            <a:endParaRPr/>
          </a:p>
          <a:p>
            <a:pPr indent="0" lvl="0" marL="0" marR="0" rtl="0" algn="l">
              <a:spcBef>
                <a:spcPts val="0"/>
              </a:spcBef>
              <a:spcAft>
                <a:spcPts val="0"/>
              </a:spcAft>
              <a:buNone/>
            </a:pPr>
            <a:r>
              <a:rPr lang="en-US" sz="1600">
                <a:solidFill>
                  <a:schemeClr val="lt1"/>
                </a:solidFill>
                <a:latin typeface="Century Gothic"/>
                <a:ea typeface="Century Gothic"/>
                <a:cs typeface="Century Gothic"/>
                <a:sym typeface="Century Gothic"/>
              </a:rPr>
              <a:t>      public void getService(){</a:t>
            </a:r>
            <a:endParaRPr/>
          </a:p>
          <a:p>
            <a:pPr indent="0" lvl="0" marL="0" marR="0" rtl="0" algn="l">
              <a:spcBef>
                <a:spcPts val="0"/>
              </a:spcBef>
              <a:spcAft>
                <a:spcPts val="0"/>
              </a:spcAft>
              <a:buNone/>
            </a:pPr>
            <a:r>
              <a:rPr lang="en-US" sz="1600">
                <a:solidFill>
                  <a:schemeClr val="lt1"/>
                </a:solidFill>
                <a:latin typeface="Century Gothic"/>
                <a:ea typeface="Century Gothic"/>
                <a:cs typeface="Century Gothic"/>
                <a:sym typeface="Century Gothic"/>
              </a:rPr>
              <a:t>       // Implement the service</a:t>
            </a:r>
            <a:endParaRPr/>
          </a:p>
          <a:p>
            <a:pPr indent="0" lvl="0" marL="0" marR="0" rtl="0" algn="l">
              <a:spcBef>
                <a:spcPts val="0"/>
              </a:spcBef>
              <a:spcAft>
                <a:spcPts val="0"/>
              </a:spcAft>
              <a:buNone/>
            </a:pPr>
            <a:r>
              <a:rPr lang="en-US" sz="1600">
                <a:solidFill>
                  <a:schemeClr val="lt1"/>
                </a:solidFill>
                <a:latin typeface="Century Gothic"/>
                <a:ea typeface="Century Gothic"/>
                <a:cs typeface="Century Gothic"/>
                <a:sym typeface="Century Gothic"/>
              </a:rPr>
              <a:t>    }</a:t>
            </a:r>
            <a:endParaRPr/>
          </a:p>
          <a:p>
            <a:pPr indent="0" lvl="0" marL="0" marR="0" rtl="0" algn="l">
              <a:spcBef>
                <a:spcPts val="0"/>
              </a:spcBef>
              <a:spcAft>
                <a:spcPts val="0"/>
              </a:spcAft>
              <a:buNone/>
            </a:pPr>
            <a:r>
              <a:rPr lang="en-US" sz="1600">
                <a:solidFill>
                  <a:schemeClr val="lt1"/>
                </a:solidFill>
                <a:latin typeface="Century Gothic"/>
                <a:ea typeface="Century Gothic"/>
                <a:cs typeface="Century Gothic"/>
                <a:sym typeface="Century Gothic"/>
              </a:rPr>
              <a:t>      private static HelpDesk helpDesk;</a:t>
            </a:r>
            <a:endParaRPr/>
          </a:p>
          <a:p>
            <a:pPr indent="0" lvl="0" marL="0" marR="0" rtl="0" algn="l">
              <a:spcBef>
                <a:spcPts val="0"/>
              </a:spcBef>
              <a:spcAft>
                <a:spcPts val="0"/>
              </a:spcAft>
              <a:buNone/>
            </a:pPr>
            <a:r>
              <a:t/>
            </a:r>
            <a:endParaRPr sz="1600">
              <a:solidFill>
                <a:schemeClr val="lt1"/>
              </a:solidFill>
              <a:latin typeface="Century Gothic"/>
              <a:ea typeface="Century Gothic"/>
              <a:cs typeface="Century Gothic"/>
              <a:sym typeface="Century Gothic"/>
            </a:endParaRPr>
          </a:p>
          <a:p>
            <a:pPr indent="0" lvl="0" marL="0" marR="0" rtl="0" algn="l">
              <a:spcBef>
                <a:spcPts val="0"/>
              </a:spcBef>
              <a:spcAft>
                <a:spcPts val="0"/>
              </a:spcAft>
              <a:buNone/>
            </a:pPr>
            <a:r>
              <a:rPr lang="en-US" sz="1600">
                <a:solidFill>
                  <a:schemeClr val="lt1"/>
                </a:solidFill>
                <a:latin typeface="Century Gothic"/>
                <a:ea typeface="Century Gothic"/>
                <a:cs typeface="Century Gothic"/>
                <a:sym typeface="Century Gothic"/>
              </a:rPr>
              <a:t>      private HelpDesk(){</a:t>
            </a:r>
            <a:endParaRPr/>
          </a:p>
          <a:p>
            <a:pPr indent="0" lvl="0" marL="0" marR="0" rtl="0" algn="l">
              <a:spcBef>
                <a:spcPts val="0"/>
              </a:spcBef>
              <a:spcAft>
                <a:spcPts val="0"/>
              </a:spcAft>
              <a:buNone/>
            </a:pPr>
            <a:r>
              <a:rPr lang="en-US" sz="1600">
                <a:solidFill>
                  <a:srgbClr val="92D050"/>
                </a:solidFill>
                <a:latin typeface="Century Gothic"/>
                <a:ea typeface="Century Gothic"/>
                <a:cs typeface="Century Gothic"/>
                <a:sym typeface="Century Gothic"/>
              </a:rPr>
              <a:t>          // No other class will be able to create instance</a:t>
            </a:r>
            <a:endParaRPr sz="1600">
              <a:solidFill>
                <a:srgbClr val="92D050"/>
              </a:solidFill>
              <a:latin typeface="Century Gothic"/>
              <a:ea typeface="Century Gothic"/>
              <a:cs typeface="Century Gothic"/>
              <a:sym typeface="Century Gothic"/>
            </a:endParaRPr>
          </a:p>
          <a:p>
            <a:pPr indent="0" lvl="0" marL="0" marR="0" rtl="0" algn="l">
              <a:spcBef>
                <a:spcPts val="0"/>
              </a:spcBef>
              <a:spcAft>
                <a:spcPts val="0"/>
              </a:spcAft>
              <a:buNone/>
            </a:pPr>
            <a:r>
              <a:rPr lang="en-US" sz="1600">
                <a:solidFill>
                  <a:schemeClr val="lt1"/>
                </a:solidFill>
                <a:latin typeface="Century Gothic"/>
                <a:ea typeface="Century Gothic"/>
                <a:cs typeface="Century Gothic"/>
                <a:sym typeface="Century Gothic"/>
              </a:rPr>
              <a:t>      }</a:t>
            </a:r>
            <a:endParaRPr/>
          </a:p>
          <a:p>
            <a:pPr indent="0" lvl="0" marL="0" marR="0" rtl="0" algn="l">
              <a:spcBef>
                <a:spcPts val="0"/>
              </a:spcBef>
              <a:spcAft>
                <a:spcPts val="0"/>
              </a:spcAft>
              <a:buNone/>
            </a:pPr>
            <a:r>
              <a:rPr lang="en-US" sz="1600">
                <a:solidFill>
                  <a:schemeClr val="lt1"/>
                </a:solidFill>
                <a:latin typeface="Century Gothic"/>
                <a:ea typeface="Century Gothic"/>
                <a:cs typeface="Century Gothic"/>
                <a:sym typeface="Century Gothic"/>
              </a:rPr>
              <a:t>      public static HelpDesk getInstance(){</a:t>
            </a:r>
            <a:endParaRPr/>
          </a:p>
          <a:p>
            <a:pPr indent="0" lvl="0" marL="0" marR="0" rtl="0" algn="l">
              <a:spcBef>
                <a:spcPts val="0"/>
              </a:spcBef>
              <a:spcAft>
                <a:spcPts val="0"/>
              </a:spcAft>
              <a:buNone/>
            </a:pPr>
            <a:r>
              <a:rPr lang="en-US" sz="1600">
                <a:solidFill>
                  <a:schemeClr val="lt1"/>
                </a:solidFill>
                <a:latin typeface="Century Gothic"/>
                <a:ea typeface="Century Gothic"/>
                <a:cs typeface="Century Gothic"/>
                <a:sym typeface="Century Gothic"/>
              </a:rPr>
              <a:t>           if(helpDesk == null){</a:t>
            </a:r>
            <a:endParaRPr/>
          </a:p>
          <a:p>
            <a:pPr indent="0" lvl="0" marL="0" marR="0" rtl="0" algn="l">
              <a:spcBef>
                <a:spcPts val="0"/>
              </a:spcBef>
              <a:spcAft>
                <a:spcPts val="0"/>
              </a:spcAft>
              <a:buNone/>
            </a:pPr>
            <a:r>
              <a:rPr lang="en-US" sz="1600">
                <a:solidFill>
                  <a:schemeClr val="lt1"/>
                </a:solidFill>
                <a:latin typeface="Century Gothic"/>
                <a:ea typeface="Century Gothic"/>
                <a:cs typeface="Century Gothic"/>
                <a:sym typeface="Century Gothic"/>
              </a:rPr>
              <a:t>                   helpDesk = new HelpDesk(); </a:t>
            </a:r>
            <a:r>
              <a:rPr lang="en-US" sz="1600">
                <a:solidFill>
                  <a:srgbClr val="92D050"/>
                </a:solidFill>
                <a:latin typeface="Century Gothic"/>
                <a:ea typeface="Century Gothic"/>
                <a:cs typeface="Century Gothic"/>
                <a:sym typeface="Century Gothic"/>
              </a:rPr>
              <a:t>// Lazy instance</a:t>
            </a:r>
            <a:endParaRPr/>
          </a:p>
          <a:p>
            <a:pPr indent="0" lvl="0" marL="0" marR="0" rtl="0" algn="l">
              <a:spcBef>
                <a:spcPts val="0"/>
              </a:spcBef>
              <a:spcAft>
                <a:spcPts val="0"/>
              </a:spcAft>
              <a:buNone/>
            </a:pPr>
            <a:r>
              <a:rPr lang="en-US" sz="1600">
                <a:solidFill>
                  <a:schemeClr val="lt1"/>
                </a:solidFill>
                <a:latin typeface="Century Gothic"/>
                <a:ea typeface="Century Gothic"/>
                <a:cs typeface="Century Gothic"/>
                <a:sym typeface="Century Gothic"/>
              </a:rPr>
              <a:t>           }</a:t>
            </a:r>
            <a:endParaRPr/>
          </a:p>
          <a:p>
            <a:pPr indent="0" lvl="0" marL="0" marR="0" rtl="0" algn="l">
              <a:spcBef>
                <a:spcPts val="0"/>
              </a:spcBef>
              <a:spcAft>
                <a:spcPts val="0"/>
              </a:spcAft>
              <a:buNone/>
            </a:pPr>
            <a:r>
              <a:rPr lang="en-US" sz="1600">
                <a:solidFill>
                  <a:schemeClr val="lt1"/>
                </a:solidFill>
                <a:latin typeface="Century Gothic"/>
                <a:ea typeface="Century Gothic"/>
                <a:cs typeface="Century Gothic"/>
                <a:sym typeface="Century Gothic"/>
              </a:rPr>
              <a:t>           return helpDesk;</a:t>
            </a:r>
            <a:endParaRPr sz="1600">
              <a:solidFill>
                <a:schemeClr val="lt1"/>
              </a:solidFill>
              <a:latin typeface="Century Gothic"/>
              <a:ea typeface="Century Gothic"/>
              <a:cs typeface="Century Gothic"/>
              <a:sym typeface="Century Gothic"/>
            </a:endParaRPr>
          </a:p>
          <a:p>
            <a:pPr indent="0" lvl="0" marL="0" marR="0" rtl="0" algn="l">
              <a:spcBef>
                <a:spcPts val="0"/>
              </a:spcBef>
              <a:spcAft>
                <a:spcPts val="0"/>
              </a:spcAft>
              <a:buNone/>
            </a:pPr>
            <a:r>
              <a:rPr lang="en-US" sz="1600">
                <a:solidFill>
                  <a:schemeClr val="lt1"/>
                </a:solidFill>
                <a:latin typeface="Century Gothic"/>
                <a:ea typeface="Century Gothic"/>
                <a:cs typeface="Century Gothic"/>
                <a:sym typeface="Century Gothic"/>
              </a:rPr>
              <a:t>      }</a:t>
            </a:r>
            <a:endParaRPr/>
          </a:p>
          <a:p>
            <a:pPr indent="0" lvl="0" marL="0" marR="0" rtl="0" algn="l">
              <a:spcBef>
                <a:spcPts val="0"/>
              </a:spcBef>
              <a:spcAft>
                <a:spcPts val="0"/>
              </a:spcAft>
              <a:buNone/>
            </a:pPr>
            <a:r>
              <a:rPr lang="en-US" sz="1600">
                <a:solidFill>
                  <a:schemeClr val="lt1"/>
                </a:solidFill>
                <a:latin typeface="Century Gothic"/>
                <a:ea typeface="Century Gothic"/>
                <a:cs typeface="Century Gothic"/>
                <a:sym typeface="Century Gothic"/>
              </a:rPr>
              <a:t>}</a:t>
            </a:r>
            <a:endParaRPr/>
          </a:p>
        </p:txBody>
      </p:sp>
      <p:sp>
        <p:nvSpPr>
          <p:cNvPr id="172" name="Google Shape;172;p3"/>
          <p:cNvSpPr txBox="1"/>
          <p:nvPr/>
        </p:nvSpPr>
        <p:spPr>
          <a:xfrm>
            <a:off x="1259632" y="4552678"/>
            <a:ext cx="4824536" cy="14773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lt1"/>
                </a:solidFill>
                <a:latin typeface="Century Gothic"/>
                <a:ea typeface="Century Gothic"/>
                <a:cs typeface="Century Gothic"/>
                <a:sym typeface="Century Gothic"/>
              </a:rPr>
              <a:t>public class Student{</a:t>
            </a:r>
            <a:endParaRPr/>
          </a:p>
          <a:p>
            <a:pPr indent="0" lvl="0" marL="0" marR="0" rtl="0" algn="l">
              <a:spcBef>
                <a:spcPts val="0"/>
              </a:spcBef>
              <a:spcAft>
                <a:spcPts val="0"/>
              </a:spcAft>
              <a:buNone/>
            </a:pPr>
            <a:r>
              <a:rPr lang="en-US" sz="1800">
                <a:solidFill>
                  <a:schemeClr val="lt1"/>
                </a:solidFill>
                <a:latin typeface="Century Gothic"/>
                <a:ea typeface="Century Gothic"/>
                <a:cs typeface="Century Gothic"/>
                <a:sym typeface="Century Gothic"/>
              </a:rPr>
              <a:t>	</a:t>
            </a:r>
            <a:r>
              <a:rPr lang="en-US" sz="1800">
                <a:solidFill>
                  <a:srgbClr val="FF0000"/>
                </a:solidFill>
                <a:latin typeface="Century Gothic"/>
                <a:ea typeface="Century Gothic"/>
                <a:cs typeface="Century Gothic"/>
                <a:sym typeface="Century Gothic"/>
              </a:rPr>
              <a:t>//HelpDesk hd = new HelpDesk();</a:t>
            </a:r>
            <a:endParaRPr/>
          </a:p>
          <a:p>
            <a:pPr indent="0" lvl="0" marL="0" marR="0" rtl="0" algn="l">
              <a:spcBef>
                <a:spcPts val="0"/>
              </a:spcBef>
              <a:spcAft>
                <a:spcPts val="0"/>
              </a:spcAft>
              <a:buNone/>
            </a:pPr>
            <a:r>
              <a:rPr lang="en-US" sz="1800">
                <a:solidFill>
                  <a:schemeClr val="lt1"/>
                </a:solidFill>
                <a:latin typeface="Century Gothic"/>
                <a:ea typeface="Century Gothic"/>
                <a:cs typeface="Century Gothic"/>
                <a:sym typeface="Century Gothic"/>
              </a:rPr>
              <a:t>HelpDesk hd = HelpDesk.getInstance();</a:t>
            </a:r>
            <a:endParaRPr/>
          </a:p>
          <a:p>
            <a:pPr indent="0" lvl="0" marL="0" marR="0" rtl="0" algn="l">
              <a:spcBef>
                <a:spcPts val="0"/>
              </a:spcBef>
              <a:spcAft>
                <a:spcPts val="0"/>
              </a:spcAft>
              <a:buNone/>
            </a:pPr>
            <a:r>
              <a:rPr lang="en-US" sz="1800">
                <a:solidFill>
                  <a:schemeClr val="lt1"/>
                </a:solidFill>
                <a:latin typeface="Century Gothic"/>
                <a:ea typeface="Century Gothic"/>
                <a:cs typeface="Century Gothic"/>
                <a:sym typeface="Century Gothic"/>
              </a:rPr>
              <a:t>hd.getService();</a:t>
            </a:r>
            <a:endParaRPr/>
          </a:p>
          <a:p>
            <a:pPr indent="0" lvl="0" marL="0" marR="0" rtl="0" algn="l">
              <a:spcBef>
                <a:spcPts val="0"/>
              </a:spcBef>
              <a:spcAft>
                <a:spcPts val="0"/>
              </a:spcAft>
              <a:buNone/>
            </a:pPr>
            <a:r>
              <a:rPr lang="en-US" sz="1800">
                <a:solidFill>
                  <a:schemeClr val="lt1"/>
                </a:solidFill>
                <a:latin typeface="Century Gothic"/>
                <a:ea typeface="Century Gothic"/>
                <a:cs typeface="Century Gothic"/>
                <a:sym typeface="Century Gothic"/>
              </a:rPr>
              <a:t>}</a:t>
            </a:r>
            <a:endParaRPr/>
          </a:p>
        </p:txBody>
      </p:sp>
      <p:sp>
        <p:nvSpPr>
          <p:cNvPr id="173" name="Google Shape;173;p3"/>
          <p:cNvSpPr txBox="1"/>
          <p:nvPr/>
        </p:nvSpPr>
        <p:spPr>
          <a:xfrm>
            <a:off x="5436096" y="2924944"/>
            <a:ext cx="3528392" cy="20313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lt1"/>
                </a:solidFill>
                <a:latin typeface="Century Gothic"/>
                <a:ea typeface="Century Gothic"/>
                <a:cs typeface="Century Gothic"/>
                <a:sym typeface="Century Gothic"/>
              </a:rPr>
              <a:t>public class Teacher{</a:t>
            </a:r>
            <a:endParaRPr/>
          </a:p>
          <a:p>
            <a:pPr indent="0" lvl="0" marL="0" marR="0" rtl="0" algn="l">
              <a:spcBef>
                <a:spcPts val="0"/>
              </a:spcBef>
              <a:spcAft>
                <a:spcPts val="0"/>
              </a:spcAft>
              <a:buNone/>
            </a:pPr>
            <a:r>
              <a:rPr lang="en-US" sz="1800">
                <a:solidFill>
                  <a:schemeClr val="lt1"/>
                </a:solidFill>
                <a:latin typeface="Century Gothic"/>
                <a:ea typeface="Century Gothic"/>
                <a:cs typeface="Century Gothic"/>
                <a:sym typeface="Century Gothic"/>
              </a:rPr>
              <a:t>	</a:t>
            </a:r>
            <a:r>
              <a:rPr lang="en-US" sz="1800">
                <a:solidFill>
                  <a:srgbClr val="FF0000"/>
                </a:solidFill>
                <a:latin typeface="Century Gothic"/>
                <a:ea typeface="Century Gothic"/>
                <a:cs typeface="Century Gothic"/>
                <a:sym typeface="Century Gothic"/>
              </a:rPr>
              <a:t>//HelpDesk hd = new HelpDesk();</a:t>
            </a:r>
            <a:endParaRPr/>
          </a:p>
          <a:p>
            <a:pPr indent="0" lvl="0" marL="0" marR="0" rtl="0" algn="l">
              <a:spcBef>
                <a:spcPts val="0"/>
              </a:spcBef>
              <a:spcAft>
                <a:spcPts val="0"/>
              </a:spcAft>
              <a:buNone/>
            </a:pPr>
            <a:r>
              <a:rPr lang="en-US" sz="1800">
                <a:solidFill>
                  <a:schemeClr val="lt1"/>
                </a:solidFill>
                <a:latin typeface="Century Gothic"/>
                <a:ea typeface="Century Gothic"/>
                <a:cs typeface="Century Gothic"/>
                <a:sym typeface="Century Gothic"/>
              </a:rPr>
              <a:t>HelpDesk hd = HelDesk.getInstance();</a:t>
            </a:r>
            <a:endParaRPr/>
          </a:p>
          <a:p>
            <a:pPr indent="0" lvl="0" marL="0" marR="0" rtl="0" algn="l">
              <a:spcBef>
                <a:spcPts val="0"/>
              </a:spcBef>
              <a:spcAft>
                <a:spcPts val="0"/>
              </a:spcAft>
              <a:buNone/>
            </a:pPr>
            <a:r>
              <a:rPr lang="en-US" sz="1800">
                <a:solidFill>
                  <a:schemeClr val="lt1"/>
                </a:solidFill>
                <a:latin typeface="Century Gothic"/>
                <a:ea typeface="Century Gothic"/>
                <a:cs typeface="Century Gothic"/>
                <a:sym typeface="Century Gothic"/>
              </a:rPr>
              <a:t>hd.getService();</a:t>
            </a:r>
            <a:endParaRPr/>
          </a:p>
          <a:p>
            <a:pPr indent="0" lvl="0" marL="0" marR="0" rtl="0" algn="l">
              <a:spcBef>
                <a:spcPts val="0"/>
              </a:spcBef>
              <a:spcAft>
                <a:spcPts val="0"/>
              </a:spcAft>
              <a:buNone/>
            </a:pPr>
            <a:r>
              <a:rPr lang="en-US" sz="1800">
                <a:solidFill>
                  <a:schemeClr val="lt1"/>
                </a:solidFill>
                <a:latin typeface="Century Gothic"/>
                <a:ea typeface="Century Gothic"/>
                <a:cs typeface="Century Gothic"/>
                <a:sym typeface="Century Gothic"/>
              </a:rPr>
              <a:t>}</a:t>
            </a:r>
            <a:endParaRPr/>
          </a:p>
        </p:txBody>
      </p:sp>
      <p:pic>
        <p:nvPicPr>
          <p:cNvPr descr="brac.png" id="174" name="Google Shape;174;p3"/>
          <p:cNvPicPr preferRelativeResize="0"/>
          <p:nvPr/>
        </p:nvPicPr>
        <p:blipFill rotWithShape="1">
          <a:blip r:embed="rId3">
            <a:alphaModFix/>
          </a:blip>
          <a:srcRect b="0" l="0" r="0" t="0"/>
          <a:stretch/>
        </p:blipFill>
        <p:spPr>
          <a:xfrm>
            <a:off x="7772400" y="5829300"/>
            <a:ext cx="1371600" cy="10668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1">
                                            <p:txEl>
                                              <p:pRg end="0" st="0"/>
                                            </p:txEl>
                                          </p:spTgt>
                                        </p:tgtEl>
                                        <p:attrNameLst>
                                          <p:attrName>style.visibility</p:attrName>
                                        </p:attrNameLst>
                                      </p:cBhvr>
                                      <p:to>
                                        <p:strVal val="visible"/>
                                      </p:to>
                                    </p:set>
                                    <p:animEffect filter="fade" transition="in">
                                      <p:cBhvr>
                                        <p:cTn dur="1000"/>
                                        <p:tgtEl>
                                          <p:spTgt spid="17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1">
                                            <p:txEl>
                                              <p:pRg end="1" st="1"/>
                                            </p:txEl>
                                          </p:spTgt>
                                        </p:tgtEl>
                                        <p:attrNameLst>
                                          <p:attrName>style.visibility</p:attrName>
                                        </p:attrNameLst>
                                      </p:cBhvr>
                                      <p:to>
                                        <p:strVal val="visible"/>
                                      </p:to>
                                    </p:set>
                                    <p:animEffect filter="fade" transition="in">
                                      <p:cBhvr>
                                        <p:cTn dur="1000"/>
                                        <p:tgtEl>
                                          <p:spTgt spid="17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1">
                                            <p:txEl>
                                              <p:pRg end="2" st="2"/>
                                            </p:txEl>
                                          </p:spTgt>
                                        </p:tgtEl>
                                        <p:attrNameLst>
                                          <p:attrName>style.visibility</p:attrName>
                                        </p:attrNameLst>
                                      </p:cBhvr>
                                      <p:to>
                                        <p:strVal val="visible"/>
                                      </p:to>
                                    </p:set>
                                    <p:animEffect filter="fade" transition="in">
                                      <p:cBhvr>
                                        <p:cTn dur="1000"/>
                                        <p:tgtEl>
                                          <p:spTgt spid="17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1">
                                            <p:txEl>
                                              <p:pRg end="3" st="3"/>
                                            </p:txEl>
                                          </p:spTgt>
                                        </p:tgtEl>
                                        <p:attrNameLst>
                                          <p:attrName>style.visibility</p:attrName>
                                        </p:attrNameLst>
                                      </p:cBhvr>
                                      <p:to>
                                        <p:strVal val="visible"/>
                                      </p:to>
                                    </p:set>
                                    <p:animEffect filter="fade" transition="in">
                                      <p:cBhvr>
                                        <p:cTn dur="1000"/>
                                        <p:tgtEl>
                                          <p:spTgt spid="17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1">
                                            <p:txEl>
                                              <p:pRg end="4" st="4"/>
                                            </p:txEl>
                                          </p:spTgt>
                                        </p:tgtEl>
                                        <p:attrNameLst>
                                          <p:attrName>style.visibility</p:attrName>
                                        </p:attrNameLst>
                                      </p:cBhvr>
                                      <p:to>
                                        <p:strVal val="visible"/>
                                      </p:to>
                                    </p:set>
                                    <p:animEffect filter="fade" transition="in">
                                      <p:cBhvr>
                                        <p:cTn dur="1000"/>
                                        <p:tgtEl>
                                          <p:spTgt spid="17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1">
                                            <p:txEl>
                                              <p:pRg end="5" st="5"/>
                                            </p:txEl>
                                          </p:spTgt>
                                        </p:tgtEl>
                                        <p:attrNameLst>
                                          <p:attrName>style.visibility</p:attrName>
                                        </p:attrNameLst>
                                      </p:cBhvr>
                                      <p:to>
                                        <p:strVal val="visible"/>
                                      </p:to>
                                    </p:set>
                                    <p:animEffect filter="fade" transition="in">
                                      <p:cBhvr>
                                        <p:cTn dur="1000"/>
                                        <p:tgtEl>
                                          <p:spTgt spid="171">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1">
                                            <p:txEl>
                                              <p:pRg end="6" st="6"/>
                                            </p:txEl>
                                          </p:spTgt>
                                        </p:tgtEl>
                                        <p:attrNameLst>
                                          <p:attrName>style.visibility</p:attrName>
                                        </p:attrNameLst>
                                      </p:cBhvr>
                                      <p:to>
                                        <p:strVal val="visible"/>
                                      </p:to>
                                    </p:set>
                                    <p:animEffect filter="fade" transition="in">
                                      <p:cBhvr>
                                        <p:cTn dur="1000"/>
                                        <p:tgtEl>
                                          <p:spTgt spid="171">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1">
                                            <p:txEl>
                                              <p:pRg end="7" st="7"/>
                                            </p:txEl>
                                          </p:spTgt>
                                        </p:tgtEl>
                                        <p:attrNameLst>
                                          <p:attrName>style.visibility</p:attrName>
                                        </p:attrNameLst>
                                      </p:cBhvr>
                                      <p:to>
                                        <p:strVal val="visible"/>
                                      </p:to>
                                    </p:set>
                                    <p:animEffect filter="fade" transition="in">
                                      <p:cBhvr>
                                        <p:cTn dur="1000"/>
                                        <p:tgtEl>
                                          <p:spTgt spid="171">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1">
                                            <p:txEl>
                                              <p:pRg end="8" st="8"/>
                                            </p:txEl>
                                          </p:spTgt>
                                        </p:tgtEl>
                                        <p:attrNameLst>
                                          <p:attrName>style.visibility</p:attrName>
                                        </p:attrNameLst>
                                      </p:cBhvr>
                                      <p:to>
                                        <p:strVal val="visible"/>
                                      </p:to>
                                    </p:set>
                                    <p:animEffect filter="fade" transition="in">
                                      <p:cBhvr>
                                        <p:cTn dur="1000"/>
                                        <p:tgtEl>
                                          <p:spTgt spid="171">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1">
                                            <p:txEl>
                                              <p:pRg end="9" st="9"/>
                                            </p:txEl>
                                          </p:spTgt>
                                        </p:tgtEl>
                                        <p:attrNameLst>
                                          <p:attrName>style.visibility</p:attrName>
                                        </p:attrNameLst>
                                      </p:cBhvr>
                                      <p:to>
                                        <p:strVal val="visible"/>
                                      </p:to>
                                    </p:set>
                                    <p:animEffect filter="fade" transition="in">
                                      <p:cBhvr>
                                        <p:cTn dur="1000"/>
                                        <p:tgtEl>
                                          <p:spTgt spid="171">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1">
                                            <p:txEl>
                                              <p:pRg end="10" st="10"/>
                                            </p:txEl>
                                          </p:spTgt>
                                        </p:tgtEl>
                                        <p:attrNameLst>
                                          <p:attrName>style.visibility</p:attrName>
                                        </p:attrNameLst>
                                      </p:cBhvr>
                                      <p:to>
                                        <p:strVal val="visible"/>
                                      </p:to>
                                    </p:set>
                                    <p:animEffect filter="fade" transition="in">
                                      <p:cBhvr>
                                        <p:cTn dur="1000"/>
                                        <p:tgtEl>
                                          <p:spTgt spid="171">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1">
                                            <p:txEl>
                                              <p:pRg end="11" st="11"/>
                                            </p:txEl>
                                          </p:spTgt>
                                        </p:tgtEl>
                                        <p:attrNameLst>
                                          <p:attrName>style.visibility</p:attrName>
                                        </p:attrNameLst>
                                      </p:cBhvr>
                                      <p:to>
                                        <p:strVal val="visible"/>
                                      </p:to>
                                    </p:set>
                                    <p:animEffect filter="fade" transition="in">
                                      <p:cBhvr>
                                        <p:cTn dur="1000"/>
                                        <p:tgtEl>
                                          <p:spTgt spid="171">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1">
                                            <p:txEl>
                                              <p:pRg end="12" st="12"/>
                                            </p:txEl>
                                          </p:spTgt>
                                        </p:tgtEl>
                                        <p:attrNameLst>
                                          <p:attrName>style.visibility</p:attrName>
                                        </p:attrNameLst>
                                      </p:cBhvr>
                                      <p:to>
                                        <p:strVal val="visible"/>
                                      </p:to>
                                    </p:set>
                                    <p:animEffect filter="fade" transition="in">
                                      <p:cBhvr>
                                        <p:cTn dur="1000"/>
                                        <p:tgtEl>
                                          <p:spTgt spid="171">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1">
                                            <p:txEl>
                                              <p:pRg end="13" st="13"/>
                                            </p:txEl>
                                          </p:spTgt>
                                        </p:tgtEl>
                                        <p:attrNameLst>
                                          <p:attrName>style.visibility</p:attrName>
                                        </p:attrNameLst>
                                      </p:cBhvr>
                                      <p:to>
                                        <p:strVal val="visible"/>
                                      </p:to>
                                    </p:set>
                                    <p:animEffect filter="fade" transition="in">
                                      <p:cBhvr>
                                        <p:cTn dur="1000"/>
                                        <p:tgtEl>
                                          <p:spTgt spid="171">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1">
                                            <p:txEl>
                                              <p:pRg end="14" st="14"/>
                                            </p:txEl>
                                          </p:spTgt>
                                        </p:tgtEl>
                                        <p:attrNameLst>
                                          <p:attrName>style.visibility</p:attrName>
                                        </p:attrNameLst>
                                      </p:cBhvr>
                                      <p:to>
                                        <p:strVal val="visible"/>
                                      </p:to>
                                    </p:set>
                                    <p:animEffect filter="fade" transition="in">
                                      <p:cBhvr>
                                        <p:cTn dur="1000"/>
                                        <p:tgtEl>
                                          <p:spTgt spid="171">
                                            <p:txEl>
                                              <p:pRg end="14" st="1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1">
                                            <p:txEl>
                                              <p:pRg end="15" st="15"/>
                                            </p:txEl>
                                          </p:spTgt>
                                        </p:tgtEl>
                                        <p:attrNameLst>
                                          <p:attrName>style.visibility</p:attrName>
                                        </p:attrNameLst>
                                      </p:cBhvr>
                                      <p:to>
                                        <p:strVal val="visible"/>
                                      </p:to>
                                    </p:set>
                                    <p:animEffect filter="fade" transition="in">
                                      <p:cBhvr>
                                        <p:cTn dur="1000"/>
                                        <p:tgtEl>
                                          <p:spTgt spid="171">
                                            <p:txEl>
                                              <p:pRg end="15" st="1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2"/>
                                        </p:tgtEl>
                                        <p:attrNameLst>
                                          <p:attrName>style.visibility</p:attrName>
                                        </p:attrNameLst>
                                      </p:cBhvr>
                                      <p:to>
                                        <p:strVal val="visible"/>
                                      </p:to>
                                    </p:set>
                                    <p:animEffect filter="fade" transition="in">
                                      <p:cBhvr>
                                        <p:cTn dur="1000"/>
                                        <p:tgtEl>
                                          <p:spTgt spid="17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3"/>
                                        </p:tgtEl>
                                        <p:attrNameLst>
                                          <p:attrName>style.visibility</p:attrName>
                                        </p:attrNameLst>
                                      </p:cBhvr>
                                      <p:to>
                                        <p:strVal val="visible"/>
                                      </p:to>
                                    </p:set>
                                    <p:animEffect filter="fade" transition="in">
                                      <p:cBhvr>
                                        <p:cTn dur="1000"/>
                                        <p:tgtEl>
                                          <p:spTgt spid="17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4"/>
          <p:cNvSpPr txBox="1"/>
          <p:nvPr>
            <p:ph type="title"/>
          </p:nvPr>
        </p:nvSpPr>
        <p:spPr>
          <a:xfrm>
            <a:off x="484710" y="452718"/>
            <a:ext cx="7055380" cy="140053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lt2"/>
              </a:buClr>
              <a:buSzPts val="4200"/>
              <a:buFont typeface="Century Gothic"/>
              <a:buNone/>
            </a:pPr>
            <a:r>
              <a:rPr lang="en-US"/>
              <a:t>Singleton Pattern</a:t>
            </a:r>
            <a:endParaRPr/>
          </a:p>
        </p:txBody>
      </p:sp>
      <p:sp>
        <p:nvSpPr>
          <p:cNvPr id="180" name="Google Shape;180;p4"/>
          <p:cNvSpPr txBox="1"/>
          <p:nvPr>
            <p:ph idx="1" type="body"/>
          </p:nvPr>
        </p:nvSpPr>
        <p:spPr>
          <a:xfrm>
            <a:off x="457200" y="1628800"/>
            <a:ext cx="8229600" cy="44973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600"/>
              <a:buNone/>
            </a:pPr>
            <a:r>
              <a:rPr b="1" lang="en-US">
                <a:solidFill>
                  <a:srgbClr val="EFD37E"/>
                </a:solidFill>
              </a:rPr>
              <a:t>Intent</a:t>
            </a:r>
            <a:r>
              <a:rPr b="1" lang="en-US"/>
              <a:t>: </a:t>
            </a:r>
            <a:r>
              <a:rPr lang="en-US"/>
              <a:t>Ensure a class only has one instance, and provide a global point of access to it.</a:t>
            </a:r>
            <a:endParaRPr/>
          </a:p>
          <a:p>
            <a:pPr indent="0" lvl="0" marL="0" rtl="0" algn="l">
              <a:spcBef>
                <a:spcPts val="1000"/>
              </a:spcBef>
              <a:spcAft>
                <a:spcPts val="0"/>
              </a:spcAft>
              <a:buSzPts val="1600"/>
              <a:buNone/>
            </a:pPr>
            <a:r>
              <a:rPr b="1" lang="en-US">
                <a:solidFill>
                  <a:srgbClr val="EFD37E"/>
                </a:solidFill>
              </a:rPr>
              <a:t>Motivation</a:t>
            </a:r>
            <a:r>
              <a:rPr b="1" lang="en-US"/>
              <a:t>:</a:t>
            </a:r>
            <a:r>
              <a:rPr lang="en-US"/>
              <a:t> The reason behind is</a:t>
            </a:r>
            <a:endParaRPr/>
          </a:p>
          <a:p>
            <a:pPr indent="-342906" lvl="0" marL="342906" rtl="0" algn="l">
              <a:spcBef>
                <a:spcPts val="1000"/>
              </a:spcBef>
              <a:spcAft>
                <a:spcPts val="0"/>
              </a:spcAft>
              <a:buSzPts val="1600"/>
              <a:buChar char="►"/>
            </a:pPr>
            <a:r>
              <a:rPr lang="en-US"/>
              <a:t>More than one instance will result in incorrect program behaviour. (thread specific)</a:t>
            </a:r>
            <a:endParaRPr/>
          </a:p>
          <a:p>
            <a:pPr indent="-342906" lvl="0" marL="342906" rtl="0" algn="l">
              <a:spcBef>
                <a:spcPts val="1000"/>
              </a:spcBef>
              <a:spcAft>
                <a:spcPts val="0"/>
              </a:spcAft>
              <a:buSzPts val="1600"/>
              <a:buChar char="►"/>
            </a:pPr>
            <a:r>
              <a:rPr lang="en-US"/>
              <a:t>More than one instance will result the overuse of resources. (ex: database connection string)</a:t>
            </a:r>
            <a:endParaRPr/>
          </a:p>
          <a:p>
            <a:pPr indent="-342906" lvl="0" marL="342906" rtl="0" algn="l">
              <a:spcBef>
                <a:spcPts val="1000"/>
              </a:spcBef>
              <a:spcAft>
                <a:spcPts val="0"/>
              </a:spcAft>
              <a:buSzPts val="1600"/>
              <a:buChar char="►"/>
            </a:pPr>
            <a:r>
              <a:rPr lang="en-US"/>
              <a:t>Some classes should have only one instance throughout the system for (ex: printer spooler)</a:t>
            </a:r>
            <a:endParaRPr/>
          </a:p>
          <a:p>
            <a:pPr indent="0" lvl="0" marL="0" rtl="0" algn="l">
              <a:spcBef>
                <a:spcPts val="1000"/>
              </a:spcBef>
              <a:spcAft>
                <a:spcPts val="0"/>
              </a:spcAft>
              <a:buSzPts val="1600"/>
              <a:buNone/>
            </a:pPr>
            <a:r>
              <a:rPr b="1" lang="en-US">
                <a:solidFill>
                  <a:srgbClr val="EFD37E"/>
                </a:solidFill>
              </a:rPr>
              <a:t>Classification</a:t>
            </a:r>
            <a:r>
              <a:rPr b="1" lang="en-US"/>
              <a:t>: </a:t>
            </a:r>
            <a:r>
              <a:rPr lang="en-US"/>
              <a:t>Classified as one of the most known Creational Pattern</a:t>
            </a:r>
            <a:endParaRPr/>
          </a:p>
        </p:txBody>
      </p:sp>
      <p:sp>
        <p:nvSpPr>
          <p:cNvPr id="181" name="Google Shape;181;p4"/>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pic>
        <p:nvPicPr>
          <p:cNvPr descr="brac.png" id="182" name="Google Shape;182;p4"/>
          <p:cNvPicPr preferRelativeResize="0"/>
          <p:nvPr/>
        </p:nvPicPr>
        <p:blipFill rotWithShape="1">
          <a:blip r:embed="rId3">
            <a:alphaModFix/>
          </a:blip>
          <a:srcRect b="0" l="0" r="0" t="0"/>
          <a:stretch/>
        </p:blipFill>
        <p:spPr>
          <a:xfrm>
            <a:off x="7772400" y="5829300"/>
            <a:ext cx="1371600" cy="10668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0">
                                            <p:txEl>
                                              <p:pRg end="0" st="0"/>
                                            </p:txEl>
                                          </p:spTgt>
                                        </p:tgtEl>
                                        <p:attrNameLst>
                                          <p:attrName>style.visibility</p:attrName>
                                        </p:attrNameLst>
                                      </p:cBhvr>
                                      <p:to>
                                        <p:strVal val="visible"/>
                                      </p:to>
                                    </p:set>
                                    <p:animEffect filter="fade" transition="in">
                                      <p:cBhvr>
                                        <p:cTn dur="1000"/>
                                        <p:tgtEl>
                                          <p:spTgt spid="18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0">
                                            <p:txEl>
                                              <p:pRg end="1" st="1"/>
                                            </p:txEl>
                                          </p:spTgt>
                                        </p:tgtEl>
                                        <p:attrNameLst>
                                          <p:attrName>style.visibility</p:attrName>
                                        </p:attrNameLst>
                                      </p:cBhvr>
                                      <p:to>
                                        <p:strVal val="visible"/>
                                      </p:to>
                                    </p:set>
                                    <p:animEffect filter="fade" transition="in">
                                      <p:cBhvr>
                                        <p:cTn dur="1000"/>
                                        <p:tgtEl>
                                          <p:spTgt spid="18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0">
                                            <p:txEl>
                                              <p:pRg end="2" st="2"/>
                                            </p:txEl>
                                          </p:spTgt>
                                        </p:tgtEl>
                                        <p:attrNameLst>
                                          <p:attrName>style.visibility</p:attrName>
                                        </p:attrNameLst>
                                      </p:cBhvr>
                                      <p:to>
                                        <p:strVal val="visible"/>
                                      </p:to>
                                    </p:set>
                                    <p:animEffect filter="fade" transition="in">
                                      <p:cBhvr>
                                        <p:cTn dur="1000"/>
                                        <p:tgtEl>
                                          <p:spTgt spid="18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0">
                                            <p:txEl>
                                              <p:pRg end="3" st="3"/>
                                            </p:txEl>
                                          </p:spTgt>
                                        </p:tgtEl>
                                        <p:attrNameLst>
                                          <p:attrName>style.visibility</p:attrName>
                                        </p:attrNameLst>
                                      </p:cBhvr>
                                      <p:to>
                                        <p:strVal val="visible"/>
                                      </p:to>
                                    </p:set>
                                    <p:animEffect filter="fade" transition="in">
                                      <p:cBhvr>
                                        <p:cTn dur="1000"/>
                                        <p:tgtEl>
                                          <p:spTgt spid="18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0">
                                            <p:txEl>
                                              <p:pRg end="4" st="4"/>
                                            </p:txEl>
                                          </p:spTgt>
                                        </p:tgtEl>
                                        <p:attrNameLst>
                                          <p:attrName>style.visibility</p:attrName>
                                        </p:attrNameLst>
                                      </p:cBhvr>
                                      <p:to>
                                        <p:strVal val="visible"/>
                                      </p:to>
                                    </p:set>
                                    <p:animEffect filter="fade" transition="in">
                                      <p:cBhvr>
                                        <p:cTn dur="1000"/>
                                        <p:tgtEl>
                                          <p:spTgt spid="18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0">
                                            <p:txEl>
                                              <p:pRg end="5" st="5"/>
                                            </p:txEl>
                                          </p:spTgt>
                                        </p:tgtEl>
                                        <p:attrNameLst>
                                          <p:attrName>style.visibility</p:attrName>
                                        </p:attrNameLst>
                                      </p:cBhvr>
                                      <p:to>
                                        <p:strVal val="visible"/>
                                      </p:to>
                                    </p:set>
                                    <p:animEffect filter="fade" transition="in">
                                      <p:cBhvr>
                                        <p:cTn dur="1000"/>
                                        <p:tgtEl>
                                          <p:spTgt spid="180">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5"/>
          <p:cNvSpPr txBox="1"/>
          <p:nvPr>
            <p:ph type="title"/>
          </p:nvPr>
        </p:nvSpPr>
        <p:spPr>
          <a:xfrm>
            <a:off x="457200" y="274638"/>
            <a:ext cx="8229600" cy="457199"/>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chemeClr val="lt2"/>
              </a:buClr>
              <a:buSzPct val="100000"/>
              <a:buFont typeface="Century Gothic"/>
              <a:buNone/>
            </a:pPr>
            <a:r>
              <a:rPr lang="en-US"/>
              <a:t>Singleton PatternStructure</a:t>
            </a:r>
            <a:endParaRPr/>
          </a:p>
        </p:txBody>
      </p:sp>
      <p:sp>
        <p:nvSpPr>
          <p:cNvPr id="188" name="Google Shape;188;p5"/>
          <p:cNvSpPr txBox="1"/>
          <p:nvPr>
            <p:ph idx="1" type="body"/>
          </p:nvPr>
        </p:nvSpPr>
        <p:spPr>
          <a:xfrm>
            <a:off x="457200" y="5805264"/>
            <a:ext cx="8229600" cy="320899"/>
          </a:xfrm>
          <a:prstGeom prst="rect">
            <a:avLst/>
          </a:prstGeom>
          <a:noFill/>
          <a:ln>
            <a:noFill/>
          </a:ln>
        </p:spPr>
        <p:txBody>
          <a:bodyPr anchorCtr="0" anchor="t" bIns="45700" lIns="91425" spcFirstLastPara="1" rIns="91425" wrap="square" tIns="45700">
            <a:normAutofit fontScale="85000" lnSpcReduction="20000"/>
          </a:bodyPr>
          <a:lstStyle/>
          <a:p>
            <a:pPr indent="-256546" lvl="0" marL="342906" rtl="0" algn="l">
              <a:spcBef>
                <a:spcPts val="0"/>
              </a:spcBef>
              <a:spcAft>
                <a:spcPts val="0"/>
              </a:spcAft>
              <a:buSzPct val="80000"/>
              <a:buNone/>
            </a:pPr>
            <a:r>
              <a:t/>
            </a:r>
            <a:endParaRPr/>
          </a:p>
        </p:txBody>
      </p:sp>
      <p:sp>
        <p:nvSpPr>
          <p:cNvPr id="189" name="Google Shape;189;p5"/>
          <p:cNvSpPr txBox="1"/>
          <p:nvPr/>
        </p:nvSpPr>
        <p:spPr>
          <a:xfrm>
            <a:off x="251520" y="1124744"/>
            <a:ext cx="6408712" cy="369331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lt1"/>
                </a:solidFill>
                <a:latin typeface="Century Gothic"/>
                <a:ea typeface="Century Gothic"/>
                <a:cs typeface="Century Gothic"/>
                <a:sym typeface="Century Gothic"/>
              </a:rPr>
              <a:t>public class Singleton{</a:t>
            </a:r>
            <a:endParaRPr/>
          </a:p>
          <a:p>
            <a:pPr indent="0" lvl="0" marL="0" marR="0" rtl="0" algn="l">
              <a:spcBef>
                <a:spcPts val="0"/>
              </a:spcBef>
              <a:spcAft>
                <a:spcPts val="0"/>
              </a:spcAft>
              <a:buNone/>
            </a:pPr>
            <a:r>
              <a:rPr lang="en-US" sz="1800">
                <a:solidFill>
                  <a:schemeClr val="lt1"/>
                </a:solidFill>
                <a:latin typeface="Century Gothic"/>
                <a:ea typeface="Century Gothic"/>
                <a:cs typeface="Century Gothic"/>
                <a:sym typeface="Century Gothic"/>
              </a:rPr>
              <a:t>      private static Singleton singleInstance;</a:t>
            </a:r>
            <a:endParaRPr/>
          </a:p>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a:p>
            <a:pPr indent="0" lvl="0" marL="0" marR="0" rtl="0" algn="l">
              <a:spcBef>
                <a:spcPts val="0"/>
              </a:spcBef>
              <a:spcAft>
                <a:spcPts val="0"/>
              </a:spcAft>
              <a:buNone/>
            </a:pPr>
            <a:r>
              <a:rPr lang="en-US" sz="1800">
                <a:solidFill>
                  <a:schemeClr val="lt1"/>
                </a:solidFill>
                <a:latin typeface="Century Gothic"/>
                <a:ea typeface="Century Gothic"/>
                <a:cs typeface="Century Gothic"/>
                <a:sym typeface="Century Gothic"/>
              </a:rPr>
              <a:t>      private Singleton(){</a:t>
            </a:r>
            <a:endParaRPr/>
          </a:p>
          <a:p>
            <a:pPr indent="0" lvl="0" marL="0" marR="0" rtl="0" algn="l">
              <a:spcBef>
                <a:spcPts val="0"/>
              </a:spcBef>
              <a:spcAft>
                <a:spcPts val="0"/>
              </a:spcAft>
              <a:buNone/>
            </a:pPr>
            <a:r>
              <a:rPr lang="en-US" sz="1800">
                <a:solidFill>
                  <a:schemeClr val="lt1"/>
                </a:solidFill>
                <a:latin typeface="Century Gothic"/>
                <a:ea typeface="Century Gothic"/>
                <a:cs typeface="Century Gothic"/>
                <a:sym typeface="Century Gothic"/>
              </a:rPr>
              <a:t>         </a:t>
            </a:r>
            <a:r>
              <a:rPr lang="en-US" sz="1800">
                <a:solidFill>
                  <a:srgbClr val="92D050"/>
                </a:solidFill>
                <a:latin typeface="Century Gothic"/>
                <a:ea typeface="Century Gothic"/>
                <a:cs typeface="Century Gothic"/>
                <a:sym typeface="Century Gothic"/>
              </a:rPr>
              <a:t>//nothing to do as object initiation will be done once</a:t>
            </a:r>
            <a:endParaRPr/>
          </a:p>
          <a:p>
            <a:pPr indent="0" lvl="0" marL="0" marR="0" rtl="0" algn="l">
              <a:spcBef>
                <a:spcPts val="0"/>
              </a:spcBef>
              <a:spcAft>
                <a:spcPts val="0"/>
              </a:spcAft>
              <a:buNone/>
            </a:pPr>
            <a:r>
              <a:rPr lang="en-US" sz="1800">
                <a:solidFill>
                  <a:schemeClr val="lt1"/>
                </a:solidFill>
                <a:latin typeface="Century Gothic"/>
                <a:ea typeface="Century Gothic"/>
                <a:cs typeface="Century Gothic"/>
                <a:sym typeface="Century Gothic"/>
              </a:rPr>
              <a:t>      }</a:t>
            </a:r>
            <a:endParaRPr/>
          </a:p>
          <a:p>
            <a:pPr indent="0" lvl="0" marL="0" marR="0" rtl="0" algn="l">
              <a:spcBef>
                <a:spcPts val="0"/>
              </a:spcBef>
              <a:spcAft>
                <a:spcPts val="0"/>
              </a:spcAft>
              <a:buNone/>
            </a:pPr>
            <a:r>
              <a:rPr lang="en-US" sz="1800">
                <a:solidFill>
                  <a:schemeClr val="lt1"/>
                </a:solidFill>
                <a:latin typeface="Century Gothic"/>
                <a:ea typeface="Century Gothic"/>
                <a:cs typeface="Century Gothic"/>
                <a:sym typeface="Century Gothic"/>
              </a:rPr>
              <a:t>      public static Singleton getInstance(){</a:t>
            </a:r>
            <a:endParaRPr/>
          </a:p>
          <a:p>
            <a:pPr indent="0" lvl="0" marL="0" marR="0" rtl="0" algn="l">
              <a:spcBef>
                <a:spcPts val="0"/>
              </a:spcBef>
              <a:spcAft>
                <a:spcPts val="0"/>
              </a:spcAft>
              <a:buNone/>
            </a:pPr>
            <a:r>
              <a:rPr lang="en-US" sz="1800">
                <a:solidFill>
                  <a:schemeClr val="lt1"/>
                </a:solidFill>
                <a:latin typeface="Century Gothic"/>
                <a:ea typeface="Century Gothic"/>
                <a:cs typeface="Century Gothic"/>
                <a:sym typeface="Century Gothic"/>
              </a:rPr>
              <a:t>           if(singleInstance == null){</a:t>
            </a:r>
            <a:endParaRPr/>
          </a:p>
          <a:p>
            <a:pPr indent="0" lvl="0" marL="0" marR="0" rtl="0" algn="l">
              <a:spcBef>
                <a:spcPts val="0"/>
              </a:spcBef>
              <a:spcAft>
                <a:spcPts val="0"/>
              </a:spcAft>
              <a:buNone/>
            </a:pPr>
            <a:r>
              <a:rPr lang="en-US" sz="1800">
                <a:solidFill>
                  <a:schemeClr val="lt1"/>
                </a:solidFill>
                <a:latin typeface="Century Gothic"/>
                <a:ea typeface="Century Gothic"/>
                <a:cs typeface="Century Gothic"/>
                <a:sym typeface="Century Gothic"/>
              </a:rPr>
              <a:t>                  singleInstance = new Singletong(); </a:t>
            </a:r>
            <a:r>
              <a:rPr lang="en-US" sz="1800">
                <a:solidFill>
                  <a:srgbClr val="92D050"/>
                </a:solidFill>
                <a:latin typeface="Century Gothic"/>
                <a:ea typeface="Century Gothic"/>
                <a:cs typeface="Century Gothic"/>
                <a:sym typeface="Century Gothic"/>
              </a:rPr>
              <a:t>// Lazy instance</a:t>
            </a:r>
            <a:endParaRPr/>
          </a:p>
          <a:p>
            <a:pPr indent="0" lvl="0" marL="0" marR="0" rtl="0" algn="l">
              <a:spcBef>
                <a:spcPts val="0"/>
              </a:spcBef>
              <a:spcAft>
                <a:spcPts val="0"/>
              </a:spcAft>
              <a:buNone/>
            </a:pPr>
            <a:r>
              <a:rPr lang="en-US" sz="1800">
                <a:solidFill>
                  <a:schemeClr val="lt1"/>
                </a:solidFill>
                <a:latin typeface="Century Gothic"/>
                <a:ea typeface="Century Gothic"/>
                <a:cs typeface="Century Gothic"/>
                <a:sym typeface="Century Gothic"/>
              </a:rPr>
              <a:t>           }</a:t>
            </a:r>
            <a:endParaRPr/>
          </a:p>
          <a:p>
            <a:pPr indent="0" lvl="0" marL="0" marR="0" rtl="0" algn="l">
              <a:spcBef>
                <a:spcPts val="0"/>
              </a:spcBef>
              <a:spcAft>
                <a:spcPts val="0"/>
              </a:spcAft>
              <a:buNone/>
            </a:pPr>
            <a:r>
              <a:rPr lang="en-US" sz="1800">
                <a:solidFill>
                  <a:schemeClr val="lt1"/>
                </a:solidFill>
                <a:latin typeface="Century Gothic"/>
                <a:ea typeface="Century Gothic"/>
                <a:cs typeface="Century Gothic"/>
                <a:sym typeface="Century Gothic"/>
              </a:rPr>
              <a:t>           return singleInstance;</a:t>
            </a:r>
            <a:endParaRPr/>
          </a:p>
          <a:p>
            <a:pPr indent="0" lvl="0" marL="0" marR="0" rtl="0" algn="l">
              <a:spcBef>
                <a:spcPts val="0"/>
              </a:spcBef>
              <a:spcAft>
                <a:spcPts val="0"/>
              </a:spcAft>
              <a:buNone/>
            </a:pPr>
            <a:r>
              <a:rPr lang="en-US" sz="1800">
                <a:solidFill>
                  <a:schemeClr val="lt1"/>
                </a:solidFill>
                <a:latin typeface="Century Gothic"/>
                <a:ea typeface="Century Gothic"/>
                <a:cs typeface="Century Gothic"/>
                <a:sym typeface="Century Gothic"/>
              </a:rPr>
              <a:t>      }</a:t>
            </a:r>
            <a:endParaRPr/>
          </a:p>
          <a:p>
            <a:pPr indent="0" lvl="0" marL="0" marR="0" rtl="0" algn="l">
              <a:spcBef>
                <a:spcPts val="0"/>
              </a:spcBef>
              <a:spcAft>
                <a:spcPts val="0"/>
              </a:spcAft>
              <a:buNone/>
            </a:pPr>
            <a:r>
              <a:rPr lang="en-US" sz="1800">
                <a:solidFill>
                  <a:schemeClr val="lt1"/>
                </a:solidFill>
                <a:latin typeface="Century Gothic"/>
                <a:ea typeface="Century Gothic"/>
                <a:cs typeface="Century Gothic"/>
                <a:sym typeface="Century Gothic"/>
              </a:rPr>
              <a:t>}</a:t>
            </a:r>
            <a:endParaRPr/>
          </a:p>
        </p:txBody>
      </p:sp>
      <p:sp>
        <p:nvSpPr>
          <p:cNvPr id="190" name="Google Shape;190;p5"/>
          <p:cNvSpPr txBox="1"/>
          <p:nvPr/>
        </p:nvSpPr>
        <p:spPr>
          <a:xfrm>
            <a:off x="2627784" y="5210970"/>
            <a:ext cx="5184576"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EFD37E"/>
                </a:solidFill>
                <a:latin typeface="Century Gothic"/>
                <a:ea typeface="Century Gothic"/>
                <a:cs typeface="Century Gothic"/>
                <a:sym typeface="Century Gothic"/>
              </a:rPr>
              <a:t>From main method call –</a:t>
            </a:r>
            <a:endParaRPr/>
          </a:p>
          <a:p>
            <a:pPr indent="0" lvl="0" marL="0" marR="0" rtl="0" algn="l">
              <a:spcBef>
                <a:spcPts val="0"/>
              </a:spcBef>
              <a:spcAft>
                <a:spcPts val="0"/>
              </a:spcAft>
              <a:buNone/>
            </a:pPr>
            <a:r>
              <a:rPr lang="en-US" sz="1800">
                <a:solidFill>
                  <a:schemeClr val="lt1"/>
                </a:solidFill>
                <a:latin typeface="Century Gothic"/>
                <a:ea typeface="Century Gothic"/>
                <a:cs typeface="Century Gothic"/>
                <a:sym typeface="Century Gothic"/>
              </a:rPr>
              <a:t>  Singleton instance = Singleton.getInstance();</a:t>
            </a:r>
            <a:endParaRPr sz="1800">
              <a:solidFill>
                <a:schemeClr val="lt1"/>
              </a:solidFill>
              <a:latin typeface="Century Gothic"/>
              <a:ea typeface="Century Gothic"/>
              <a:cs typeface="Century Gothic"/>
              <a:sym typeface="Century Gothic"/>
            </a:endParaRPr>
          </a:p>
        </p:txBody>
      </p:sp>
      <p:sp>
        <p:nvSpPr>
          <p:cNvPr id="191" name="Google Shape;191;p5"/>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pic>
        <p:nvPicPr>
          <p:cNvPr descr="brac.png" id="192" name="Google Shape;192;p5"/>
          <p:cNvPicPr preferRelativeResize="0"/>
          <p:nvPr/>
        </p:nvPicPr>
        <p:blipFill rotWithShape="1">
          <a:blip r:embed="rId3">
            <a:alphaModFix/>
          </a:blip>
          <a:srcRect b="0" l="0" r="0" t="0"/>
          <a:stretch/>
        </p:blipFill>
        <p:spPr>
          <a:xfrm>
            <a:off x="7772400" y="5829300"/>
            <a:ext cx="1371600" cy="10668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9"/>
                                        </p:tgtEl>
                                        <p:attrNameLst>
                                          <p:attrName>style.visibility</p:attrName>
                                        </p:attrNameLst>
                                      </p:cBhvr>
                                      <p:to>
                                        <p:strVal val="visible"/>
                                      </p:to>
                                    </p:set>
                                    <p:animEffect filter="fade" transition="in">
                                      <p:cBhvr>
                                        <p:cTn dur="1000"/>
                                        <p:tgtEl>
                                          <p:spTgt spid="18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0"/>
                                        </p:tgtEl>
                                        <p:attrNameLst>
                                          <p:attrName>style.visibility</p:attrName>
                                        </p:attrNameLst>
                                      </p:cBhvr>
                                      <p:to>
                                        <p:strVal val="visible"/>
                                      </p:to>
                                    </p:set>
                                    <p:animEffect filter="fade" transition="in">
                                      <p:cBhvr>
                                        <p:cTn dur="1000"/>
                                        <p:tgtEl>
                                          <p:spTgt spid="19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6"/>
          <p:cNvSpPr txBox="1"/>
          <p:nvPr>
            <p:ph type="title"/>
          </p:nvPr>
        </p:nvSpPr>
        <p:spPr>
          <a:xfrm>
            <a:off x="484710" y="452718"/>
            <a:ext cx="7055380" cy="140053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lt2"/>
              </a:buClr>
              <a:buSzPts val="4200"/>
              <a:buFont typeface="Century Gothic"/>
              <a:buNone/>
            </a:pPr>
            <a:r>
              <a:rPr lang="en-US"/>
              <a:t>Singleton</a:t>
            </a:r>
            <a:endParaRPr/>
          </a:p>
        </p:txBody>
      </p:sp>
      <p:sp>
        <p:nvSpPr>
          <p:cNvPr id="198" name="Google Shape;198;p6"/>
          <p:cNvSpPr txBox="1"/>
          <p:nvPr>
            <p:ph idx="1" type="body"/>
          </p:nvPr>
        </p:nvSpPr>
        <p:spPr>
          <a:xfrm>
            <a:off x="251520" y="1556792"/>
            <a:ext cx="8660026" cy="4195481"/>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600"/>
              <a:buNone/>
            </a:pPr>
            <a:r>
              <a:rPr b="1" lang="en-US"/>
              <a:t>Participants: </a:t>
            </a:r>
            <a:endParaRPr/>
          </a:p>
          <a:p>
            <a:pPr indent="-342906" lvl="0" marL="342906" rtl="0" algn="l">
              <a:spcBef>
                <a:spcPts val="1000"/>
              </a:spcBef>
              <a:spcAft>
                <a:spcPts val="0"/>
              </a:spcAft>
              <a:buSzPts val="1600"/>
              <a:buFont typeface="Noto Sans Symbols"/>
              <a:buChar char="⮚"/>
            </a:pPr>
            <a:r>
              <a:rPr b="1" lang="en-US"/>
              <a:t>Singleton-</a:t>
            </a:r>
            <a:r>
              <a:rPr lang="en-US"/>
              <a:t>defines an Instance operation that lets clients access its unique instance. Instance is a class operation .It may be responsible for creating its own unique instance. (ex: Singleton)</a:t>
            </a:r>
            <a:endParaRPr b="1"/>
          </a:p>
          <a:p>
            <a:pPr indent="0" lvl="0" marL="0" rtl="0" algn="l">
              <a:spcBef>
                <a:spcPts val="1000"/>
              </a:spcBef>
              <a:spcAft>
                <a:spcPts val="0"/>
              </a:spcAft>
              <a:buSzPts val="1600"/>
              <a:buNone/>
            </a:pPr>
            <a:r>
              <a:rPr b="1" lang="en-US"/>
              <a:t>Structure:</a:t>
            </a:r>
            <a:endParaRPr/>
          </a:p>
        </p:txBody>
      </p:sp>
      <p:pic>
        <p:nvPicPr>
          <p:cNvPr id="199" name="Google Shape;199;p6"/>
          <p:cNvPicPr preferRelativeResize="0"/>
          <p:nvPr/>
        </p:nvPicPr>
        <p:blipFill rotWithShape="1">
          <a:blip r:embed="rId3">
            <a:alphaModFix/>
          </a:blip>
          <a:srcRect b="0" l="0" r="0" t="0"/>
          <a:stretch/>
        </p:blipFill>
        <p:spPr>
          <a:xfrm>
            <a:off x="1889082" y="3429000"/>
            <a:ext cx="5824652" cy="2592288"/>
          </a:xfrm>
          <a:prstGeom prst="rect">
            <a:avLst/>
          </a:prstGeom>
          <a:noFill/>
          <a:ln>
            <a:noFill/>
          </a:ln>
        </p:spPr>
      </p:pic>
      <p:sp>
        <p:nvSpPr>
          <p:cNvPr id="200" name="Google Shape;200;p6"/>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pic>
        <p:nvPicPr>
          <p:cNvPr descr="brac.png" id="201" name="Google Shape;201;p6"/>
          <p:cNvPicPr preferRelativeResize="0"/>
          <p:nvPr/>
        </p:nvPicPr>
        <p:blipFill rotWithShape="1">
          <a:blip r:embed="rId4">
            <a:alphaModFix/>
          </a:blip>
          <a:srcRect b="0" l="0" r="0" t="0"/>
          <a:stretch/>
        </p:blipFill>
        <p:spPr>
          <a:xfrm>
            <a:off x="7772400" y="5829300"/>
            <a:ext cx="1371600" cy="10668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7"/>
          <p:cNvSpPr txBox="1"/>
          <p:nvPr>
            <p:ph type="title"/>
          </p:nvPr>
        </p:nvSpPr>
        <p:spPr>
          <a:xfrm>
            <a:off x="484710" y="452718"/>
            <a:ext cx="7055380" cy="140053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lt2"/>
              </a:buClr>
              <a:buSzPts val="4200"/>
              <a:buFont typeface="Century Gothic"/>
              <a:buNone/>
            </a:pPr>
            <a:r>
              <a:rPr lang="en-US"/>
              <a:t>Singleton</a:t>
            </a:r>
            <a:endParaRPr/>
          </a:p>
        </p:txBody>
      </p:sp>
      <p:sp>
        <p:nvSpPr>
          <p:cNvPr id="207" name="Google Shape;207;p7"/>
          <p:cNvSpPr txBox="1"/>
          <p:nvPr>
            <p:ph idx="1" type="body"/>
          </p:nvPr>
        </p:nvSpPr>
        <p:spPr>
          <a:xfrm>
            <a:off x="827700" y="2052925"/>
            <a:ext cx="7416708" cy="4195481"/>
          </a:xfrm>
          <a:prstGeom prst="rect">
            <a:avLst/>
          </a:prstGeom>
          <a:noFill/>
          <a:ln>
            <a:noFill/>
          </a:ln>
        </p:spPr>
        <p:txBody>
          <a:bodyPr anchorCtr="0" anchor="t" bIns="45700" lIns="91425" spcFirstLastPara="1" rIns="91425" wrap="square" tIns="45700">
            <a:normAutofit/>
          </a:bodyPr>
          <a:lstStyle/>
          <a:p>
            <a:pPr indent="0" lvl="0" marL="0" rtl="0" algn="just">
              <a:spcBef>
                <a:spcPts val="0"/>
              </a:spcBef>
              <a:spcAft>
                <a:spcPts val="0"/>
              </a:spcAft>
              <a:buSzPts val="1600"/>
              <a:buNone/>
            </a:pPr>
            <a:r>
              <a:rPr b="1" lang="en-US"/>
              <a:t>Lazy instance</a:t>
            </a:r>
            <a:r>
              <a:rPr lang="en-US"/>
              <a:t>: Singleton make use of lazy initiation of the class. It means that its creation is deferred until it is first used. It helps to improve performance, avoid wasteful computation and reduce program memory requirement.</a:t>
            </a:r>
            <a:endParaRPr/>
          </a:p>
          <a:p>
            <a:pPr indent="0" lvl="0" marL="0" rtl="0" algn="just">
              <a:spcBef>
                <a:spcPts val="1000"/>
              </a:spcBef>
              <a:spcAft>
                <a:spcPts val="0"/>
              </a:spcAft>
              <a:buSzPts val="1600"/>
              <a:buNone/>
            </a:pPr>
            <a:r>
              <a:t/>
            </a:r>
            <a:endParaRPr/>
          </a:p>
          <a:p>
            <a:pPr indent="0" lvl="0" marL="0" rtl="0" algn="l">
              <a:spcBef>
                <a:spcPts val="1000"/>
              </a:spcBef>
              <a:spcAft>
                <a:spcPts val="0"/>
              </a:spcAft>
              <a:buSzPts val="1600"/>
              <a:buNone/>
            </a:pPr>
            <a:r>
              <a:rPr lang="en-US"/>
              <a:t> if(singleInstance == null){</a:t>
            </a:r>
            <a:endParaRPr/>
          </a:p>
          <a:p>
            <a:pPr indent="0" lvl="0" marL="0" rtl="0" algn="l">
              <a:spcBef>
                <a:spcPts val="1000"/>
              </a:spcBef>
              <a:spcAft>
                <a:spcPts val="0"/>
              </a:spcAft>
              <a:buSzPts val="1600"/>
              <a:buNone/>
            </a:pPr>
            <a:r>
              <a:rPr lang="en-US"/>
              <a:t>      singleInstance = new Singletong(); </a:t>
            </a:r>
            <a:r>
              <a:rPr lang="en-US">
                <a:solidFill>
                  <a:srgbClr val="92D050"/>
                </a:solidFill>
              </a:rPr>
              <a:t>// Lazy initialization</a:t>
            </a:r>
            <a:endParaRPr>
              <a:solidFill>
                <a:srgbClr val="92D050"/>
              </a:solidFill>
            </a:endParaRPr>
          </a:p>
          <a:p>
            <a:pPr indent="0" lvl="0" marL="0" rtl="0" algn="l">
              <a:spcBef>
                <a:spcPts val="1000"/>
              </a:spcBef>
              <a:spcAft>
                <a:spcPts val="0"/>
              </a:spcAft>
              <a:buSzPts val="1600"/>
              <a:buNone/>
            </a:pPr>
            <a:r>
              <a:rPr lang="en-US"/>
              <a:t> }</a:t>
            </a:r>
            <a:endParaRPr/>
          </a:p>
        </p:txBody>
      </p:sp>
      <p:sp>
        <p:nvSpPr>
          <p:cNvPr id="208" name="Google Shape;208;p7"/>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pic>
        <p:nvPicPr>
          <p:cNvPr descr="brac.png" id="209" name="Google Shape;209;p7"/>
          <p:cNvPicPr preferRelativeResize="0"/>
          <p:nvPr/>
        </p:nvPicPr>
        <p:blipFill rotWithShape="1">
          <a:blip r:embed="rId3">
            <a:alphaModFix/>
          </a:blip>
          <a:srcRect b="0" l="0" r="0" t="0"/>
          <a:stretch/>
        </p:blipFill>
        <p:spPr>
          <a:xfrm>
            <a:off x="7772400" y="5829300"/>
            <a:ext cx="1371600" cy="10668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8"/>
          <p:cNvSpPr txBox="1"/>
          <p:nvPr>
            <p:ph type="title"/>
          </p:nvPr>
        </p:nvSpPr>
        <p:spPr>
          <a:xfrm>
            <a:off x="484710" y="452718"/>
            <a:ext cx="7055380" cy="140053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lt2"/>
              </a:buClr>
              <a:buSzPts val="4200"/>
              <a:buFont typeface="Century Gothic"/>
              <a:buNone/>
            </a:pPr>
            <a:r>
              <a:rPr lang="en-US"/>
              <a:t>Adapter Pattern</a:t>
            </a:r>
            <a:endParaRPr/>
          </a:p>
        </p:txBody>
      </p:sp>
      <p:sp>
        <p:nvSpPr>
          <p:cNvPr id="215" name="Google Shape;215;p8"/>
          <p:cNvSpPr txBox="1"/>
          <p:nvPr>
            <p:ph idx="1" type="body"/>
          </p:nvPr>
        </p:nvSpPr>
        <p:spPr>
          <a:xfrm>
            <a:off x="827700" y="1340769"/>
            <a:ext cx="6711654" cy="4907638"/>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SzPts val="1600"/>
              <a:buNone/>
            </a:pPr>
            <a:r>
              <a:rPr b="1" lang="en-US"/>
              <a:t>In the real world...</a:t>
            </a:r>
            <a:endParaRPr/>
          </a:p>
          <a:p>
            <a:pPr indent="0" lvl="0" marL="0" rtl="0" algn="l">
              <a:spcBef>
                <a:spcPts val="1000"/>
              </a:spcBef>
              <a:spcAft>
                <a:spcPts val="0"/>
              </a:spcAft>
              <a:buSzPts val="1600"/>
              <a:buNone/>
            </a:pPr>
            <a:r>
              <a:rPr lang="en-US"/>
              <a:t>we are very familiar with adapters and what they do </a:t>
            </a:r>
            <a:br>
              <a:rPr lang="en-US"/>
            </a:br>
            <a:endParaRPr/>
          </a:p>
        </p:txBody>
      </p:sp>
      <p:sp>
        <p:nvSpPr>
          <p:cNvPr id="216" name="Google Shape;216;p8"/>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pic>
        <p:nvPicPr>
          <p:cNvPr id="217" name="Google Shape;217;p8"/>
          <p:cNvPicPr preferRelativeResize="0"/>
          <p:nvPr/>
        </p:nvPicPr>
        <p:blipFill rotWithShape="1">
          <a:blip r:embed="rId3">
            <a:alphaModFix/>
          </a:blip>
          <a:srcRect b="0" l="0" r="0" t="0"/>
          <a:stretch/>
        </p:blipFill>
        <p:spPr>
          <a:xfrm>
            <a:off x="1403648" y="2492896"/>
            <a:ext cx="6265168" cy="3833242"/>
          </a:xfrm>
          <a:prstGeom prst="rect">
            <a:avLst/>
          </a:prstGeom>
          <a:noFill/>
          <a:ln>
            <a:noFill/>
          </a:ln>
        </p:spPr>
      </p:pic>
      <p:pic>
        <p:nvPicPr>
          <p:cNvPr descr="brac.png" id="218" name="Google Shape;218;p8"/>
          <p:cNvPicPr preferRelativeResize="0"/>
          <p:nvPr/>
        </p:nvPicPr>
        <p:blipFill rotWithShape="1">
          <a:blip r:embed="rId4">
            <a:alphaModFix/>
          </a:blip>
          <a:srcRect b="0" l="0" r="0" t="0"/>
          <a:stretch/>
        </p:blipFill>
        <p:spPr>
          <a:xfrm>
            <a:off x="7772400" y="5829300"/>
            <a:ext cx="1371600" cy="10668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9"/>
          <p:cNvSpPr txBox="1"/>
          <p:nvPr>
            <p:ph type="title"/>
          </p:nvPr>
        </p:nvSpPr>
        <p:spPr>
          <a:xfrm>
            <a:off x="457200" y="274638"/>
            <a:ext cx="8229600" cy="1066130"/>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chemeClr val="lt2"/>
              </a:buClr>
              <a:buSzPct val="100000"/>
              <a:buFont typeface="Century Gothic"/>
              <a:buNone/>
            </a:pPr>
            <a:r>
              <a:rPr lang="en-US"/>
              <a:t>What about object oriented adapters? </a:t>
            </a:r>
            <a:br>
              <a:rPr lang="en-US"/>
            </a:br>
            <a:endParaRPr/>
          </a:p>
        </p:txBody>
      </p:sp>
      <p:sp>
        <p:nvSpPr>
          <p:cNvPr id="224" name="Google Shape;224;p9"/>
          <p:cNvSpPr txBox="1"/>
          <p:nvPr>
            <p:ph idx="1" type="body"/>
          </p:nvPr>
        </p:nvSpPr>
        <p:spPr>
          <a:xfrm>
            <a:off x="827700" y="2052925"/>
            <a:ext cx="7704740" cy="4195481"/>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600"/>
              <a:buNone/>
            </a:pPr>
            <a:r>
              <a:rPr b="1" lang="en-US">
                <a:solidFill>
                  <a:srgbClr val="EFD37E"/>
                </a:solidFill>
              </a:rPr>
              <a:t>Intent</a:t>
            </a:r>
            <a:r>
              <a:rPr b="1" lang="en-US"/>
              <a:t>:</a:t>
            </a:r>
            <a:br>
              <a:rPr b="1" lang="en-US"/>
            </a:br>
            <a:r>
              <a:rPr lang="en-US"/>
              <a:t>Convert the interface of a class into another interface clients expect. Adapter lets classes work together that couldn't otherwise because of incompatible interfaces.</a:t>
            </a:r>
            <a:br>
              <a:rPr lang="en-US"/>
            </a:br>
            <a:r>
              <a:rPr b="1" lang="en-US">
                <a:solidFill>
                  <a:srgbClr val="EFD37E"/>
                </a:solidFill>
              </a:rPr>
              <a:t>Classified as:</a:t>
            </a:r>
            <a:br>
              <a:rPr b="1" lang="en-US"/>
            </a:br>
            <a:r>
              <a:rPr lang="en-US"/>
              <a:t>A Structural Pattern</a:t>
            </a:r>
            <a:br>
              <a:rPr lang="en-US"/>
            </a:br>
            <a:r>
              <a:rPr lang="en-US"/>
              <a:t>(Structural patterns are concerned with how classes and objects are composed to form larger structures.)</a:t>
            </a:r>
            <a:br>
              <a:rPr lang="en-US"/>
            </a:br>
            <a:r>
              <a:rPr b="1" lang="en-US">
                <a:solidFill>
                  <a:srgbClr val="EFD37E"/>
                </a:solidFill>
              </a:rPr>
              <a:t>Also Known As:</a:t>
            </a:r>
            <a:br>
              <a:rPr b="1" lang="en-US"/>
            </a:br>
            <a:r>
              <a:rPr lang="en-US"/>
              <a:t>Wrapper </a:t>
            </a:r>
            <a:endParaRPr/>
          </a:p>
        </p:txBody>
      </p:sp>
      <p:sp>
        <p:nvSpPr>
          <p:cNvPr id="225" name="Google Shape;225;p9"/>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pic>
        <p:nvPicPr>
          <p:cNvPr descr="brac.png" id="226" name="Google Shape;226;p9"/>
          <p:cNvPicPr preferRelativeResize="0"/>
          <p:nvPr/>
        </p:nvPicPr>
        <p:blipFill rotWithShape="1">
          <a:blip r:embed="rId3">
            <a:alphaModFix/>
          </a:blip>
          <a:srcRect b="0" l="0" r="0" t="0"/>
          <a:stretch/>
        </p:blipFill>
        <p:spPr>
          <a:xfrm>
            <a:off x="7772400" y="5829300"/>
            <a:ext cx="1371600" cy="10668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10"/>
          <p:cNvSpPr txBox="1"/>
          <p:nvPr>
            <p:ph type="title"/>
          </p:nvPr>
        </p:nvSpPr>
        <p:spPr>
          <a:xfrm>
            <a:off x="484710" y="452718"/>
            <a:ext cx="7055380" cy="140053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lt2"/>
              </a:buClr>
              <a:buSzPts val="4200"/>
              <a:buFont typeface="Century Gothic"/>
              <a:buNone/>
            </a:pPr>
            <a:r>
              <a:rPr lang="en-US"/>
              <a:t>Adapter Pattern</a:t>
            </a:r>
            <a:endParaRPr/>
          </a:p>
        </p:txBody>
      </p:sp>
      <p:sp>
        <p:nvSpPr>
          <p:cNvPr id="232" name="Google Shape;232;p10"/>
          <p:cNvSpPr txBox="1"/>
          <p:nvPr>
            <p:ph idx="1" type="body"/>
          </p:nvPr>
        </p:nvSpPr>
        <p:spPr>
          <a:xfrm>
            <a:off x="483974" y="2052925"/>
            <a:ext cx="8048466" cy="4195481"/>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600"/>
              <a:buNone/>
            </a:pPr>
            <a:r>
              <a:rPr lang="en-US"/>
              <a:t>Adapter pattern can be solved in one of two ways:</a:t>
            </a:r>
            <a:endParaRPr/>
          </a:p>
          <a:p>
            <a:pPr indent="-342906" lvl="0" marL="342906" rtl="0" algn="l">
              <a:spcBef>
                <a:spcPts val="1000"/>
              </a:spcBef>
              <a:spcAft>
                <a:spcPts val="0"/>
              </a:spcAft>
              <a:buSzPts val="1600"/>
              <a:buChar char="►"/>
            </a:pPr>
            <a:r>
              <a:rPr b="1" lang="en-US">
                <a:solidFill>
                  <a:srgbClr val="EFD37E"/>
                </a:solidFill>
              </a:rPr>
              <a:t>Class Adapter</a:t>
            </a:r>
            <a:r>
              <a:rPr lang="en-US"/>
              <a:t>: its Inheritance based solution</a:t>
            </a:r>
            <a:endParaRPr/>
          </a:p>
          <a:p>
            <a:pPr indent="-342906" lvl="0" marL="342906" rtl="0" algn="l">
              <a:spcBef>
                <a:spcPts val="1000"/>
              </a:spcBef>
              <a:spcAft>
                <a:spcPts val="0"/>
              </a:spcAft>
              <a:buSzPts val="1600"/>
              <a:buChar char="►"/>
            </a:pPr>
            <a:r>
              <a:rPr b="1" lang="en-US">
                <a:solidFill>
                  <a:srgbClr val="EFD37E"/>
                </a:solidFill>
              </a:rPr>
              <a:t>Object Adapter: </a:t>
            </a:r>
            <a:r>
              <a:rPr lang="en-US"/>
              <a:t>its Object creation based solution</a:t>
            </a:r>
            <a:endParaRPr/>
          </a:p>
        </p:txBody>
      </p:sp>
      <p:sp>
        <p:nvSpPr>
          <p:cNvPr id="233" name="Google Shape;233;p10"/>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pic>
        <p:nvPicPr>
          <p:cNvPr descr="brac.png" id="234" name="Google Shape;234;p10"/>
          <p:cNvPicPr preferRelativeResize="0"/>
          <p:nvPr/>
        </p:nvPicPr>
        <p:blipFill rotWithShape="1">
          <a:blip r:embed="rId3">
            <a:alphaModFix/>
          </a:blip>
          <a:srcRect b="0" l="0" r="0" t="0"/>
          <a:stretch/>
        </p:blipFill>
        <p:spPr>
          <a:xfrm>
            <a:off x="7772400" y="5829300"/>
            <a:ext cx="1371600" cy="10668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11"/>
          <p:cNvSpPr txBox="1"/>
          <p:nvPr>
            <p:ph type="title"/>
          </p:nvPr>
        </p:nvSpPr>
        <p:spPr>
          <a:xfrm>
            <a:off x="457200" y="274638"/>
            <a:ext cx="8229600" cy="922114"/>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lt2"/>
              </a:buClr>
              <a:buSzPts val="4200"/>
              <a:buFont typeface="Century Gothic"/>
              <a:buNone/>
            </a:pPr>
            <a:r>
              <a:rPr lang="en-US"/>
              <a:t>Class Adapter</a:t>
            </a:r>
            <a:endParaRPr/>
          </a:p>
        </p:txBody>
      </p:sp>
      <p:sp>
        <p:nvSpPr>
          <p:cNvPr id="240" name="Google Shape;240;p11"/>
          <p:cNvSpPr txBox="1"/>
          <p:nvPr>
            <p:ph idx="1" type="body"/>
          </p:nvPr>
        </p:nvSpPr>
        <p:spPr>
          <a:xfrm>
            <a:off x="539552" y="1700807"/>
            <a:ext cx="8147248" cy="4547599"/>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600"/>
              <a:buNone/>
            </a:pPr>
            <a:r>
              <a:rPr b="1" lang="en-US"/>
              <a:t>Scenario: </a:t>
            </a:r>
            <a:r>
              <a:rPr b="1" i="1" lang="en-US">
                <a:solidFill>
                  <a:srgbClr val="EFD37E"/>
                </a:solidFill>
              </a:rPr>
              <a:t>I have a pizza making store that creates different pizzas based on the choices of people of different locations. For example – people of Dhaka like DhakaStylePizza, people of Sylhet like SylhetStylePizza. </a:t>
            </a:r>
            <a:endParaRPr/>
          </a:p>
          <a:p>
            <a:pPr indent="0" lvl="0" marL="0" rtl="0" algn="l">
              <a:spcBef>
                <a:spcPts val="1000"/>
              </a:spcBef>
              <a:spcAft>
                <a:spcPts val="0"/>
              </a:spcAft>
              <a:buSzPts val="1600"/>
              <a:buNone/>
            </a:pPr>
            <a:br>
              <a:rPr lang="en-US"/>
            </a:br>
            <a:endParaRPr/>
          </a:p>
        </p:txBody>
      </p:sp>
      <p:sp>
        <p:nvSpPr>
          <p:cNvPr id="241" name="Google Shape;241;p11"/>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pic>
        <p:nvPicPr>
          <p:cNvPr id="242" name="Google Shape;242;p11"/>
          <p:cNvPicPr preferRelativeResize="0"/>
          <p:nvPr/>
        </p:nvPicPr>
        <p:blipFill rotWithShape="1">
          <a:blip r:embed="rId3">
            <a:alphaModFix/>
          </a:blip>
          <a:srcRect b="0" l="0" r="0" t="0"/>
          <a:stretch/>
        </p:blipFill>
        <p:spPr>
          <a:xfrm>
            <a:off x="899592" y="3356992"/>
            <a:ext cx="3487176" cy="2993150"/>
          </a:xfrm>
          <a:prstGeom prst="rect">
            <a:avLst/>
          </a:prstGeom>
          <a:noFill/>
          <a:ln>
            <a:noFill/>
          </a:ln>
        </p:spPr>
      </p:pic>
      <p:pic>
        <p:nvPicPr>
          <p:cNvPr id="243" name="Google Shape;243;p11"/>
          <p:cNvPicPr preferRelativeResize="0"/>
          <p:nvPr/>
        </p:nvPicPr>
        <p:blipFill rotWithShape="1">
          <a:blip r:embed="rId4">
            <a:alphaModFix/>
          </a:blip>
          <a:srcRect b="0" l="0" r="0" t="0"/>
          <a:stretch/>
        </p:blipFill>
        <p:spPr>
          <a:xfrm>
            <a:off x="5004048" y="2917750"/>
            <a:ext cx="3508468" cy="3871634"/>
          </a:xfrm>
          <a:prstGeom prst="rect">
            <a:avLst/>
          </a:prstGeom>
          <a:noFill/>
          <a:ln>
            <a:noFill/>
          </a:ln>
        </p:spPr>
      </p:pic>
      <p:pic>
        <p:nvPicPr>
          <p:cNvPr descr="brac.png" id="244" name="Google Shape;244;p11"/>
          <p:cNvPicPr preferRelativeResize="0"/>
          <p:nvPr/>
        </p:nvPicPr>
        <p:blipFill rotWithShape="1">
          <a:blip r:embed="rId5">
            <a:alphaModFix/>
          </a:blip>
          <a:srcRect b="0" l="0" r="0" t="0"/>
          <a:stretch/>
        </p:blipFill>
        <p:spPr>
          <a:xfrm>
            <a:off x="7772400" y="5829300"/>
            <a:ext cx="1371600" cy="10668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12"/>
          <p:cNvSpPr txBox="1"/>
          <p:nvPr>
            <p:ph type="title"/>
          </p:nvPr>
        </p:nvSpPr>
        <p:spPr>
          <a:xfrm>
            <a:off x="457200" y="274638"/>
            <a:ext cx="8229600" cy="922114"/>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lt2"/>
              </a:buClr>
              <a:buSzPts val="4200"/>
              <a:buFont typeface="Century Gothic"/>
              <a:buNone/>
            </a:pPr>
            <a:r>
              <a:rPr lang="en-US"/>
              <a:t>Class Adapter</a:t>
            </a:r>
            <a:endParaRPr/>
          </a:p>
        </p:txBody>
      </p:sp>
      <p:sp>
        <p:nvSpPr>
          <p:cNvPr id="250" name="Google Shape;250;p12"/>
          <p:cNvSpPr txBox="1"/>
          <p:nvPr>
            <p:ph idx="1" type="body"/>
          </p:nvPr>
        </p:nvSpPr>
        <p:spPr>
          <a:xfrm>
            <a:off x="539552" y="1700807"/>
            <a:ext cx="8147248" cy="4547599"/>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600"/>
              <a:buNone/>
            </a:pPr>
            <a:r>
              <a:rPr b="1" lang="en-US"/>
              <a:t>Scenario: </a:t>
            </a:r>
            <a:r>
              <a:rPr b="1" i="1" lang="en-US">
                <a:solidFill>
                  <a:srgbClr val="EFD37E"/>
                </a:solidFill>
              </a:rPr>
              <a:t>I have a pizza making store that creates different pizzas based on the choices of people of different locations. For example – people of Dhaka like DhakaStylePizza, people of Sylhet like SylhetStylePizza. </a:t>
            </a:r>
            <a:endParaRPr/>
          </a:p>
          <a:p>
            <a:pPr indent="0" lvl="0" marL="0" rtl="0" algn="l">
              <a:spcBef>
                <a:spcPts val="1000"/>
              </a:spcBef>
              <a:spcAft>
                <a:spcPts val="0"/>
              </a:spcAft>
              <a:buSzPts val="1600"/>
              <a:buNone/>
            </a:pPr>
            <a:r>
              <a:rPr b="1" i="1" lang="en-US"/>
              <a:t>Solution: </a:t>
            </a:r>
            <a:r>
              <a:rPr lang="en-US"/>
              <a:t>To meet the scenario, we can declare a Pizza interface and different location people can make their own style pizza by implementing the same interface.</a:t>
            </a:r>
            <a:br>
              <a:rPr lang="en-US"/>
            </a:br>
            <a:endParaRPr/>
          </a:p>
        </p:txBody>
      </p:sp>
      <p:sp>
        <p:nvSpPr>
          <p:cNvPr id="251" name="Google Shape;251;p12"/>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pic>
        <p:nvPicPr>
          <p:cNvPr descr="brac.png" id="252" name="Google Shape;252;p12"/>
          <p:cNvPicPr preferRelativeResize="0"/>
          <p:nvPr/>
        </p:nvPicPr>
        <p:blipFill rotWithShape="1">
          <a:blip r:embed="rId3">
            <a:alphaModFix/>
          </a:blip>
          <a:srcRect b="0" l="0" r="0" t="0"/>
          <a:stretch/>
        </p:blipFill>
        <p:spPr>
          <a:xfrm>
            <a:off x="7772400" y="5829300"/>
            <a:ext cx="1371600" cy="10668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13"/>
          <p:cNvSpPr txBox="1"/>
          <p:nvPr>
            <p:ph type="title"/>
          </p:nvPr>
        </p:nvSpPr>
        <p:spPr>
          <a:xfrm>
            <a:off x="484710" y="452718"/>
            <a:ext cx="7055380" cy="140053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lt2"/>
              </a:buClr>
              <a:buSzPts val="4200"/>
              <a:buFont typeface="Century Gothic"/>
              <a:buNone/>
            </a:pPr>
            <a:r>
              <a:rPr lang="en-US"/>
              <a:t>Class Adapter</a:t>
            </a:r>
            <a:endParaRPr/>
          </a:p>
        </p:txBody>
      </p:sp>
      <p:sp>
        <p:nvSpPr>
          <p:cNvPr id="258" name="Google Shape;258;p13"/>
          <p:cNvSpPr txBox="1"/>
          <p:nvPr>
            <p:ph idx="1" type="body"/>
          </p:nvPr>
        </p:nvSpPr>
        <p:spPr>
          <a:xfrm>
            <a:off x="457200" y="5733256"/>
            <a:ext cx="8229600" cy="392907"/>
          </a:xfrm>
          <a:prstGeom prst="rect">
            <a:avLst/>
          </a:prstGeom>
          <a:noFill/>
          <a:ln>
            <a:noFill/>
          </a:ln>
        </p:spPr>
        <p:txBody>
          <a:bodyPr anchorCtr="0" anchor="t" bIns="45700" lIns="91425" spcFirstLastPara="1" rIns="91425" wrap="square" tIns="45700">
            <a:normAutofit lnSpcReduction="10000"/>
          </a:bodyPr>
          <a:lstStyle/>
          <a:p>
            <a:pPr indent="0" lvl="0" marL="0" rtl="0" algn="l">
              <a:spcBef>
                <a:spcPts val="0"/>
              </a:spcBef>
              <a:spcAft>
                <a:spcPts val="0"/>
              </a:spcAft>
              <a:buSzPts val="1600"/>
              <a:buNone/>
            </a:pPr>
            <a:r>
              <a:t/>
            </a:r>
            <a:endParaRPr/>
          </a:p>
        </p:txBody>
      </p:sp>
      <p:sp>
        <p:nvSpPr>
          <p:cNvPr id="259" name="Google Shape;259;p13"/>
          <p:cNvSpPr txBox="1"/>
          <p:nvPr/>
        </p:nvSpPr>
        <p:spPr>
          <a:xfrm>
            <a:off x="323528" y="1474967"/>
            <a:ext cx="4032448"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lt1"/>
                </a:solidFill>
                <a:latin typeface="Century Gothic"/>
                <a:ea typeface="Century Gothic"/>
                <a:cs typeface="Century Gothic"/>
                <a:sym typeface="Century Gothic"/>
              </a:rPr>
              <a:t>Public Interface Pizza{</a:t>
            </a:r>
            <a:endParaRPr/>
          </a:p>
          <a:p>
            <a:pPr indent="0" lvl="0" marL="0" marR="0" rtl="0" algn="l">
              <a:spcBef>
                <a:spcPts val="0"/>
              </a:spcBef>
              <a:spcAft>
                <a:spcPts val="0"/>
              </a:spcAft>
              <a:buNone/>
            </a:pPr>
            <a:r>
              <a:rPr lang="en-US" sz="1800">
                <a:solidFill>
                  <a:schemeClr val="lt1"/>
                </a:solidFill>
                <a:latin typeface="Century Gothic"/>
                <a:ea typeface="Century Gothic"/>
                <a:cs typeface="Century Gothic"/>
                <a:sym typeface="Century Gothic"/>
              </a:rPr>
              <a:t>      abstract void toppings();</a:t>
            </a:r>
            <a:endParaRPr/>
          </a:p>
          <a:p>
            <a:pPr indent="0" lvl="0" marL="0" marR="0" rtl="0" algn="l">
              <a:spcBef>
                <a:spcPts val="0"/>
              </a:spcBef>
              <a:spcAft>
                <a:spcPts val="0"/>
              </a:spcAft>
              <a:buNone/>
            </a:pPr>
            <a:r>
              <a:rPr lang="en-US" sz="1800">
                <a:solidFill>
                  <a:schemeClr val="lt1"/>
                </a:solidFill>
                <a:latin typeface="Century Gothic"/>
                <a:ea typeface="Century Gothic"/>
                <a:cs typeface="Century Gothic"/>
                <a:sym typeface="Century Gothic"/>
              </a:rPr>
              <a:t>      abstract void bun();</a:t>
            </a:r>
            <a:endParaRPr/>
          </a:p>
          <a:p>
            <a:pPr indent="0" lvl="0" marL="0" marR="0" rtl="0" algn="l">
              <a:spcBef>
                <a:spcPts val="0"/>
              </a:spcBef>
              <a:spcAft>
                <a:spcPts val="0"/>
              </a:spcAft>
              <a:buNone/>
            </a:pPr>
            <a:r>
              <a:rPr lang="en-US" sz="1800">
                <a:solidFill>
                  <a:schemeClr val="lt1"/>
                </a:solidFill>
                <a:latin typeface="Century Gothic"/>
                <a:ea typeface="Century Gothic"/>
                <a:cs typeface="Century Gothic"/>
                <a:sym typeface="Century Gothic"/>
              </a:rPr>
              <a:t>}</a:t>
            </a:r>
            <a:endParaRPr/>
          </a:p>
        </p:txBody>
      </p:sp>
      <p:sp>
        <p:nvSpPr>
          <p:cNvPr id="260" name="Google Shape;260;p13"/>
          <p:cNvSpPr txBox="1"/>
          <p:nvPr/>
        </p:nvSpPr>
        <p:spPr>
          <a:xfrm>
            <a:off x="3707904" y="1474967"/>
            <a:ext cx="5112568" cy="258532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lt1"/>
                </a:solidFill>
                <a:latin typeface="Century Gothic"/>
                <a:ea typeface="Century Gothic"/>
                <a:cs typeface="Century Gothic"/>
                <a:sym typeface="Century Gothic"/>
              </a:rPr>
              <a:t>Public class DhakaStylePizza implements  Pizza{</a:t>
            </a:r>
            <a:endParaRPr/>
          </a:p>
          <a:p>
            <a:pPr indent="0" lvl="0" marL="0" marR="0" rtl="0" algn="l">
              <a:spcBef>
                <a:spcPts val="0"/>
              </a:spcBef>
              <a:spcAft>
                <a:spcPts val="0"/>
              </a:spcAft>
              <a:buNone/>
            </a:pPr>
            <a:r>
              <a:rPr lang="en-US" sz="1800">
                <a:solidFill>
                  <a:schemeClr val="lt1"/>
                </a:solidFill>
                <a:latin typeface="Century Gothic"/>
                <a:ea typeface="Century Gothic"/>
                <a:cs typeface="Century Gothic"/>
                <a:sym typeface="Century Gothic"/>
              </a:rPr>
              <a:t>      public void toppings(){</a:t>
            </a:r>
            <a:endParaRPr/>
          </a:p>
          <a:p>
            <a:pPr indent="0" lvl="0" marL="0" marR="0" rtl="0" algn="l">
              <a:spcBef>
                <a:spcPts val="0"/>
              </a:spcBef>
              <a:spcAft>
                <a:spcPts val="0"/>
              </a:spcAft>
              <a:buNone/>
            </a:pPr>
            <a:r>
              <a:rPr lang="en-US" sz="1800">
                <a:solidFill>
                  <a:schemeClr val="lt1"/>
                </a:solidFill>
                <a:latin typeface="Century Gothic"/>
                <a:ea typeface="Century Gothic"/>
                <a:cs typeface="Century Gothic"/>
                <a:sym typeface="Century Gothic"/>
              </a:rPr>
              <a:t>          print(“Dhaka chesse toppings”);</a:t>
            </a:r>
            <a:endParaRPr/>
          </a:p>
          <a:p>
            <a:pPr indent="0" lvl="0" marL="0" marR="0" rtl="0" algn="l">
              <a:spcBef>
                <a:spcPts val="0"/>
              </a:spcBef>
              <a:spcAft>
                <a:spcPts val="0"/>
              </a:spcAft>
              <a:buNone/>
            </a:pPr>
            <a:r>
              <a:rPr lang="en-US" sz="1800">
                <a:solidFill>
                  <a:schemeClr val="lt1"/>
                </a:solidFill>
                <a:latin typeface="Century Gothic"/>
                <a:ea typeface="Century Gothic"/>
                <a:cs typeface="Century Gothic"/>
                <a:sym typeface="Century Gothic"/>
              </a:rPr>
              <a:t>      }</a:t>
            </a:r>
            <a:endParaRPr/>
          </a:p>
          <a:p>
            <a:pPr indent="0" lvl="0" marL="0" marR="0" rtl="0" algn="l">
              <a:spcBef>
                <a:spcPts val="0"/>
              </a:spcBef>
              <a:spcAft>
                <a:spcPts val="0"/>
              </a:spcAft>
              <a:buNone/>
            </a:pPr>
            <a:r>
              <a:rPr lang="en-US" sz="1800">
                <a:solidFill>
                  <a:schemeClr val="lt1"/>
                </a:solidFill>
                <a:latin typeface="Century Gothic"/>
                <a:ea typeface="Century Gothic"/>
                <a:cs typeface="Century Gothic"/>
                <a:sym typeface="Century Gothic"/>
              </a:rPr>
              <a:t>      public void bun(){</a:t>
            </a:r>
            <a:endParaRPr/>
          </a:p>
          <a:p>
            <a:pPr indent="0" lvl="0" marL="0" marR="0" rtl="0" algn="l">
              <a:spcBef>
                <a:spcPts val="0"/>
              </a:spcBef>
              <a:spcAft>
                <a:spcPts val="0"/>
              </a:spcAft>
              <a:buNone/>
            </a:pPr>
            <a:r>
              <a:rPr lang="en-US" sz="1800">
                <a:solidFill>
                  <a:schemeClr val="lt1"/>
                </a:solidFill>
                <a:latin typeface="Century Gothic"/>
                <a:ea typeface="Century Gothic"/>
                <a:cs typeface="Century Gothic"/>
                <a:sym typeface="Century Gothic"/>
              </a:rPr>
              <a:t>          print(“Dhaka bread bun”);</a:t>
            </a:r>
            <a:endParaRPr/>
          </a:p>
          <a:p>
            <a:pPr indent="0" lvl="0" marL="0" marR="0" rtl="0" algn="l">
              <a:spcBef>
                <a:spcPts val="0"/>
              </a:spcBef>
              <a:spcAft>
                <a:spcPts val="0"/>
              </a:spcAft>
              <a:buNone/>
            </a:pPr>
            <a:r>
              <a:rPr lang="en-US" sz="1800">
                <a:solidFill>
                  <a:schemeClr val="lt1"/>
                </a:solidFill>
                <a:latin typeface="Century Gothic"/>
                <a:ea typeface="Century Gothic"/>
                <a:cs typeface="Century Gothic"/>
                <a:sym typeface="Century Gothic"/>
              </a:rPr>
              <a:t>      }</a:t>
            </a:r>
            <a:endParaRPr sz="1800">
              <a:solidFill>
                <a:schemeClr val="lt1"/>
              </a:solidFill>
              <a:latin typeface="Century Gothic"/>
              <a:ea typeface="Century Gothic"/>
              <a:cs typeface="Century Gothic"/>
              <a:sym typeface="Century Gothic"/>
            </a:endParaRPr>
          </a:p>
          <a:p>
            <a:pPr indent="0" lvl="0" marL="0" marR="0" rtl="0" algn="l">
              <a:spcBef>
                <a:spcPts val="0"/>
              </a:spcBef>
              <a:spcAft>
                <a:spcPts val="0"/>
              </a:spcAft>
              <a:buNone/>
            </a:pPr>
            <a:r>
              <a:rPr lang="en-US" sz="1800">
                <a:solidFill>
                  <a:schemeClr val="lt1"/>
                </a:solidFill>
                <a:latin typeface="Century Gothic"/>
                <a:ea typeface="Century Gothic"/>
                <a:cs typeface="Century Gothic"/>
                <a:sym typeface="Century Gothic"/>
              </a:rPr>
              <a:t>}</a:t>
            </a:r>
            <a:endParaRPr/>
          </a:p>
        </p:txBody>
      </p:sp>
      <p:sp>
        <p:nvSpPr>
          <p:cNvPr id="261" name="Google Shape;261;p13"/>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pic>
        <p:nvPicPr>
          <p:cNvPr descr="brac.png" id="262" name="Google Shape;262;p13"/>
          <p:cNvPicPr preferRelativeResize="0"/>
          <p:nvPr/>
        </p:nvPicPr>
        <p:blipFill rotWithShape="1">
          <a:blip r:embed="rId3">
            <a:alphaModFix/>
          </a:blip>
          <a:srcRect b="0" l="0" r="0" t="0"/>
          <a:stretch/>
        </p:blipFill>
        <p:spPr>
          <a:xfrm>
            <a:off x="7772400" y="5829300"/>
            <a:ext cx="1371600" cy="10668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9"/>
                                        </p:tgtEl>
                                        <p:attrNameLst>
                                          <p:attrName>style.visibility</p:attrName>
                                        </p:attrNameLst>
                                      </p:cBhvr>
                                      <p:to>
                                        <p:strVal val="visible"/>
                                      </p:to>
                                    </p:set>
                                    <p:animEffect filter="fade" transition="in">
                                      <p:cBhvr>
                                        <p:cTn dur="1000"/>
                                        <p:tgtEl>
                                          <p:spTgt spid="25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0"/>
                                        </p:tgtEl>
                                        <p:attrNameLst>
                                          <p:attrName>style.visibility</p:attrName>
                                        </p:attrNameLst>
                                      </p:cBhvr>
                                      <p:to>
                                        <p:strVal val="visible"/>
                                      </p:to>
                                    </p:set>
                                    <p:animEffect filter="fade" transition="in">
                                      <p:cBhvr>
                                        <p:cTn dur="1000"/>
                                        <p:tgtEl>
                                          <p:spTgt spid="26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14"/>
          <p:cNvSpPr txBox="1"/>
          <p:nvPr>
            <p:ph type="title"/>
          </p:nvPr>
        </p:nvSpPr>
        <p:spPr>
          <a:xfrm>
            <a:off x="484710" y="452718"/>
            <a:ext cx="7055380" cy="140053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lt2"/>
              </a:buClr>
              <a:buSzPts val="4200"/>
              <a:buFont typeface="Century Gothic"/>
              <a:buNone/>
            </a:pPr>
            <a:r>
              <a:rPr lang="en-US"/>
              <a:t>Class Adapter</a:t>
            </a:r>
            <a:endParaRPr/>
          </a:p>
        </p:txBody>
      </p:sp>
      <p:sp>
        <p:nvSpPr>
          <p:cNvPr id="268" name="Google Shape;268;p14"/>
          <p:cNvSpPr txBox="1"/>
          <p:nvPr>
            <p:ph idx="1" type="body"/>
          </p:nvPr>
        </p:nvSpPr>
        <p:spPr>
          <a:xfrm>
            <a:off x="179512" y="1600201"/>
            <a:ext cx="8856984" cy="1468760"/>
          </a:xfrm>
          <a:prstGeom prst="rect">
            <a:avLst/>
          </a:prstGeom>
          <a:noFill/>
          <a:ln>
            <a:noFill/>
          </a:ln>
        </p:spPr>
        <p:txBody>
          <a:bodyPr anchorCtr="0" anchor="t" bIns="45700" lIns="91425" spcFirstLastPara="1" rIns="91425" wrap="square" tIns="45700">
            <a:normAutofit fontScale="85000" lnSpcReduction="10000"/>
          </a:bodyPr>
          <a:lstStyle/>
          <a:p>
            <a:pPr indent="-342906" lvl="0" marL="342906" rtl="0" algn="l">
              <a:spcBef>
                <a:spcPts val="0"/>
              </a:spcBef>
              <a:spcAft>
                <a:spcPts val="0"/>
              </a:spcAft>
              <a:buSzPct val="80000"/>
              <a:buChar char="►"/>
            </a:pPr>
            <a:r>
              <a:rPr lang="en-US"/>
              <a:t>Now we want to support ChittagongStylePizza.</a:t>
            </a:r>
            <a:endParaRPr/>
          </a:p>
          <a:p>
            <a:pPr indent="-342906" lvl="0" marL="342906" rtl="0" algn="l">
              <a:spcBef>
                <a:spcPts val="1000"/>
              </a:spcBef>
              <a:spcAft>
                <a:spcPts val="0"/>
              </a:spcAft>
              <a:buSzPct val="80000"/>
              <a:buChar char="►"/>
            </a:pPr>
            <a:r>
              <a:rPr lang="en-US">
                <a:solidFill>
                  <a:srgbClr val="FFFF00"/>
                </a:solidFill>
              </a:rPr>
              <a:t>The customer of Chittagong are rigid. They want to use the authentic </a:t>
            </a:r>
            <a:r>
              <a:rPr b="1" lang="en-US">
                <a:solidFill>
                  <a:srgbClr val="FFFF00"/>
                </a:solidFill>
              </a:rPr>
              <a:t>existing class, ChittagongPizza</a:t>
            </a:r>
            <a:endParaRPr b="1">
              <a:solidFill>
                <a:srgbClr val="FFFF00"/>
              </a:solidFill>
            </a:endParaRPr>
          </a:p>
          <a:p>
            <a:pPr indent="-342906" lvl="0" marL="342906" rtl="0" algn="l">
              <a:spcBef>
                <a:spcPts val="1000"/>
              </a:spcBef>
              <a:spcAft>
                <a:spcPts val="0"/>
              </a:spcAft>
              <a:buSzPct val="80000"/>
              <a:buChar char="►"/>
            </a:pPr>
            <a:r>
              <a:rPr b="1" lang="en-US"/>
              <a:t>But we can not call it directly, </a:t>
            </a:r>
            <a:r>
              <a:rPr lang="en-US"/>
              <a:t>as its not name same as</a:t>
            </a:r>
            <a:r>
              <a:rPr b="1" lang="en-US"/>
              <a:t> our Pizza interface.</a:t>
            </a:r>
            <a:endParaRPr/>
          </a:p>
          <a:p>
            <a:pPr indent="-256546" lvl="0" marL="342906" rtl="0" algn="l">
              <a:spcBef>
                <a:spcPts val="1000"/>
              </a:spcBef>
              <a:spcAft>
                <a:spcPts val="0"/>
              </a:spcAft>
              <a:buSzPct val="80000"/>
              <a:buNone/>
            </a:pPr>
            <a:r>
              <a:t/>
            </a:r>
            <a:endParaRPr/>
          </a:p>
        </p:txBody>
      </p:sp>
      <p:sp>
        <p:nvSpPr>
          <p:cNvPr id="269" name="Google Shape;269;p14"/>
          <p:cNvSpPr txBox="1"/>
          <p:nvPr/>
        </p:nvSpPr>
        <p:spPr>
          <a:xfrm>
            <a:off x="683568" y="2996952"/>
            <a:ext cx="4104456" cy="258532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FFFF00"/>
                </a:solidFill>
                <a:latin typeface="Century Gothic"/>
                <a:ea typeface="Century Gothic"/>
                <a:cs typeface="Century Gothic"/>
                <a:sym typeface="Century Gothic"/>
              </a:rPr>
              <a:t>public class ChittagongPizza{</a:t>
            </a:r>
            <a:endParaRPr/>
          </a:p>
          <a:p>
            <a:pPr indent="0" lvl="0" marL="0" marR="0" rtl="0" algn="l">
              <a:spcBef>
                <a:spcPts val="0"/>
              </a:spcBef>
              <a:spcAft>
                <a:spcPts val="0"/>
              </a:spcAft>
              <a:buNone/>
            </a:pPr>
            <a:r>
              <a:rPr lang="en-US" sz="1800">
                <a:solidFill>
                  <a:srgbClr val="FFFF00"/>
                </a:solidFill>
                <a:latin typeface="Century Gothic"/>
                <a:ea typeface="Century Gothic"/>
                <a:cs typeface="Century Gothic"/>
                <a:sym typeface="Century Gothic"/>
              </a:rPr>
              <a:t>     public void sausage(){</a:t>
            </a:r>
            <a:endParaRPr/>
          </a:p>
          <a:p>
            <a:pPr indent="0" lvl="0" marL="0" marR="0" rtl="0" algn="l">
              <a:spcBef>
                <a:spcPts val="0"/>
              </a:spcBef>
              <a:spcAft>
                <a:spcPts val="0"/>
              </a:spcAft>
              <a:buNone/>
            </a:pPr>
            <a:r>
              <a:rPr lang="en-US" sz="1800">
                <a:solidFill>
                  <a:srgbClr val="FFFF00"/>
                </a:solidFill>
                <a:latin typeface="Century Gothic"/>
                <a:ea typeface="Century Gothic"/>
                <a:cs typeface="Century Gothic"/>
                <a:sym typeface="Century Gothic"/>
              </a:rPr>
              <a:t>         print(“Ctg pizza”);</a:t>
            </a:r>
            <a:endParaRPr/>
          </a:p>
          <a:p>
            <a:pPr indent="0" lvl="0" marL="0" marR="0" rtl="0" algn="l">
              <a:spcBef>
                <a:spcPts val="0"/>
              </a:spcBef>
              <a:spcAft>
                <a:spcPts val="0"/>
              </a:spcAft>
              <a:buNone/>
            </a:pPr>
            <a:r>
              <a:rPr lang="en-US" sz="1800">
                <a:solidFill>
                  <a:srgbClr val="FFFF00"/>
                </a:solidFill>
                <a:latin typeface="Century Gothic"/>
                <a:ea typeface="Century Gothic"/>
                <a:cs typeface="Century Gothic"/>
                <a:sym typeface="Century Gothic"/>
              </a:rPr>
              <a:t>     }</a:t>
            </a:r>
            <a:endParaRPr/>
          </a:p>
          <a:p>
            <a:pPr indent="0" lvl="0" marL="0" marR="0" rtl="0" algn="l">
              <a:spcBef>
                <a:spcPts val="0"/>
              </a:spcBef>
              <a:spcAft>
                <a:spcPts val="0"/>
              </a:spcAft>
              <a:buNone/>
            </a:pPr>
            <a:r>
              <a:rPr lang="en-US" sz="1800">
                <a:solidFill>
                  <a:srgbClr val="FFFF00"/>
                </a:solidFill>
                <a:latin typeface="Century Gothic"/>
                <a:ea typeface="Century Gothic"/>
                <a:cs typeface="Century Gothic"/>
                <a:sym typeface="Century Gothic"/>
              </a:rPr>
              <a:t>     public void bread(){</a:t>
            </a:r>
            <a:endParaRPr/>
          </a:p>
          <a:p>
            <a:pPr indent="0" lvl="0" marL="0" marR="0" rtl="0" algn="l">
              <a:spcBef>
                <a:spcPts val="0"/>
              </a:spcBef>
              <a:spcAft>
                <a:spcPts val="0"/>
              </a:spcAft>
              <a:buNone/>
            </a:pPr>
            <a:r>
              <a:rPr lang="en-US" sz="1800">
                <a:solidFill>
                  <a:srgbClr val="FFFF00"/>
                </a:solidFill>
                <a:latin typeface="Century Gothic"/>
                <a:ea typeface="Century Gothic"/>
                <a:cs typeface="Century Gothic"/>
                <a:sym typeface="Century Gothic"/>
              </a:rPr>
              <a:t>         print(“Ctg bread”);</a:t>
            </a:r>
            <a:endParaRPr/>
          </a:p>
          <a:p>
            <a:pPr indent="0" lvl="0" marL="0" marR="0" rtl="0" algn="l">
              <a:spcBef>
                <a:spcPts val="0"/>
              </a:spcBef>
              <a:spcAft>
                <a:spcPts val="0"/>
              </a:spcAft>
              <a:buNone/>
            </a:pPr>
            <a:r>
              <a:rPr lang="en-US" sz="1800">
                <a:solidFill>
                  <a:srgbClr val="FFFF00"/>
                </a:solidFill>
                <a:latin typeface="Century Gothic"/>
                <a:ea typeface="Century Gothic"/>
                <a:cs typeface="Century Gothic"/>
                <a:sym typeface="Century Gothic"/>
              </a:rPr>
              <a:t>     }</a:t>
            </a:r>
            <a:endParaRPr/>
          </a:p>
          <a:p>
            <a:pPr indent="0" lvl="0" marL="0" marR="0" rtl="0" algn="l">
              <a:spcBef>
                <a:spcPts val="0"/>
              </a:spcBef>
              <a:spcAft>
                <a:spcPts val="0"/>
              </a:spcAft>
              <a:buNone/>
            </a:pPr>
            <a:r>
              <a:t/>
            </a:r>
            <a:endParaRPr sz="1800">
              <a:solidFill>
                <a:srgbClr val="FFFF00"/>
              </a:solidFill>
              <a:latin typeface="Century Gothic"/>
              <a:ea typeface="Century Gothic"/>
              <a:cs typeface="Century Gothic"/>
              <a:sym typeface="Century Gothic"/>
            </a:endParaRPr>
          </a:p>
          <a:p>
            <a:pPr indent="0" lvl="0" marL="0" marR="0" rtl="0" algn="l">
              <a:spcBef>
                <a:spcPts val="0"/>
              </a:spcBef>
              <a:spcAft>
                <a:spcPts val="0"/>
              </a:spcAft>
              <a:buNone/>
            </a:pPr>
            <a:r>
              <a:rPr lang="en-US" sz="1800">
                <a:solidFill>
                  <a:srgbClr val="FFFF00"/>
                </a:solidFill>
                <a:latin typeface="Century Gothic"/>
                <a:ea typeface="Century Gothic"/>
                <a:cs typeface="Century Gothic"/>
                <a:sym typeface="Century Gothic"/>
              </a:rPr>
              <a:t>}</a:t>
            </a:r>
            <a:endParaRPr/>
          </a:p>
        </p:txBody>
      </p:sp>
      <p:sp>
        <p:nvSpPr>
          <p:cNvPr id="270" name="Google Shape;270;p14"/>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271" name="Google Shape;271;p14"/>
          <p:cNvSpPr txBox="1"/>
          <p:nvPr/>
        </p:nvSpPr>
        <p:spPr>
          <a:xfrm>
            <a:off x="4794054" y="3108606"/>
            <a:ext cx="4032448"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lt1"/>
                </a:solidFill>
                <a:latin typeface="Century Gothic"/>
                <a:ea typeface="Century Gothic"/>
                <a:cs typeface="Century Gothic"/>
                <a:sym typeface="Century Gothic"/>
              </a:rPr>
              <a:t>Public Interface Pizza{</a:t>
            </a:r>
            <a:endParaRPr/>
          </a:p>
          <a:p>
            <a:pPr indent="0" lvl="0" marL="0" marR="0" rtl="0" algn="l">
              <a:spcBef>
                <a:spcPts val="0"/>
              </a:spcBef>
              <a:spcAft>
                <a:spcPts val="0"/>
              </a:spcAft>
              <a:buNone/>
            </a:pPr>
            <a:r>
              <a:rPr lang="en-US" sz="1800">
                <a:solidFill>
                  <a:schemeClr val="lt1"/>
                </a:solidFill>
                <a:latin typeface="Century Gothic"/>
                <a:ea typeface="Century Gothic"/>
                <a:cs typeface="Century Gothic"/>
                <a:sym typeface="Century Gothic"/>
              </a:rPr>
              <a:t>      abstract void toppings();</a:t>
            </a:r>
            <a:endParaRPr/>
          </a:p>
          <a:p>
            <a:pPr indent="0" lvl="0" marL="0" marR="0" rtl="0" algn="l">
              <a:spcBef>
                <a:spcPts val="0"/>
              </a:spcBef>
              <a:spcAft>
                <a:spcPts val="0"/>
              </a:spcAft>
              <a:buNone/>
            </a:pPr>
            <a:r>
              <a:rPr lang="en-US" sz="1800">
                <a:solidFill>
                  <a:schemeClr val="lt1"/>
                </a:solidFill>
                <a:latin typeface="Century Gothic"/>
                <a:ea typeface="Century Gothic"/>
                <a:cs typeface="Century Gothic"/>
                <a:sym typeface="Century Gothic"/>
              </a:rPr>
              <a:t>      abstract void bun();</a:t>
            </a:r>
            <a:endParaRPr/>
          </a:p>
          <a:p>
            <a:pPr indent="0" lvl="0" marL="0" marR="0" rtl="0" algn="l">
              <a:spcBef>
                <a:spcPts val="0"/>
              </a:spcBef>
              <a:spcAft>
                <a:spcPts val="0"/>
              </a:spcAft>
              <a:buNone/>
            </a:pPr>
            <a:r>
              <a:rPr lang="en-US" sz="1800">
                <a:solidFill>
                  <a:schemeClr val="lt1"/>
                </a:solidFill>
                <a:latin typeface="Century Gothic"/>
                <a:ea typeface="Century Gothic"/>
                <a:cs typeface="Century Gothic"/>
                <a:sym typeface="Century Gothic"/>
              </a:rPr>
              <a:t>}</a:t>
            </a:r>
            <a:endParaRPr/>
          </a:p>
        </p:txBody>
      </p:sp>
      <p:pic>
        <p:nvPicPr>
          <p:cNvPr descr="brac.png" id="272" name="Google Shape;272;p14"/>
          <p:cNvPicPr preferRelativeResize="0"/>
          <p:nvPr/>
        </p:nvPicPr>
        <p:blipFill rotWithShape="1">
          <a:blip r:embed="rId3">
            <a:alphaModFix/>
          </a:blip>
          <a:srcRect b="0" l="0" r="0" t="0"/>
          <a:stretch/>
        </p:blipFill>
        <p:spPr>
          <a:xfrm>
            <a:off x="7772400" y="5829300"/>
            <a:ext cx="1371600" cy="10668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8">
                                            <p:txEl>
                                              <p:pRg end="0" st="0"/>
                                            </p:txEl>
                                          </p:spTgt>
                                        </p:tgtEl>
                                        <p:attrNameLst>
                                          <p:attrName>style.visibility</p:attrName>
                                        </p:attrNameLst>
                                      </p:cBhvr>
                                      <p:to>
                                        <p:strVal val="visible"/>
                                      </p:to>
                                    </p:set>
                                    <p:animEffect filter="fade" transition="in">
                                      <p:cBhvr>
                                        <p:cTn dur="1000"/>
                                        <p:tgtEl>
                                          <p:spTgt spid="26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8">
                                            <p:txEl>
                                              <p:pRg end="1" st="1"/>
                                            </p:txEl>
                                          </p:spTgt>
                                        </p:tgtEl>
                                        <p:attrNameLst>
                                          <p:attrName>style.visibility</p:attrName>
                                        </p:attrNameLst>
                                      </p:cBhvr>
                                      <p:to>
                                        <p:strVal val="visible"/>
                                      </p:to>
                                    </p:set>
                                    <p:animEffect filter="fade" transition="in">
                                      <p:cBhvr>
                                        <p:cTn dur="1000"/>
                                        <p:tgtEl>
                                          <p:spTgt spid="26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8">
                                            <p:txEl>
                                              <p:pRg end="2" st="2"/>
                                            </p:txEl>
                                          </p:spTgt>
                                        </p:tgtEl>
                                        <p:attrNameLst>
                                          <p:attrName>style.visibility</p:attrName>
                                        </p:attrNameLst>
                                      </p:cBhvr>
                                      <p:to>
                                        <p:strVal val="visible"/>
                                      </p:to>
                                    </p:set>
                                    <p:animEffect filter="fade" transition="in">
                                      <p:cBhvr>
                                        <p:cTn dur="1000"/>
                                        <p:tgtEl>
                                          <p:spTgt spid="26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8">
                                            <p:txEl>
                                              <p:pRg end="3" st="3"/>
                                            </p:txEl>
                                          </p:spTgt>
                                        </p:tgtEl>
                                        <p:attrNameLst>
                                          <p:attrName>style.visibility</p:attrName>
                                        </p:attrNameLst>
                                      </p:cBhvr>
                                      <p:to>
                                        <p:strVal val="visible"/>
                                      </p:to>
                                    </p:set>
                                    <p:animEffect filter="fade" transition="in">
                                      <p:cBhvr>
                                        <p:cTn dur="1000"/>
                                        <p:tgtEl>
                                          <p:spTgt spid="268">
                                            <p:txEl>
                                              <p:pRg end="3" st="3"/>
                                            </p:txEl>
                                          </p:spTgt>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69"/>
                                        </p:tgtEl>
                                        <p:attrNameLst>
                                          <p:attrName>style.visibility</p:attrName>
                                        </p:attrNameLst>
                                      </p:cBhvr>
                                      <p:to>
                                        <p:strVal val="visible"/>
                                      </p:to>
                                    </p:set>
                                    <p:animEffect filter="fade" transition="in">
                                      <p:cBhvr>
                                        <p:cTn dur="1000"/>
                                        <p:tgtEl>
                                          <p:spTgt spid="26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1"/>
                                        </p:tgtEl>
                                        <p:attrNameLst>
                                          <p:attrName>style.visibility</p:attrName>
                                        </p:attrNameLst>
                                      </p:cBhvr>
                                      <p:to>
                                        <p:strVal val="visible"/>
                                      </p:to>
                                    </p:set>
                                    <p:animEffect filter="fade" transition="in">
                                      <p:cBhvr>
                                        <p:cTn dur="1000"/>
                                        <p:tgtEl>
                                          <p:spTgt spid="27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15"/>
          <p:cNvSpPr txBox="1"/>
          <p:nvPr>
            <p:ph type="title"/>
          </p:nvPr>
        </p:nvSpPr>
        <p:spPr>
          <a:xfrm>
            <a:off x="484710" y="452718"/>
            <a:ext cx="7055380" cy="140053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lt2"/>
              </a:buClr>
              <a:buSzPts val="4200"/>
              <a:buFont typeface="Century Gothic"/>
              <a:buNone/>
            </a:pPr>
            <a:r>
              <a:rPr lang="en-US"/>
              <a:t>Class Adapter</a:t>
            </a:r>
            <a:endParaRPr/>
          </a:p>
        </p:txBody>
      </p:sp>
      <p:sp>
        <p:nvSpPr>
          <p:cNvPr id="278" name="Google Shape;278;p15"/>
          <p:cNvSpPr txBox="1"/>
          <p:nvPr>
            <p:ph idx="1" type="body"/>
          </p:nvPr>
        </p:nvSpPr>
        <p:spPr>
          <a:xfrm>
            <a:off x="0" y="1600200"/>
            <a:ext cx="9144000" cy="1143001"/>
          </a:xfrm>
          <a:prstGeom prst="rect">
            <a:avLst/>
          </a:prstGeom>
          <a:noFill/>
          <a:ln>
            <a:noFill/>
          </a:ln>
        </p:spPr>
        <p:txBody>
          <a:bodyPr anchorCtr="0" anchor="t" bIns="45700" lIns="91425" spcFirstLastPara="1" rIns="91425" wrap="square" tIns="45700">
            <a:normAutofit/>
          </a:bodyPr>
          <a:lstStyle/>
          <a:p>
            <a:pPr indent="-342906" lvl="0" marL="342906" rtl="0" algn="l">
              <a:spcBef>
                <a:spcPts val="0"/>
              </a:spcBef>
              <a:spcAft>
                <a:spcPts val="0"/>
              </a:spcAft>
              <a:buSzPts val="1600"/>
              <a:buChar char="►"/>
            </a:pPr>
            <a:r>
              <a:rPr lang="en-US">
                <a:solidFill>
                  <a:srgbClr val="FFFF00"/>
                </a:solidFill>
              </a:rPr>
              <a:t>We want to adapt the existing ChittagongPizza, so it’s a Adaptee.</a:t>
            </a:r>
            <a:endParaRPr>
              <a:solidFill>
                <a:srgbClr val="FFFF00"/>
              </a:solidFill>
            </a:endParaRPr>
          </a:p>
          <a:p>
            <a:pPr indent="-342906" lvl="0" marL="342906" rtl="0" algn="l">
              <a:spcBef>
                <a:spcPts val="1000"/>
              </a:spcBef>
              <a:spcAft>
                <a:spcPts val="0"/>
              </a:spcAft>
              <a:buSzPts val="1440"/>
              <a:buChar char="►"/>
            </a:pPr>
            <a:r>
              <a:rPr lang="en-US" sz="1800"/>
              <a:t>To do so, </a:t>
            </a:r>
            <a:r>
              <a:rPr b="1" lang="en-US" sz="1800"/>
              <a:t>introduce a </a:t>
            </a:r>
            <a:r>
              <a:rPr lang="en-US" sz="1800"/>
              <a:t>Class Adapater</a:t>
            </a:r>
            <a:r>
              <a:rPr b="1" lang="en-US" sz="1800"/>
              <a:t>, ChittagongClassAdapter</a:t>
            </a:r>
            <a:endParaRPr b="1" sz="1800"/>
          </a:p>
        </p:txBody>
      </p:sp>
      <p:sp>
        <p:nvSpPr>
          <p:cNvPr id="279" name="Google Shape;279;p15"/>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280" name="Google Shape;280;p15"/>
          <p:cNvSpPr txBox="1"/>
          <p:nvPr/>
        </p:nvSpPr>
        <p:spPr>
          <a:xfrm>
            <a:off x="227001" y="2636912"/>
            <a:ext cx="8686800" cy="286232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lt1"/>
                </a:solidFill>
                <a:latin typeface="Century Gothic"/>
                <a:ea typeface="Century Gothic"/>
                <a:cs typeface="Century Gothic"/>
                <a:sym typeface="Century Gothic"/>
              </a:rPr>
              <a:t>Public class ChittagongClassAdapter extends ChittagongPizza implements Pizza{</a:t>
            </a:r>
            <a:endParaRPr/>
          </a:p>
          <a:p>
            <a:pPr indent="0" lvl="0" marL="0" marR="0" rtl="0" algn="l">
              <a:spcBef>
                <a:spcPts val="0"/>
              </a:spcBef>
              <a:spcAft>
                <a:spcPts val="0"/>
              </a:spcAft>
              <a:buNone/>
            </a:pPr>
            <a:r>
              <a:rPr lang="en-US" sz="1800">
                <a:solidFill>
                  <a:schemeClr val="lt1"/>
                </a:solidFill>
                <a:latin typeface="Century Gothic"/>
                <a:ea typeface="Century Gothic"/>
                <a:cs typeface="Century Gothic"/>
                <a:sym typeface="Century Gothic"/>
              </a:rPr>
              <a:t>          public void toppings(){</a:t>
            </a:r>
            <a:endParaRPr/>
          </a:p>
          <a:p>
            <a:pPr indent="0" lvl="0" marL="0" marR="0" rtl="0" algn="l">
              <a:spcBef>
                <a:spcPts val="0"/>
              </a:spcBef>
              <a:spcAft>
                <a:spcPts val="0"/>
              </a:spcAft>
              <a:buNone/>
            </a:pPr>
            <a:r>
              <a:rPr lang="en-US" sz="1800">
                <a:solidFill>
                  <a:schemeClr val="lt1"/>
                </a:solidFill>
                <a:latin typeface="Century Gothic"/>
                <a:ea typeface="Century Gothic"/>
                <a:cs typeface="Century Gothic"/>
                <a:sym typeface="Century Gothic"/>
              </a:rPr>
              <a:t>               this.sausage(); </a:t>
            </a:r>
            <a:endParaRPr/>
          </a:p>
          <a:p>
            <a:pPr indent="0" lvl="0" marL="0" marR="0" rtl="0" algn="l">
              <a:spcBef>
                <a:spcPts val="0"/>
              </a:spcBef>
              <a:spcAft>
                <a:spcPts val="0"/>
              </a:spcAft>
              <a:buNone/>
            </a:pPr>
            <a:r>
              <a:rPr lang="en-US" sz="1800">
                <a:solidFill>
                  <a:schemeClr val="lt1"/>
                </a:solidFill>
                <a:latin typeface="Century Gothic"/>
                <a:ea typeface="Century Gothic"/>
                <a:cs typeface="Century Gothic"/>
                <a:sym typeface="Century Gothic"/>
              </a:rPr>
              <a:t>          }</a:t>
            </a:r>
            <a:endParaRPr/>
          </a:p>
          <a:p>
            <a:pPr indent="0" lvl="0" marL="0" marR="0" rtl="0" algn="l">
              <a:spcBef>
                <a:spcPts val="0"/>
              </a:spcBef>
              <a:spcAft>
                <a:spcPts val="0"/>
              </a:spcAft>
              <a:buNone/>
            </a:pPr>
            <a:r>
              <a:rPr lang="en-US" sz="1800">
                <a:solidFill>
                  <a:schemeClr val="lt1"/>
                </a:solidFill>
                <a:latin typeface="Century Gothic"/>
                <a:ea typeface="Century Gothic"/>
                <a:cs typeface="Century Gothic"/>
                <a:sym typeface="Century Gothic"/>
              </a:rPr>
              <a:t>           public void bun(){</a:t>
            </a:r>
            <a:endParaRPr/>
          </a:p>
          <a:p>
            <a:pPr indent="0" lvl="0" marL="0" marR="0" rtl="0" algn="l">
              <a:spcBef>
                <a:spcPts val="0"/>
              </a:spcBef>
              <a:spcAft>
                <a:spcPts val="0"/>
              </a:spcAft>
              <a:buNone/>
            </a:pPr>
            <a:r>
              <a:rPr lang="en-US" sz="1800">
                <a:solidFill>
                  <a:schemeClr val="lt1"/>
                </a:solidFill>
                <a:latin typeface="Century Gothic"/>
                <a:ea typeface="Century Gothic"/>
                <a:cs typeface="Century Gothic"/>
                <a:sym typeface="Century Gothic"/>
              </a:rPr>
              <a:t>               this.bread(); </a:t>
            </a:r>
            <a:endParaRPr/>
          </a:p>
          <a:p>
            <a:pPr indent="0" lvl="0" marL="0" marR="0" rtl="0" algn="l">
              <a:spcBef>
                <a:spcPts val="0"/>
              </a:spcBef>
              <a:spcAft>
                <a:spcPts val="0"/>
              </a:spcAft>
              <a:buNone/>
            </a:pPr>
            <a:r>
              <a:rPr lang="en-US" sz="1800">
                <a:solidFill>
                  <a:schemeClr val="lt1"/>
                </a:solidFill>
                <a:latin typeface="Century Gothic"/>
                <a:ea typeface="Century Gothic"/>
                <a:cs typeface="Century Gothic"/>
                <a:sym typeface="Century Gothic"/>
              </a:rPr>
              <a:t>          }</a:t>
            </a:r>
            <a:endParaRPr/>
          </a:p>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a:p>
            <a:pPr indent="0" lvl="0" marL="0" marR="0" rtl="0" algn="l">
              <a:spcBef>
                <a:spcPts val="0"/>
              </a:spcBef>
              <a:spcAft>
                <a:spcPts val="0"/>
              </a:spcAft>
              <a:buNone/>
            </a:pPr>
            <a:r>
              <a:rPr lang="en-US" sz="1800">
                <a:solidFill>
                  <a:schemeClr val="lt1"/>
                </a:solidFill>
                <a:latin typeface="Century Gothic"/>
                <a:ea typeface="Century Gothic"/>
                <a:cs typeface="Century Gothic"/>
                <a:sym typeface="Century Gothic"/>
              </a:rPr>
              <a:t>}</a:t>
            </a:r>
            <a:endParaRPr/>
          </a:p>
        </p:txBody>
      </p:sp>
      <p:sp>
        <p:nvSpPr>
          <p:cNvPr id="281" name="Google Shape;281;p15"/>
          <p:cNvSpPr txBox="1"/>
          <p:nvPr/>
        </p:nvSpPr>
        <p:spPr>
          <a:xfrm>
            <a:off x="4781328" y="3212976"/>
            <a:ext cx="4104456" cy="258532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FFFF00"/>
                </a:solidFill>
                <a:latin typeface="Century Gothic"/>
                <a:ea typeface="Century Gothic"/>
                <a:cs typeface="Century Gothic"/>
                <a:sym typeface="Century Gothic"/>
              </a:rPr>
              <a:t>public class ChittagongPizza{</a:t>
            </a:r>
            <a:endParaRPr/>
          </a:p>
          <a:p>
            <a:pPr indent="0" lvl="0" marL="0" marR="0" rtl="0" algn="l">
              <a:spcBef>
                <a:spcPts val="0"/>
              </a:spcBef>
              <a:spcAft>
                <a:spcPts val="0"/>
              </a:spcAft>
              <a:buNone/>
            </a:pPr>
            <a:r>
              <a:rPr lang="en-US" sz="1800">
                <a:solidFill>
                  <a:srgbClr val="FFFF00"/>
                </a:solidFill>
                <a:latin typeface="Century Gothic"/>
                <a:ea typeface="Century Gothic"/>
                <a:cs typeface="Century Gothic"/>
                <a:sym typeface="Century Gothic"/>
              </a:rPr>
              <a:t>     public void sausage(){</a:t>
            </a:r>
            <a:endParaRPr/>
          </a:p>
          <a:p>
            <a:pPr indent="0" lvl="0" marL="0" marR="0" rtl="0" algn="l">
              <a:spcBef>
                <a:spcPts val="0"/>
              </a:spcBef>
              <a:spcAft>
                <a:spcPts val="0"/>
              </a:spcAft>
              <a:buNone/>
            </a:pPr>
            <a:r>
              <a:rPr lang="en-US" sz="1800">
                <a:solidFill>
                  <a:srgbClr val="FFFF00"/>
                </a:solidFill>
                <a:latin typeface="Century Gothic"/>
                <a:ea typeface="Century Gothic"/>
                <a:cs typeface="Century Gothic"/>
                <a:sym typeface="Century Gothic"/>
              </a:rPr>
              <a:t>         print(“Ctg pizza”);</a:t>
            </a:r>
            <a:endParaRPr/>
          </a:p>
          <a:p>
            <a:pPr indent="0" lvl="0" marL="0" marR="0" rtl="0" algn="l">
              <a:spcBef>
                <a:spcPts val="0"/>
              </a:spcBef>
              <a:spcAft>
                <a:spcPts val="0"/>
              </a:spcAft>
              <a:buNone/>
            </a:pPr>
            <a:r>
              <a:rPr lang="en-US" sz="1800">
                <a:solidFill>
                  <a:srgbClr val="FFFF00"/>
                </a:solidFill>
                <a:latin typeface="Century Gothic"/>
                <a:ea typeface="Century Gothic"/>
                <a:cs typeface="Century Gothic"/>
                <a:sym typeface="Century Gothic"/>
              </a:rPr>
              <a:t>     }</a:t>
            </a:r>
            <a:endParaRPr/>
          </a:p>
          <a:p>
            <a:pPr indent="0" lvl="0" marL="0" marR="0" rtl="0" algn="l">
              <a:spcBef>
                <a:spcPts val="0"/>
              </a:spcBef>
              <a:spcAft>
                <a:spcPts val="0"/>
              </a:spcAft>
              <a:buNone/>
            </a:pPr>
            <a:r>
              <a:rPr lang="en-US" sz="1800">
                <a:solidFill>
                  <a:srgbClr val="FFFF00"/>
                </a:solidFill>
                <a:latin typeface="Century Gothic"/>
                <a:ea typeface="Century Gothic"/>
                <a:cs typeface="Century Gothic"/>
                <a:sym typeface="Century Gothic"/>
              </a:rPr>
              <a:t>     public void bread(){</a:t>
            </a:r>
            <a:endParaRPr/>
          </a:p>
          <a:p>
            <a:pPr indent="0" lvl="0" marL="0" marR="0" rtl="0" algn="l">
              <a:spcBef>
                <a:spcPts val="0"/>
              </a:spcBef>
              <a:spcAft>
                <a:spcPts val="0"/>
              </a:spcAft>
              <a:buNone/>
            </a:pPr>
            <a:r>
              <a:rPr lang="en-US" sz="1800">
                <a:solidFill>
                  <a:srgbClr val="FFFF00"/>
                </a:solidFill>
                <a:latin typeface="Century Gothic"/>
                <a:ea typeface="Century Gothic"/>
                <a:cs typeface="Century Gothic"/>
                <a:sym typeface="Century Gothic"/>
              </a:rPr>
              <a:t>         print(“Ctg bread”);</a:t>
            </a:r>
            <a:endParaRPr/>
          </a:p>
          <a:p>
            <a:pPr indent="0" lvl="0" marL="0" marR="0" rtl="0" algn="l">
              <a:spcBef>
                <a:spcPts val="0"/>
              </a:spcBef>
              <a:spcAft>
                <a:spcPts val="0"/>
              </a:spcAft>
              <a:buNone/>
            </a:pPr>
            <a:r>
              <a:rPr lang="en-US" sz="1800">
                <a:solidFill>
                  <a:srgbClr val="FFFF00"/>
                </a:solidFill>
                <a:latin typeface="Century Gothic"/>
                <a:ea typeface="Century Gothic"/>
                <a:cs typeface="Century Gothic"/>
                <a:sym typeface="Century Gothic"/>
              </a:rPr>
              <a:t>     }</a:t>
            </a:r>
            <a:endParaRPr/>
          </a:p>
          <a:p>
            <a:pPr indent="0" lvl="0" marL="0" marR="0" rtl="0" algn="l">
              <a:spcBef>
                <a:spcPts val="0"/>
              </a:spcBef>
              <a:spcAft>
                <a:spcPts val="0"/>
              </a:spcAft>
              <a:buNone/>
            </a:pPr>
            <a:r>
              <a:t/>
            </a:r>
            <a:endParaRPr sz="1800">
              <a:solidFill>
                <a:srgbClr val="FFFF00"/>
              </a:solidFill>
              <a:latin typeface="Century Gothic"/>
              <a:ea typeface="Century Gothic"/>
              <a:cs typeface="Century Gothic"/>
              <a:sym typeface="Century Gothic"/>
            </a:endParaRPr>
          </a:p>
          <a:p>
            <a:pPr indent="0" lvl="0" marL="0" marR="0" rtl="0" algn="l">
              <a:spcBef>
                <a:spcPts val="0"/>
              </a:spcBef>
              <a:spcAft>
                <a:spcPts val="0"/>
              </a:spcAft>
              <a:buNone/>
            </a:pPr>
            <a:r>
              <a:rPr lang="en-US" sz="1800">
                <a:solidFill>
                  <a:srgbClr val="FFFF00"/>
                </a:solidFill>
                <a:latin typeface="Century Gothic"/>
                <a:ea typeface="Century Gothic"/>
                <a:cs typeface="Century Gothic"/>
                <a:sym typeface="Century Gothic"/>
              </a:rPr>
              <a:t>}</a:t>
            </a:r>
            <a:endParaRPr/>
          </a:p>
        </p:txBody>
      </p:sp>
      <p:cxnSp>
        <p:nvCxnSpPr>
          <p:cNvPr id="282" name="Google Shape;282;p15"/>
          <p:cNvCxnSpPr/>
          <p:nvPr/>
        </p:nvCxnSpPr>
        <p:spPr>
          <a:xfrm>
            <a:off x="2915816" y="3645024"/>
            <a:ext cx="2160240" cy="72008"/>
          </a:xfrm>
          <a:prstGeom prst="straightConnector1">
            <a:avLst/>
          </a:prstGeom>
          <a:noFill/>
          <a:ln cap="flat" cmpd="sng" w="25400">
            <a:solidFill>
              <a:srgbClr val="86D1D8"/>
            </a:solidFill>
            <a:prstDash val="solid"/>
            <a:round/>
            <a:headEnd len="sm" w="sm" type="none"/>
            <a:tailEnd len="med" w="med" type="stealth"/>
          </a:ln>
        </p:spPr>
      </p:cxnSp>
      <p:cxnSp>
        <p:nvCxnSpPr>
          <p:cNvPr id="283" name="Google Shape;283;p15"/>
          <p:cNvCxnSpPr/>
          <p:nvPr/>
        </p:nvCxnSpPr>
        <p:spPr>
          <a:xfrm>
            <a:off x="2621088" y="4469633"/>
            <a:ext cx="2526976" cy="72008"/>
          </a:xfrm>
          <a:prstGeom prst="straightConnector1">
            <a:avLst/>
          </a:prstGeom>
          <a:noFill/>
          <a:ln cap="flat" cmpd="sng" w="25400">
            <a:solidFill>
              <a:srgbClr val="86D1D8"/>
            </a:solidFill>
            <a:prstDash val="solid"/>
            <a:round/>
            <a:headEnd len="sm" w="sm" type="none"/>
            <a:tailEnd len="med" w="med" type="stealth"/>
          </a:ln>
        </p:spPr>
      </p:cxnSp>
      <p:pic>
        <p:nvPicPr>
          <p:cNvPr descr="brac.png" id="284" name="Google Shape;284;p15"/>
          <p:cNvPicPr preferRelativeResize="0"/>
          <p:nvPr/>
        </p:nvPicPr>
        <p:blipFill rotWithShape="1">
          <a:blip r:embed="rId3">
            <a:alphaModFix/>
          </a:blip>
          <a:srcRect b="0" l="0" r="0" t="0"/>
          <a:stretch/>
        </p:blipFill>
        <p:spPr>
          <a:xfrm>
            <a:off x="7772400" y="5829300"/>
            <a:ext cx="1371600" cy="10668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8">
                                            <p:txEl>
                                              <p:pRg end="0" st="0"/>
                                            </p:txEl>
                                          </p:spTgt>
                                        </p:tgtEl>
                                        <p:attrNameLst>
                                          <p:attrName>style.visibility</p:attrName>
                                        </p:attrNameLst>
                                      </p:cBhvr>
                                      <p:to>
                                        <p:strVal val="visible"/>
                                      </p:to>
                                    </p:set>
                                    <p:animEffect filter="fade" transition="in">
                                      <p:cBhvr>
                                        <p:cTn dur="1000"/>
                                        <p:tgtEl>
                                          <p:spTgt spid="27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8">
                                            <p:txEl>
                                              <p:pRg end="1" st="1"/>
                                            </p:txEl>
                                          </p:spTgt>
                                        </p:tgtEl>
                                        <p:attrNameLst>
                                          <p:attrName>style.visibility</p:attrName>
                                        </p:attrNameLst>
                                      </p:cBhvr>
                                      <p:to>
                                        <p:strVal val="visible"/>
                                      </p:to>
                                    </p:set>
                                    <p:animEffect filter="fade" transition="in">
                                      <p:cBhvr>
                                        <p:cTn dur="1000"/>
                                        <p:tgtEl>
                                          <p:spTgt spid="278">
                                            <p:txEl>
                                              <p:pRg end="1" st="1"/>
                                            </p:txEl>
                                          </p:spTgt>
                                        </p:tgtEl>
                                      </p:cBhvr>
                                    </p:animEffect>
                                  </p:childTnLst>
                                </p:cTn>
                              </p:par>
                              <p:par>
                                <p:cTn fill="hold" nodeType="withEffect" presetClass="entr" presetID="10" presetSubtype="0">
                                  <p:stCondLst>
                                    <p:cond delay="0"/>
                                  </p:stCondLst>
                                  <p:childTnLst>
                                    <p:set>
                                      <p:cBhvr>
                                        <p:cTn dur="1" fill="hold">
                                          <p:stCondLst>
                                            <p:cond delay="0"/>
                                          </p:stCondLst>
                                        </p:cTn>
                                        <p:tgtEl>
                                          <p:spTgt spid="281"/>
                                        </p:tgtEl>
                                        <p:attrNameLst>
                                          <p:attrName>style.visibility</p:attrName>
                                        </p:attrNameLst>
                                      </p:cBhvr>
                                      <p:to>
                                        <p:strVal val="visible"/>
                                      </p:to>
                                    </p:set>
                                    <p:animEffect filter="fade" transition="in">
                                      <p:cBhvr>
                                        <p:cTn dur="1000"/>
                                        <p:tgtEl>
                                          <p:spTgt spid="28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0"/>
                                        </p:tgtEl>
                                        <p:attrNameLst>
                                          <p:attrName>style.visibility</p:attrName>
                                        </p:attrNameLst>
                                      </p:cBhvr>
                                      <p:to>
                                        <p:strVal val="visible"/>
                                      </p:to>
                                    </p:set>
                                    <p:animEffect filter="fade" transition="in">
                                      <p:cBhvr>
                                        <p:cTn dur="1000"/>
                                        <p:tgtEl>
                                          <p:spTgt spid="28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16"/>
          <p:cNvSpPr txBox="1"/>
          <p:nvPr>
            <p:ph type="title"/>
          </p:nvPr>
        </p:nvSpPr>
        <p:spPr>
          <a:xfrm>
            <a:off x="484710" y="452718"/>
            <a:ext cx="7055380" cy="140053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lt2"/>
              </a:buClr>
              <a:buSzPts val="4200"/>
              <a:buFont typeface="Century Gothic"/>
              <a:buNone/>
            </a:pPr>
            <a:r>
              <a:rPr lang="en-US"/>
              <a:t>Class Adapter</a:t>
            </a:r>
            <a:endParaRPr/>
          </a:p>
        </p:txBody>
      </p:sp>
      <p:sp>
        <p:nvSpPr>
          <p:cNvPr id="290" name="Google Shape;290;p16"/>
          <p:cNvSpPr txBox="1"/>
          <p:nvPr>
            <p:ph idx="1" type="body"/>
          </p:nvPr>
        </p:nvSpPr>
        <p:spPr>
          <a:xfrm>
            <a:off x="0" y="1600200"/>
            <a:ext cx="9144000" cy="1143001"/>
          </a:xfrm>
          <a:prstGeom prst="rect">
            <a:avLst/>
          </a:prstGeom>
          <a:noFill/>
          <a:ln>
            <a:noFill/>
          </a:ln>
        </p:spPr>
        <p:txBody>
          <a:bodyPr anchorCtr="0" anchor="t" bIns="45700" lIns="91425" spcFirstLastPara="1" rIns="91425" wrap="square" tIns="45700">
            <a:normAutofit lnSpcReduction="10000"/>
          </a:bodyPr>
          <a:lstStyle/>
          <a:p>
            <a:pPr indent="-342906" lvl="0" marL="342906" rtl="0" algn="l">
              <a:spcBef>
                <a:spcPts val="0"/>
              </a:spcBef>
              <a:spcAft>
                <a:spcPts val="0"/>
              </a:spcAft>
              <a:buSzPts val="1600"/>
              <a:buChar char="►"/>
            </a:pPr>
            <a:r>
              <a:rPr lang="en-US">
                <a:solidFill>
                  <a:srgbClr val="FFFF00"/>
                </a:solidFill>
              </a:rPr>
              <a:t>We want to adapt the existing ChittagongPizza, so it’s a Adaptee</a:t>
            </a:r>
            <a:r>
              <a:rPr lang="en-US"/>
              <a:t>.</a:t>
            </a:r>
            <a:endParaRPr/>
          </a:p>
          <a:p>
            <a:pPr indent="-342906" lvl="0" marL="342906" rtl="0" algn="l">
              <a:spcBef>
                <a:spcPts val="1000"/>
              </a:spcBef>
              <a:spcAft>
                <a:spcPts val="0"/>
              </a:spcAft>
              <a:buSzPts val="1440"/>
              <a:buChar char="►"/>
            </a:pPr>
            <a:r>
              <a:rPr lang="en-US" sz="1800"/>
              <a:t>To do so, </a:t>
            </a:r>
            <a:r>
              <a:rPr b="1" lang="en-US" sz="1800"/>
              <a:t>introduce a </a:t>
            </a:r>
            <a:r>
              <a:rPr lang="en-US" sz="1800"/>
              <a:t>Class Adapater</a:t>
            </a:r>
            <a:r>
              <a:rPr b="1" lang="en-US" sz="1800"/>
              <a:t>, ChittagongClassAdapter</a:t>
            </a:r>
            <a:endParaRPr b="1" sz="1800"/>
          </a:p>
          <a:p>
            <a:pPr indent="-342906" lvl="0" marL="342906" rtl="0" algn="l">
              <a:spcBef>
                <a:spcPts val="1000"/>
              </a:spcBef>
              <a:spcAft>
                <a:spcPts val="0"/>
              </a:spcAft>
              <a:buSzPts val="1440"/>
              <a:buChar char="►"/>
            </a:pPr>
            <a:r>
              <a:rPr b="1" lang="en-US" sz="1800">
                <a:solidFill>
                  <a:srgbClr val="86D1D8"/>
                </a:solidFill>
              </a:rPr>
              <a:t>Customer use the adapter to adapt the adaptee.</a:t>
            </a:r>
            <a:endParaRPr b="1" sz="1800">
              <a:solidFill>
                <a:srgbClr val="86D1D8"/>
              </a:solidFill>
            </a:endParaRPr>
          </a:p>
        </p:txBody>
      </p:sp>
      <p:sp>
        <p:nvSpPr>
          <p:cNvPr id="291" name="Google Shape;291;p16"/>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292" name="Google Shape;292;p16"/>
          <p:cNvSpPr txBox="1"/>
          <p:nvPr/>
        </p:nvSpPr>
        <p:spPr>
          <a:xfrm>
            <a:off x="227001" y="2636912"/>
            <a:ext cx="8686800" cy="258532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lt1"/>
                </a:solidFill>
                <a:latin typeface="Century Gothic"/>
                <a:ea typeface="Century Gothic"/>
                <a:cs typeface="Century Gothic"/>
                <a:sym typeface="Century Gothic"/>
              </a:rPr>
              <a:t>Public class ChittagongClassAdapter extends ChittagongPizza implements Pizza{</a:t>
            </a:r>
            <a:endParaRPr/>
          </a:p>
          <a:p>
            <a:pPr indent="0" lvl="0" marL="0" marR="0" rtl="0" algn="l">
              <a:spcBef>
                <a:spcPts val="0"/>
              </a:spcBef>
              <a:spcAft>
                <a:spcPts val="0"/>
              </a:spcAft>
              <a:buNone/>
            </a:pPr>
            <a:r>
              <a:rPr lang="en-US" sz="1800">
                <a:solidFill>
                  <a:schemeClr val="lt1"/>
                </a:solidFill>
                <a:latin typeface="Century Gothic"/>
                <a:ea typeface="Century Gothic"/>
                <a:cs typeface="Century Gothic"/>
                <a:sym typeface="Century Gothic"/>
              </a:rPr>
              <a:t>          public void toppings(){</a:t>
            </a:r>
            <a:endParaRPr/>
          </a:p>
          <a:p>
            <a:pPr indent="0" lvl="0" marL="0" marR="0" rtl="0" algn="l">
              <a:spcBef>
                <a:spcPts val="0"/>
              </a:spcBef>
              <a:spcAft>
                <a:spcPts val="0"/>
              </a:spcAft>
              <a:buNone/>
            </a:pPr>
            <a:r>
              <a:rPr lang="en-US" sz="1800">
                <a:solidFill>
                  <a:schemeClr val="lt1"/>
                </a:solidFill>
                <a:latin typeface="Century Gothic"/>
                <a:ea typeface="Century Gothic"/>
                <a:cs typeface="Century Gothic"/>
                <a:sym typeface="Century Gothic"/>
              </a:rPr>
              <a:t>               this.sausage(); </a:t>
            </a:r>
            <a:endParaRPr/>
          </a:p>
          <a:p>
            <a:pPr indent="0" lvl="0" marL="0" marR="0" rtl="0" algn="l">
              <a:spcBef>
                <a:spcPts val="0"/>
              </a:spcBef>
              <a:spcAft>
                <a:spcPts val="0"/>
              </a:spcAft>
              <a:buNone/>
            </a:pPr>
            <a:r>
              <a:rPr lang="en-US" sz="1800">
                <a:solidFill>
                  <a:schemeClr val="lt1"/>
                </a:solidFill>
                <a:latin typeface="Century Gothic"/>
                <a:ea typeface="Century Gothic"/>
                <a:cs typeface="Century Gothic"/>
                <a:sym typeface="Century Gothic"/>
              </a:rPr>
              <a:t>          }</a:t>
            </a:r>
            <a:endParaRPr/>
          </a:p>
          <a:p>
            <a:pPr indent="0" lvl="0" marL="0" marR="0" rtl="0" algn="l">
              <a:spcBef>
                <a:spcPts val="0"/>
              </a:spcBef>
              <a:spcAft>
                <a:spcPts val="0"/>
              </a:spcAft>
              <a:buNone/>
            </a:pPr>
            <a:r>
              <a:rPr lang="en-US" sz="1800">
                <a:solidFill>
                  <a:schemeClr val="lt1"/>
                </a:solidFill>
                <a:latin typeface="Century Gothic"/>
                <a:ea typeface="Century Gothic"/>
                <a:cs typeface="Century Gothic"/>
                <a:sym typeface="Century Gothic"/>
              </a:rPr>
              <a:t>           public void bun(){</a:t>
            </a:r>
            <a:endParaRPr/>
          </a:p>
          <a:p>
            <a:pPr indent="0" lvl="0" marL="0" marR="0" rtl="0" algn="l">
              <a:spcBef>
                <a:spcPts val="0"/>
              </a:spcBef>
              <a:spcAft>
                <a:spcPts val="0"/>
              </a:spcAft>
              <a:buNone/>
            </a:pPr>
            <a:r>
              <a:rPr lang="en-US" sz="1800">
                <a:solidFill>
                  <a:schemeClr val="lt1"/>
                </a:solidFill>
                <a:latin typeface="Century Gothic"/>
                <a:ea typeface="Century Gothic"/>
                <a:cs typeface="Century Gothic"/>
                <a:sym typeface="Century Gothic"/>
              </a:rPr>
              <a:t>               this.bread(); </a:t>
            </a:r>
            <a:endParaRPr/>
          </a:p>
          <a:p>
            <a:pPr indent="0" lvl="0" marL="0" marR="0" rtl="0" algn="l">
              <a:spcBef>
                <a:spcPts val="0"/>
              </a:spcBef>
              <a:spcAft>
                <a:spcPts val="0"/>
              </a:spcAft>
              <a:buNone/>
            </a:pPr>
            <a:r>
              <a:rPr lang="en-US" sz="1800">
                <a:solidFill>
                  <a:schemeClr val="lt1"/>
                </a:solidFill>
                <a:latin typeface="Century Gothic"/>
                <a:ea typeface="Century Gothic"/>
                <a:cs typeface="Century Gothic"/>
                <a:sym typeface="Century Gothic"/>
              </a:rPr>
              <a:t>          }</a:t>
            </a:r>
            <a:endParaRPr sz="1800">
              <a:solidFill>
                <a:schemeClr val="lt1"/>
              </a:solidFill>
              <a:latin typeface="Century Gothic"/>
              <a:ea typeface="Century Gothic"/>
              <a:cs typeface="Century Gothic"/>
              <a:sym typeface="Century Gothic"/>
            </a:endParaRPr>
          </a:p>
          <a:p>
            <a:pPr indent="0" lvl="0" marL="0" marR="0" rtl="0" algn="l">
              <a:spcBef>
                <a:spcPts val="0"/>
              </a:spcBef>
              <a:spcAft>
                <a:spcPts val="0"/>
              </a:spcAft>
              <a:buNone/>
            </a:pPr>
            <a:r>
              <a:rPr lang="en-US" sz="1800">
                <a:solidFill>
                  <a:schemeClr val="lt1"/>
                </a:solidFill>
                <a:latin typeface="Century Gothic"/>
                <a:ea typeface="Century Gothic"/>
                <a:cs typeface="Century Gothic"/>
                <a:sym typeface="Century Gothic"/>
              </a:rPr>
              <a:t>}</a:t>
            </a:r>
            <a:endParaRPr/>
          </a:p>
        </p:txBody>
      </p:sp>
      <p:sp>
        <p:nvSpPr>
          <p:cNvPr id="293" name="Google Shape;293;p16"/>
          <p:cNvSpPr txBox="1"/>
          <p:nvPr/>
        </p:nvSpPr>
        <p:spPr>
          <a:xfrm>
            <a:off x="4781328" y="3212976"/>
            <a:ext cx="4104456" cy="258532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FFFF00"/>
                </a:solidFill>
                <a:latin typeface="Century Gothic"/>
                <a:ea typeface="Century Gothic"/>
                <a:cs typeface="Century Gothic"/>
                <a:sym typeface="Century Gothic"/>
              </a:rPr>
              <a:t>public class ChittagongPizza{</a:t>
            </a:r>
            <a:endParaRPr/>
          </a:p>
          <a:p>
            <a:pPr indent="0" lvl="0" marL="0" marR="0" rtl="0" algn="l">
              <a:spcBef>
                <a:spcPts val="0"/>
              </a:spcBef>
              <a:spcAft>
                <a:spcPts val="0"/>
              </a:spcAft>
              <a:buNone/>
            </a:pPr>
            <a:r>
              <a:rPr lang="en-US" sz="1800">
                <a:solidFill>
                  <a:srgbClr val="FFFF00"/>
                </a:solidFill>
                <a:latin typeface="Century Gothic"/>
                <a:ea typeface="Century Gothic"/>
                <a:cs typeface="Century Gothic"/>
                <a:sym typeface="Century Gothic"/>
              </a:rPr>
              <a:t>     public void sausage(){</a:t>
            </a:r>
            <a:endParaRPr/>
          </a:p>
          <a:p>
            <a:pPr indent="0" lvl="0" marL="0" marR="0" rtl="0" algn="l">
              <a:spcBef>
                <a:spcPts val="0"/>
              </a:spcBef>
              <a:spcAft>
                <a:spcPts val="0"/>
              </a:spcAft>
              <a:buNone/>
            </a:pPr>
            <a:r>
              <a:rPr lang="en-US" sz="1800">
                <a:solidFill>
                  <a:srgbClr val="FFFF00"/>
                </a:solidFill>
                <a:latin typeface="Century Gothic"/>
                <a:ea typeface="Century Gothic"/>
                <a:cs typeface="Century Gothic"/>
                <a:sym typeface="Century Gothic"/>
              </a:rPr>
              <a:t>         print(“Ctg pizza”);</a:t>
            </a:r>
            <a:endParaRPr/>
          </a:p>
          <a:p>
            <a:pPr indent="0" lvl="0" marL="0" marR="0" rtl="0" algn="l">
              <a:spcBef>
                <a:spcPts val="0"/>
              </a:spcBef>
              <a:spcAft>
                <a:spcPts val="0"/>
              </a:spcAft>
              <a:buNone/>
            </a:pPr>
            <a:r>
              <a:rPr lang="en-US" sz="1800">
                <a:solidFill>
                  <a:srgbClr val="FFFF00"/>
                </a:solidFill>
                <a:latin typeface="Century Gothic"/>
                <a:ea typeface="Century Gothic"/>
                <a:cs typeface="Century Gothic"/>
                <a:sym typeface="Century Gothic"/>
              </a:rPr>
              <a:t>     }</a:t>
            </a:r>
            <a:endParaRPr/>
          </a:p>
          <a:p>
            <a:pPr indent="0" lvl="0" marL="0" marR="0" rtl="0" algn="l">
              <a:spcBef>
                <a:spcPts val="0"/>
              </a:spcBef>
              <a:spcAft>
                <a:spcPts val="0"/>
              </a:spcAft>
              <a:buNone/>
            </a:pPr>
            <a:r>
              <a:rPr lang="en-US" sz="1800">
                <a:solidFill>
                  <a:srgbClr val="FFFF00"/>
                </a:solidFill>
                <a:latin typeface="Century Gothic"/>
                <a:ea typeface="Century Gothic"/>
                <a:cs typeface="Century Gothic"/>
                <a:sym typeface="Century Gothic"/>
              </a:rPr>
              <a:t>     public void bread(){</a:t>
            </a:r>
            <a:endParaRPr/>
          </a:p>
          <a:p>
            <a:pPr indent="0" lvl="0" marL="0" marR="0" rtl="0" algn="l">
              <a:spcBef>
                <a:spcPts val="0"/>
              </a:spcBef>
              <a:spcAft>
                <a:spcPts val="0"/>
              </a:spcAft>
              <a:buNone/>
            </a:pPr>
            <a:r>
              <a:rPr lang="en-US" sz="1800">
                <a:solidFill>
                  <a:srgbClr val="FFFF00"/>
                </a:solidFill>
                <a:latin typeface="Century Gothic"/>
                <a:ea typeface="Century Gothic"/>
                <a:cs typeface="Century Gothic"/>
                <a:sym typeface="Century Gothic"/>
              </a:rPr>
              <a:t>         print(“Ctg bread”);</a:t>
            </a:r>
            <a:endParaRPr/>
          </a:p>
          <a:p>
            <a:pPr indent="0" lvl="0" marL="0" marR="0" rtl="0" algn="l">
              <a:spcBef>
                <a:spcPts val="0"/>
              </a:spcBef>
              <a:spcAft>
                <a:spcPts val="0"/>
              </a:spcAft>
              <a:buNone/>
            </a:pPr>
            <a:r>
              <a:rPr lang="en-US" sz="1800">
                <a:solidFill>
                  <a:srgbClr val="FFFF00"/>
                </a:solidFill>
                <a:latin typeface="Century Gothic"/>
                <a:ea typeface="Century Gothic"/>
                <a:cs typeface="Century Gothic"/>
                <a:sym typeface="Century Gothic"/>
              </a:rPr>
              <a:t>     }</a:t>
            </a:r>
            <a:endParaRPr/>
          </a:p>
          <a:p>
            <a:pPr indent="0" lvl="0" marL="0" marR="0" rtl="0" algn="l">
              <a:spcBef>
                <a:spcPts val="0"/>
              </a:spcBef>
              <a:spcAft>
                <a:spcPts val="0"/>
              </a:spcAft>
              <a:buNone/>
            </a:pPr>
            <a:r>
              <a:t/>
            </a:r>
            <a:endParaRPr sz="1800">
              <a:solidFill>
                <a:srgbClr val="FFFF00"/>
              </a:solidFill>
              <a:latin typeface="Century Gothic"/>
              <a:ea typeface="Century Gothic"/>
              <a:cs typeface="Century Gothic"/>
              <a:sym typeface="Century Gothic"/>
            </a:endParaRPr>
          </a:p>
          <a:p>
            <a:pPr indent="0" lvl="0" marL="0" marR="0" rtl="0" algn="l">
              <a:spcBef>
                <a:spcPts val="0"/>
              </a:spcBef>
              <a:spcAft>
                <a:spcPts val="0"/>
              </a:spcAft>
              <a:buNone/>
            </a:pPr>
            <a:r>
              <a:rPr lang="en-US" sz="1800">
                <a:solidFill>
                  <a:srgbClr val="FFFF00"/>
                </a:solidFill>
                <a:latin typeface="Century Gothic"/>
                <a:ea typeface="Century Gothic"/>
                <a:cs typeface="Century Gothic"/>
                <a:sym typeface="Century Gothic"/>
              </a:rPr>
              <a:t>}</a:t>
            </a:r>
            <a:endParaRPr/>
          </a:p>
        </p:txBody>
      </p:sp>
      <p:cxnSp>
        <p:nvCxnSpPr>
          <p:cNvPr id="294" name="Google Shape;294;p16"/>
          <p:cNvCxnSpPr/>
          <p:nvPr/>
        </p:nvCxnSpPr>
        <p:spPr>
          <a:xfrm>
            <a:off x="2915816" y="3645024"/>
            <a:ext cx="2160240" cy="72008"/>
          </a:xfrm>
          <a:prstGeom prst="straightConnector1">
            <a:avLst/>
          </a:prstGeom>
          <a:noFill/>
          <a:ln cap="flat" cmpd="sng" w="25400">
            <a:solidFill>
              <a:srgbClr val="FF0000"/>
            </a:solidFill>
            <a:prstDash val="solid"/>
            <a:round/>
            <a:headEnd len="sm" w="sm" type="none"/>
            <a:tailEnd len="med" w="med" type="stealth"/>
          </a:ln>
        </p:spPr>
      </p:cxnSp>
      <p:cxnSp>
        <p:nvCxnSpPr>
          <p:cNvPr id="295" name="Google Shape;295;p16"/>
          <p:cNvCxnSpPr/>
          <p:nvPr/>
        </p:nvCxnSpPr>
        <p:spPr>
          <a:xfrm>
            <a:off x="2621088" y="4469633"/>
            <a:ext cx="2526976" cy="72008"/>
          </a:xfrm>
          <a:prstGeom prst="straightConnector1">
            <a:avLst/>
          </a:prstGeom>
          <a:noFill/>
          <a:ln cap="flat" cmpd="sng" w="25400">
            <a:solidFill>
              <a:srgbClr val="FF0000"/>
            </a:solidFill>
            <a:prstDash val="solid"/>
            <a:round/>
            <a:headEnd len="sm" w="sm" type="none"/>
            <a:tailEnd len="med" w="med" type="stealth"/>
          </a:ln>
        </p:spPr>
      </p:cxnSp>
      <p:sp>
        <p:nvSpPr>
          <p:cNvPr id="296" name="Google Shape;296;p16"/>
          <p:cNvSpPr txBox="1"/>
          <p:nvPr/>
        </p:nvSpPr>
        <p:spPr>
          <a:xfrm>
            <a:off x="227001" y="5397818"/>
            <a:ext cx="8686800"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EFD37E"/>
                </a:solidFill>
                <a:latin typeface="Century Gothic"/>
                <a:ea typeface="Century Gothic"/>
                <a:cs typeface="Century Gothic"/>
                <a:sym typeface="Century Gothic"/>
              </a:rPr>
              <a:t>From main method, customer call –</a:t>
            </a:r>
            <a:endParaRPr/>
          </a:p>
          <a:p>
            <a:pPr indent="0" lvl="0" marL="0" marR="0" rtl="0" algn="l">
              <a:spcBef>
                <a:spcPts val="0"/>
              </a:spcBef>
              <a:spcAft>
                <a:spcPts val="0"/>
              </a:spcAft>
              <a:buNone/>
            </a:pPr>
            <a:r>
              <a:rPr lang="en-US" sz="1800">
                <a:solidFill>
                  <a:srgbClr val="86D1D8"/>
                </a:solidFill>
                <a:latin typeface="Century Gothic"/>
                <a:ea typeface="Century Gothic"/>
                <a:cs typeface="Century Gothic"/>
                <a:sym typeface="Century Gothic"/>
              </a:rPr>
              <a:t>Pizza adaptedPizza = new ChittagongClassAdapter(); </a:t>
            </a:r>
            <a:endParaRPr/>
          </a:p>
          <a:p>
            <a:pPr indent="0" lvl="0" marL="0" marR="0" rtl="0" algn="l">
              <a:spcBef>
                <a:spcPts val="0"/>
              </a:spcBef>
              <a:spcAft>
                <a:spcPts val="0"/>
              </a:spcAft>
              <a:buNone/>
            </a:pPr>
            <a:r>
              <a:rPr lang="en-US" sz="1800">
                <a:solidFill>
                  <a:srgbClr val="86D1D8"/>
                </a:solidFill>
                <a:latin typeface="Century Gothic"/>
                <a:ea typeface="Century Gothic"/>
                <a:cs typeface="Century Gothic"/>
                <a:sym typeface="Century Gothic"/>
              </a:rPr>
              <a:t>adaptedPizza.toppings();</a:t>
            </a:r>
            <a:endParaRPr/>
          </a:p>
          <a:p>
            <a:pPr indent="0" lvl="0" marL="0" marR="0" rtl="0" algn="l">
              <a:spcBef>
                <a:spcPts val="0"/>
              </a:spcBef>
              <a:spcAft>
                <a:spcPts val="0"/>
              </a:spcAft>
              <a:buNone/>
            </a:pPr>
            <a:r>
              <a:rPr lang="en-US" sz="1800">
                <a:solidFill>
                  <a:srgbClr val="86D1D8"/>
                </a:solidFill>
                <a:latin typeface="Century Gothic"/>
                <a:ea typeface="Century Gothic"/>
                <a:cs typeface="Century Gothic"/>
                <a:sym typeface="Century Gothic"/>
              </a:rPr>
              <a:t>adaptedPizza.bun();</a:t>
            </a:r>
            <a:endParaRPr sz="1800">
              <a:solidFill>
                <a:srgbClr val="86D1D8"/>
              </a:solidFill>
              <a:latin typeface="Century Gothic"/>
              <a:ea typeface="Century Gothic"/>
              <a:cs typeface="Century Gothic"/>
              <a:sym typeface="Century Gothic"/>
            </a:endParaRPr>
          </a:p>
        </p:txBody>
      </p:sp>
      <p:cxnSp>
        <p:nvCxnSpPr>
          <p:cNvPr id="297" name="Google Shape;297;p16"/>
          <p:cNvCxnSpPr/>
          <p:nvPr/>
        </p:nvCxnSpPr>
        <p:spPr>
          <a:xfrm rot="-5400000">
            <a:off x="-631937" y="4226095"/>
            <a:ext cx="2369400" cy="693600"/>
          </a:xfrm>
          <a:prstGeom prst="bentConnector3">
            <a:avLst>
              <a:gd fmla="val 99163" name="adj1"/>
            </a:avLst>
          </a:prstGeom>
          <a:noFill/>
          <a:ln cap="flat" cmpd="sng" w="25400">
            <a:solidFill>
              <a:srgbClr val="FF0000"/>
            </a:solidFill>
            <a:prstDash val="solid"/>
            <a:round/>
            <a:headEnd len="sm" w="sm" type="none"/>
            <a:tailEnd len="med" w="med" type="stealth"/>
          </a:ln>
        </p:spPr>
      </p:cxnSp>
      <p:pic>
        <p:nvPicPr>
          <p:cNvPr descr="brac.png" id="298" name="Google Shape;298;p16"/>
          <p:cNvPicPr preferRelativeResize="0"/>
          <p:nvPr/>
        </p:nvPicPr>
        <p:blipFill rotWithShape="1">
          <a:blip r:embed="rId3">
            <a:alphaModFix/>
          </a:blip>
          <a:srcRect b="0" l="0" r="0" t="0"/>
          <a:stretch/>
        </p:blipFill>
        <p:spPr>
          <a:xfrm>
            <a:off x="7772400" y="5829300"/>
            <a:ext cx="1371600" cy="10668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0">
                                            <p:txEl>
                                              <p:pRg end="0" st="0"/>
                                            </p:txEl>
                                          </p:spTgt>
                                        </p:tgtEl>
                                        <p:attrNameLst>
                                          <p:attrName>style.visibility</p:attrName>
                                        </p:attrNameLst>
                                      </p:cBhvr>
                                      <p:to>
                                        <p:strVal val="visible"/>
                                      </p:to>
                                    </p:set>
                                    <p:animEffect filter="fade" transition="in">
                                      <p:cBhvr>
                                        <p:cTn dur="1000"/>
                                        <p:tgtEl>
                                          <p:spTgt spid="29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0">
                                            <p:txEl>
                                              <p:pRg end="1" st="1"/>
                                            </p:txEl>
                                          </p:spTgt>
                                        </p:tgtEl>
                                        <p:attrNameLst>
                                          <p:attrName>style.visibility</p:attrName>
                                        </p:attrNameLst>
                                      </p:cBhvr>
                                      <p:to>
                                        <p:strVal val="visible"/>
                                      </p:to>
                                    </p:set>
                                    <p:animEffect filter="fade" transition="in">
                                      <p:cBhvr>
                                        <p:cTn dur="1000"/>
                                        <p:tgtEl>
                                          <p:spTgt spid="29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0">
                                            <p:txEl>
                                              <p:pRg end="2" st="2"/>
                                            </p:txEl>
                                          </p:spTgt>
                                        </p:tgtEl>
                                        <p:attrNameLst>
                                          <p:attrName>style.visibility</p:attrName>
                                        </p:attrNameLst>
                                      </p:cBhvr>
                                      <p:to>
                                        <p:strVal val="visible"/>
                                      </p:to>
                                    </p:set>
                                    <p:animEffect filter="fade" transition="in">
                                      <p:cBhvr>
                                        <p:cTn dur="1000"/>
                                        <p:tgtEl>
                                          <p:spTgt spid="290">
                                            <p:txEl>
                                              <p:pRg end="2" st="2"/>
                                            </p:txEl>
                                          </p:spTgt>
                                        </p:tgtEl>
                                      </p:cBhvr>
                                    </p:animEffect>
                                  </p:childTnLst>
                                </p:cTn>
                              </p:par>
                              <p:par>
                                <p:cTn fill="hold" nodeType="withEffect" presetClass="entr" presetID="10" presetSubtype="0">
                                  <p:stCondLst>
                                    <p:cond delay="0"/>
                                  </p:stCondLst>
                                  <p:childTnLst>
                                    <p:set>
                                      <p:cBhvr>
                                        <p:cTn dur="1" fill="hold">
                                          <p:stCondLst>
                                            <p:cond delay="0"/>
                                          </p:stCondLst>
                                        </p:cTn>
                                        <p:tgtEl>
                                          <p:spTgt spid="293"/>
                                        </p:tgtEl>
                                        <p:attrNameLst>
                                          <p:attrName>style.visibility</p:attrName>
                                        </p:attrNameLst>
                                      </p:cBhvr>
                                      <p:to>
                                        <p:strVal val="visible"/>
                                      </p:to>
                                    </p:set>
                                    <p:animEffect filter="fade" transition="in">
                                      <p:cBhvr>
                                        <p:cTn dur="1000"/>
                                        <p:tgtEl>
                                          <p:spTgt spid="29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2"/>
                                        </p:tgtEl>
                                        <p:attrNameLst>
                                          <p:attrName>style.visibility</p:attrName>
                                        </p:attrNameLst>
                                      </p:cBhvr>
                                      <p:to>
                                        <p:strVal val="visible"/>
                                      </p:to>
                                    </p:set>
                                    <p:animEffect filter="fade" transition="in">
                                      <p:cBhvr>
                                        <p:cTn dur="1000"/>
                                        <p:tgtEl>
                                          <p:spTgt spid="29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17"/>
          <p:cNvSpPr txBox="1"/>
          <p:nvPr>
            <p:ph type="title"/>
          </p:nvPr>
        </p:nvSpPr>
        <p:spPr>
          <a:xfrm>
            <a:off x="484710" y="452718"/>
            <a:ext cx="7055380" cy="140053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lt2"/>
              </a:buClr>
              <a:buSzPts val="4200"/>
              <a:buFont typeface="Century Gothic"/>
              <a:buNone/>
            </a:pPr>
            <a:r>
              <a:rPr lang="en-US"/>
              <a:t>Adapter Pattern</a:t>
            </a:r>
            <a:endParaRPr/>
          </a:p>
        </p:txBody>
      </p:sp>
      <p:sp>
        <p:nvSpPr>
          <p:cNvPr id="304" name="Google Shape;304;p17"/>
          <p:cNvSpPr txBox="1"/>
          <p:nvPr>
            <p:ph idx="1" type="body"/>
          </p:nvPr>
        </p:nvSpPr>
        <p:spPr>
          <a:xfrm>
            <a:off x="483974" y="1412777"/>
            <a:ext cx="8552522" cy="483563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600"/>
              <a:buNone/>
            </a:pPr>
            <a:r>
              <a:rPr b="1" lang="en-US"/>
              <a:t>Participants: </a:t>
            </a:r>
            <a:endParaRPr/>
          </a:p>
          <a:p>
            <a:pPr indent="-342906" lvl="0" marL="342906" rtl="0" algn="l">
              <a:spcBef>
                <a:spcPts val="1000"/>
              </a:spcBef>
              <a:spcAft>
                <a:spcPts val="0"/>
              </a:spcAft>
              <a:buSzPts val="1600"/>
              <a:buChar char="►"/>
            </a:pPr>
            <a:r>
              <a:rPr b="1" lang="en-US">
                <a:solidFill>
                  <a:srgbClr val="EFD37E"/>
                </a:solidFill>
              </a:rPr>
              <a:t>Target: </a:t>
            </a:r>
            <a:r>
              <a:rPr lang="en-US"/>
              <a:t>defines the domain-specific interface that Client uses. (ex: Pizza)</a:t>
            </a:r>
            <a:endParaRPr/>
          </a:p>
          <a:p>
            <a:pPr indent="-342906" lvl="0" marL="342906" rtl="0" algn="l">
              <a:spcBef>
                <a:spcPts val="1000"/>
              </a:spcBef>
              <a:spcAft>
                <a:spcPts val="0"/>
              </a:spcAft>
              <a:buSzPts val="1600"/>
              <a:buChar char="►"/>
            </a:pPr>
            <a:r>
              <a:rPr b="1" lang="en-US">
                <a:solidFill>
                  <a:srgbClr val="EFD37E"/>
                </a:solidFill>
              </a:rPr>
              <a:t>Client: </a:t>
            </a:r>
            <a:r>
              <a:rPr lang="en-US"/>
              <a:t>collaborates with objects conforming to the Target interface.</a:t>
            </a:r>
            <a:endParaRPr/>
          </a:p>
          <a:p>
            <a:pPr indent="-342906" lvl="0" marL="342906" rtl="0" algn="l">
              <a:spcBef>
                <a:spcPts val="1000"/>
              </a:spcBef>
              <a:spcAft>
                <a:spcPts val="0"/>
              </a:spcAft>
              <a:buSzPts val="1600"/>
              <a:buChar char="►"/>
            </a:pPr>
            <a:r>
              <a:rPr b="1" lang="en-US">
                <a:solidFill>
                  <a:srgbClr val="EFD37E"/>
                </a:solidFill>
              </a:rPr>
              <a:t>Adaptee: </a:t>
            </a:r>
            <a:r>
              <a:rPr lang="en-US"/>
              <a:t>defines an existing interface that needs adapting (ex: ChittagongPizza)</a:t>
            </a:r>
            <a:endParaRPr b="1"/>
          </a:p>
          <a:p>
            <a:pPr indent="-342906" lvl="0" marL="342906" rtl="0" algn="l">
              <a:spcBef>
                <a:spcPts val="1000"/>
              </a:spcBef>
              <a:spcAft>
                <a:spcPts val="0"/>
              </a:spcAft>
              <a:buSzPts val="1600"/>
              <a:buChar char="►"/>
            </a:pPr>
            <a:r>
              <a:rPr b="1" lang="en-US">
                <a:solidFill>
                  <a:srgbClr val="EFD37E"/>
                </a:solidFill>
              </a:rPr>
              <a:t>Adapter: </a:t>
            </a:r>
            <a:r>
              <a:rPr lang="en-US"/>
              <a:t>adapts the interface of Adaptee to the Target interface. (ex: ChittagongClassAdapter)</a:t>
            </a:r>
            <a:endParaRPr/>
          </a:p>
          <a:p>
            <a:pPr indent="0" lvl="0" marL="0" rtl="0" algn="l">
              <a:spcBef>
                <a:spcPts val="1000"/>
              </a:spcBef>
              <a:spcAft>
                <a:spcPts val="0"/>
              </a:spcAft>
              <a:buSzPts val="1600"/>
              <a:buNone/>
            </a:pPr>
            <a:r>
              <a:t/>
            </a:r>
            <a:endParaRPr/>
          </a:p>
        </p:txBody>
      </p:sp>
      <p:sp>
        <p:nvSpPr>
          <p:cNvPr id="305" name="Google Shape;305;p17"/>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pic>
        <p:nvPicPr>
          <p:cNvPr descr="brac.png" id="306" name="Google Shape;306;p17"/>
          <p:cNvPicPr preferRelativeResize="0"/>
          <p:nvPr/>
        </p:nvPicPr>
        <p:blipFill rotWithShape="1">
          <a:blip r:embed="rId3">
            <a:alphaModFix/>
          </a:blip>
          <a:srcRect b="0" l="0" r="0" t="0"/>
          <a:stretch/>
        </p:blipFill>
        <p:spPr>
          <a:xfrm>
            <a:off x="7772400" y="5829300"/>
            <a:ext cx="1371600" cy="10668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18"/>
          <p:cNvSpPr txBox="1"/>
          <p:nvPr>
            <p:ph type="title"/>
          </p:nvPr>
        </p:nvSpPr>
        <p:spPr>
          <a:xfrm>
            <a:off x="484710" y="452718"/>
            <a:ext cx="7055380" cy="140053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lt2"/>
              </a:buClr>
              <a:buSzPts val="4200"/>
              <a:buFont typeface="Century Gothic"/>
              <a:buNone/>
            </a:pPr>
            <a:r>
              <a:rPr lang="en-US"/>
              <a:t>Adapter Pattern</a:t>
            </a:r>
            <a:endParaRPr/>
          </a:p>
        </p:txBody>
      </p:sp>
      <p:sp>
        <p:nvSpPr>
          <p:cNvPr id="312" name="Google Shape;312;p18"/>
          <p:cNvSpPr txBox="1"/>
          <p:nvPr>
            <p:ph idx="1" type="body"/>
          </p:nvPr>
        </p:nvSpPr>
        <p:spPr>
          <a:xfrm>
            <a:off x="827700" y="2052925"/>
            <a:ext cx="6711654" cy="4195481"/>
          </a:xfrm>
          <a:prstGeom prst="rect">
            <a:avLst/>
          </a:prstGeom>
          <a:noFill/>
          <a:ln>
            <a:noFill/>
          </a:ln>
        </p:spPr>
        <p:txBody>
          <a:bodyPr anchorCtr="0" anchor="t" bIns="45700" lIns="91425" spcFirstLastPara="1" rIns="91425" wrap="square" tIns="45700">
            <a:normAutofit/>
          </a:bodyPr>
          <a:lstStyle/>
          <a:p>
            <a:pPr indent="-342906" lvl="0" marL="342906" rtl="0" algn="l">
              <a:spcBef>
                <a:spcPts val="0"/>
              </a:spcBef>
              <a:spcAft>
                <a:spcPts val="0"/>
              </a:spcAft>
              <a:buSzPts val="1600"/>
              <a:buChar char="►"/>
            </a:pPr>
            <a:r>
              <a:rPr b="1" lang="en-US"/>
              <a:t>Structure:</a:t>
            </a:r>
            <a:endParaRPr/>
          </a:p>
          <a:p>
            <a:pPr indent="0" lvl="0" marL="0" rtl="0" algn="l">
              <a:spcBef>
                <a:spcPts val="1000"/>
              </a:spcBef>
              <a:spcAft>
                <a:spcPts val="0"/>
              </a:spcAft>
              <a:buSzPts val="1600"/>
              <a:buNone/>
            </a:pPr>
            <a:r>
              <a:t/>
            </a:r>
            <a:endParaRPr/>
          </a:p>
        </p:txBody>
      </p:sp>
      <p:pic>
        <p:nvPicPr>
          <p:cNvPr id="313" name="Google Shape;313;p18"/>
          <p:cNvPicPr preferRelativeResize="0"/>
          <p:nvPr/>
        </p:nvPicPr>
        <p:blipFill rotWithShape="1">
          <a:blip r:embed="rId3">
            <a:alphaModFix/>
          </a:blip>
          <a:srcRect b="0" l="0" r="0" t="0"/>
          <a:stretch/>
        </p:blipFill>
        <p:spPr>
          <a:xfrm>
            <a:off x="1479722" y="2996952"/>
            <a:ext cx="6184556" cy="2814754"/>
          </a:xfrm>
          <a:prstGeom prst="rect">
            <a:avLst/>
          </a:prstGeom>
          <a:noFill/>
          <a:ln>
            <a:noFill/>
          </a:ln>
        </p:spPr>
      </p:pic>
      <p:sp>
        <p:nvSpPr>
          <p:cNvPr id="314" name="Google Shape;314;p18"/>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pic>
        <p:nvPicPr>
          <p:cNvPr descr="brac.png" id="315" name="Google Shape;315;p18"/>
          <p:cNvPicPr preferRelativeResize="0"/>
          <p:nvPr/>
        </p:nvPicPr>
        <p:blipFill rotWithShape="1">
          <a:blip r:embed="rId4">
            <a:alphaModFix/>
          </a:blip>
          <a:srcRect b="0" l="0" r="0" t="0"/>
          <a:stretch/>
        </p:blipFill>
        <p:spPr>
          <a:xfrm>
            <a:off x="7772400" y="5829300"/>
            <a:ext cx="1371600" cy="10668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19"/>
          <p:cNvSpPr txBox="1"/>
          <p:nvPr>
            <p:ph type="title"/>
          </p:nvPr>
        </p:nvSpPr>
        <p:spPr>
          <a:xfrm>
            <a:off x="457200" y="274638"/>
            <a:ext cx="8229600" cy="706090"/>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chemeClr val="lt2"/>
              </a:buClr>
              <a:buSzPct val="100000"/>
              <a:buFont typeface="Century Gothic"/>
              <a:buNone/>
            </a:pPr>
            <a:r>
              <a:rPr lang="en-US"/>
              <a:t>Object Adapter</a:t>
            </a:r>
            <a:endParaRPr/>
          </a:p>
        </p:txBody>
      </p:sp>
      <p:sp>
        <p:nvSpPr>
          <p:cNvPr id="321" name="Google Shape;321;p19"/>
          <p:cNvSpPr txBox="1"/>
          <p:nvPr>
            <p:ph idx="1" type="body"/>
          </p:nvPr>
        </p:nvSpPr>
        <p:spPr>
          <a:xfrm>
            <a:off x="539552" y="1196753"/>
            <a:ext cx="8229600" cy="864096"/>
          </a:xfrm>
          <a:prstGeom prst="rect">
            <a:avLst/>
          </a:prstGeom>
          <a:noFill/>
          <a:ln>
            <a:noFill/>
          </a:ln>
        </p:spPr>
        <p:txBody>
          <a:bodyPr anchorCtr="0" anchor="t" bIns="45700" lIns="91425" spcFirstLastPara="1" rIns="91425" wrap="square" tIns="45700">
            <a:normAutofit fontScale="85000" lnSpcReduction="20000"/>
          </a:bodyPr>
          <a:lstStyle/>
          <a:p>
            <a:pPr indent="0" lvl="0" marL="0" rtl="0" algn="l">
              <a:spcBef>
                <a:spcPts val="0"/>
              </a:spcBef>
              <a:spcAft>
                <a:spcPts val="0"/>
              </a:spcAft>
              <a:buSzPct val="80000"/>
              <a:buNone/>
            </a:pPr>
            <a:r>
              <a:rPr lang="en-US">
                <a:solidFill>
                  <a:srgbClr val="FFFF00"/>
                </a:solidFill>
              </a:rPr>
              <a:t>We have the existing adpatee.</a:t>
            </a:r>
            <a:endParaRPr/>
          </a:p>
          <a:p>
            <a:pPr indent="0" lvl="0" marL="0" rtl="0" algn="l">
              <a:spcBef>
                <a:spcPts val="1000"/>
              </a:spcBef>
              <a:spcAft>
                <a:spcPts val="0"/>
              </a:spcAft>
              <a:buSzPct val="80000"/>
              <a:buNone/>
            </a:pPr>
            <a:r>
              <a:rPr lang="en-US"/>
              <a:t>Now, create a object adapter for adapting the same ChittagongPizza </a:t>
            </a:r>
            <a:r>
              <a:rPr b="1" lang="en-US"/>
              <a:t>existing class</a:t>
            </a:r>
            <a:r>
              <a:rPr lang="en-US"/>
              <a:t>. </a:t>
            </a:r>
            <a:endParaRPr/>
          </a:p>
        </p:txBody>
      </p:sp>
      <p:sp>
        <p:nvSpPr>
          <p:cNvPr id="322" name="Google Shape;322;p19"/>
          <p:cNvSpPr txBox="1"/>
          <p:nvPr/>
        </p:nvSpPr>
        <p:spPr>
          <a:xfrm>
            <a:off x="251520" y="2204864"/>
            <a:ext cx="8147248" cy="369331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lt1"/>
                </a:solidFill>
                <a:latin typeface="Century Gothic"/>
                <a:ea typeface="Century Gothic"/>
                <a:cs typeface="Century Gothic"/>
                <a:sym typeface="Century Gothic"/>
              </a:rPr>
              <a:t>public class ChittagongObjectAdapter implements Pizza{</a:t>
            </a:r>
            <a:endParaRPr/>
          </a:p>
          <a:p>
            <a:pPr indent="0" lvl="0" marL="0" marR="0" rtl="0" algn="l">
              <a:spcBef>
                <a:spcPts val="0"/>
              </a:spcBef>
              <a:spcAft>
                <a:spcPts val="0"/>
              </a:spcAft>
              <a:buNone/>
            </a:pPr>
            <a:r>
              <a:rPr lang="en-US" sz="1800">
                <a:solidFill>
                  <a:schemeClr val="lt1"/>
                </a:solidFill>
                <a:latin typeface="Century Gothic"/>
                <a:ea typeface="Century Gothic"/>
                <a:cs typeface="Century Gothic"/>
                <a:sym typeface="Century Gothic"/>
              </a:rPr>
              <a:t>        </a:t>
            </a:r>
            <a:r>
              <a:rPr b="1" lang="en-US" sz="1800">
                <a:solidFill>
                  <a:srgbClr val="4CB9C3"/>
                </a:solidFill>
                <a:latin typeface="Century Gothic"/>
                <a:ea typeface="Century Gothic"/>
                <a:cs typeface="Century Gothic"/>
                <a:sym typeface="Century Gothic"/>
              </a:rPr>
              <a:t>private ChittagongPizza ctgPizza;</a:t>
            </a:r>
            <a:endParaRPr/>
          </a:p>
          <a:p>
            <a:pPr indent="0" lvl="0" marL="0" marR="0" rtl="0" algn="l">
              <a:spcBef>
                <a:spcPts val="0"/>
              </a:spcBef>
              <a:spcAft>
                <a:spcPts val="0"/>
              </a:spcAft>
              <a:buNone/>
            </a:pPr>
            <a:r>
              <a:rPr lang="en-US" sz="1800">
                <a:solidFill>
                  <a:schemeClr val="lt1"/>
                </a:solidFill>
                <a:latin typeface="Century Gothic"/>
                <a:ea typeface="Century Gothic"/>
                <a:cs typeface="Century Gothic"/>
                <a:sym typeface="Century Gothic"/>
              </a:rPr>
              <a:t>        </a:t>
            </a:r>
            <a:endParaRPr/>
          </a:p>
          <a:p>
            <a:pPr indent="0" lvl="0" marL="0" marR="0" rtl="0" algn="l">
              <a:spcBef>
                <a:spcPts val="0"/>
              </a:spcBef>
              <a:spcAft>
                <a:spcPts val="0"/>
              </a:spcAft>
              <a:buNone/>
            </a:pPr>
            <a:r>
              <a:rPr lang="en-US" sz="1800">
                <a:solidFill>
                  <a:schemeClr val="lt1"/>
                </a:solidFill>
                <a:latin typeface="Century Gothic"/>
                <a:ea typeface="Century Gothic"/>
                <a:cs typeface="Century Gothic"/>
                <a:sym typeface="Century Gothic"/>
              </a:rPr>
              <a:t>        public ChittagongStylePizzaObjectAdapter(){</a:t>
            </a:r>
            <a:endParaRPr/>
          </a:p>
          <a:p>
            <a:pPr indent="0" lvl="0" marL="0" marR="0" rtl="0" algn="l">
              <a:spcBef>
                <a:spcPts val="0"/>
              </a:spcBef>
              <a:spcAft>
                <a:spcPts val="0"/>
              </a:spcAft>
              <a:buNone/>
            </a:pPr>
            <a:r>
              <a:rPr lang="en-US" sz="1800">
                <a:solidFill>
                  <a:schemeClr val="lt1"/>
                </a:solidFill>
                <a:latin typeface="Century Gothic"/>
                <a:ea typeface="Century Gothic"/>
                <a:cs typeface="Century Gothic"/>
                <a:sym typeface="Century Gothic"/>
              </a:rPr>
              <a:t>             </a:t>
            </a:r>
            <a:r>
              <a:rPr b="1" lang="en-US" sz="1800">
                <a:solidFill>
                  <a:srgbClr val="4CB9C3"/>
                </a:solidFill>
                <a:latin typeface="Century Gothic"/>
                <a:ea typeface="Century Gothic"/>
                <a:cs typeface="Century Gothic"/>
                <a:sym typeface="Century Gothic"/>
              </a:rPr>
              <a:t>ctgPizza = new ChittagongPizza();</a:t>
            </a:r>
            <a:endParaRPr/>
          </a:p>
          <a:p>
            <a:pPr indent="0" lvl="0" marL="0" marR="0" rtl="0" algn="l">
              <a:spcBef>
                <a:spcPts val="0"/>
              </a:spcBef>
              <a:spcAft>
                <a:spcPts val="0"/>
              </a:spcAft>
              <a:buNone/>
            </a:pPr>
            <a:r>
              <a:rPr lang="en-US" sz="1800">
                <a:solidFill>
                  <a:schemeClr val="lt1"/>
                </a:solidFill>
                <a:latin typeface="Century Gothic"/>
                <a:ea typeface="Century Gothic"/>
                <a:cs typeface="Century Gothic"/>
                <a:sym typeface="Century Gothic"/>
              </a:rPr>
              <a:t>        }</a:t>
            </a:r>
            <a:endParaRPr/>
          </a:p>
          <a:p>
            <a:pPr indent="0" lvl="0" marL="0" marR="0" rtl="0" algn="l">
              <a:spcBef>
                <a:spcPts val="0"/>
              </a:spcBef>
              <a:spcAft>
                <a:spcPts val="0"/>
              </a:spcAft>
              <a:buNone/>
            </a:pPr>
            <a:r>
              <a:rPr lang="en-US" sz="1800">
                <a:solidFill>
                  <a:schemeClr val="lt1"/>
                </a:solidFill>
                <a:latin typeface="Century Gothic"/>
                <a:ea typeface="Century Gothic"/>
                <a:cs typeface="Century Gothic"/>
                <a:sym typeface="Century Gothic"/>
              </a:rPr>
              <a:t>        public void toppings(){</a:t>
            </a:r>
            <a:endParaRPr/>
          </a:p>
          <a:p>
            <a:pPr indent="0" lvl="0" marL="0" marR="0" rtl="0" algn="l">
              <a:spcBef>
                <a:spcPts val="0"/>
              </a:spcBef>
              <a:spcAft>
                <a:spcPts val="0"/>
              </a:spcAft>
              <a:buNone/>
            </a:pPr>
            <a:r>
              <a:rPr lang="en-US" sz="1800">
                <a:solidFill>
                  <a:schemeClr val="lt1"/>
                </a:solidFill>
                <a:latin typeface="Century Gothic"/>
                <a:ea typeface="Century Gothic"/>
                <a:cs typeface="Century Gothic"/>
                <a:sym typeface="Century Gothic"/>
              </a:rPr>
              <a:t>               ctgPizza.sausage();</a:t>
            </a:r>
            <a:endParaRPr/>
          </a:p>
          <a:p>
            <a:pPr indent="0" lvl="0" marL="0" marR="0" rtl="0" algn="l">
              <a:spcBef>
                <a:spcPts val="0"/>
              </a:spcBef>
              <a:spcAft>
                <a:spcPts val="0"/>
              </a:spcAft>
              <a:buNone/>
            </a:pPr>
            <a:r>
              <a:rPr lang="en-US" sz="1800">
                <a:solidFill>
                  <a:schemeClr val="lt1"/>
                </a:solidFill>
                <a:latin typeface="Century Gothic"/>
                <a:ea typeface="Century Gothic"/>
                <a:cs typeface="Century Gothic"/>
                <a:sym typeface="Century Gothic"/>
              </a:rPr>
              <a:t>        }</a:t>
            </a:r>
            <a:endParaRPr/>
          </a:p>
          <a:p>
            <a:pPr indent="0" lvl="0" marL="0" marR="0" rtl="0" algn="l">
              <a:spcBef>
                <a:spcPts val="0"/>
              </a:spcBef>
              <a:spcAft>
                <a:spcPts val="0"/>
              </a:spcAft>
              <a:buNone/>
            </a:pPr>
            <a:r>
              <a:rPr lang="en-US" sz="1800">
                <a:solidFill>
                  <a:schemeClr val="lt1"/>
                </a:solidFill>
                <a:latin typeface="Century Gothic"/>
                <a:ea typeface="Century Gothic"/>
                <a:cs typeface="Century Gothic"/>
                <a:sym typeface="Century Gothic"/>
              </a:rPr>
              <a:t>        public void bun(){</a:t>
            </a:r>
            <a:endParaRPr/>
          </a:p>
          <a:p>
            <a:pPr indent="0" lvl="0" marL="0" marR="0" rtl="0" algn="l">
              <a:spcBef>
                <a:spcPts val="0"/>
              </a:spcBef>
              <a:spcAft>
                <a:spcPts val="0"/>
              </a:spcAft>
              <a:buNone/>
            </a:pPr>
            <a:r>
              <a:rPr lang="en-US" sz="1800">
                <a:solidFill>
                  <a:schemeClr val="lt1"/>
                </a:solidFill>
                <a:latin typeface="Century Gothic"/>
                <a:ea typeface="Century Gothic"/>
                <a:cs typeface="Century Gothic"/>
                <a:sym typeface="Century Gothic"/>
              </a:rPr>
              <a:t>               ctgPizza.bread();</a:t>
            </a:r>
            <a:endParaRPr/>
          </a:p>
          <a:p>
            <a:pPr indent="0" lvl="0" marL="0" marR="0" rtl="0" algn="l">
              <a:spcBef>
                <a:spcPts val="0"/>
              </a:spcBef>
              <a:spcAft>
                <a:spcPts val="0"/>
              </a:spcAft>
              <a:buNone/>
            </a:pPr>
            <a:r>
              <a:rPr lang="en-US" sz="1800">
                <a:solidFill>
                  <a:schemeClr val="lt1"/>
                </a:solidFill>
                <a:latin typeface="Century Gothic"/>
                <a:ea typeface="Century Gothic"/>
                <a:cs typeface="Century Gothic"/>
                <a:sym typeface="Century Gothic"/>
              </a:rPr>
              <a:t>        }</a:t>
            </a:r>
            <a:endParaRPr/>
          </a:p>
          <a:p>
            <a:pPr indent="0" lvl="0" marL="0" marR="0" rtl="0" algn="l">
              <a:spcBef>
                <a:spcPts val="0"/>
              </a:spcBef>
              <a:spcAft>
                <a:spcPts val="0"/>
              </a:spcAft>
              <a:buNone/>
            </a:pPr>
            <a:r>
              <a:rPr lang="en-US" sz="1800">
                <a:solidFill>
                  <a:schemeClr val="lt1"/>
                </a:solidFill>
                <a:latin typeface="Century Gothic"/>
                <a:ea typeface="Century Gothic"/>
                <a:cs typeface="Century Gothic"/>
                <a:sym typeface="Century Gothic"/>
              </a:rPr>
              <a:t>}</a:t>
            </a:r>
            <a:endParaRPr/>
          </a:p>
        </p:txBody>
      </p:sp>
      <p:sp>
        <p:nvSpPr>
          <p:cNvPr id="323" name="Google Shape;323;p19"/>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324" name="Google Shape;324;p19"/>
          <p:cNvSpPr txBox="1"/>
          <p:nvPr/>
        </p:nvSpPr>
        <p:spPr>
          <a:xfrm>
            <a:off x="5017174" y="3573016"/>
            <a:ext cx="4104456" cy="258532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FFFF00"/>
                </a:solidFill>
                <a:latin typeface="Century Gothic"/>
                <a:ea typeface="Century Gothic"/>
                <a:cs typeface="Century Gothic"/>
                <a:sym typeface="Century Gothic"/>
              </a:rPr>
              <a:t>public class ChittagongPizza{</a:t>
            </a:r>
            <a:endParaRPr/>
          </a:p>
          <a:p>
            <a:pPr indent="0" lvl="0" marL="0" marR="0" rtl="0" algn="l">
              <a:spcBef>
                <a:spcPts val="0"/>
              </a:spcBef>
              <a:spcAft>
                <a:spcPts val="0"/>
              </a:spcAft>
              <a:buNone/>
            </a:pPr>
            <a:r>
              <a:rPr lang="en-US" sz="1800">
                <a:solidFill>
                  <a:srgbClr val="FFFF00"/>
                </a:solidFill>
                <a:latin typeface="Century Gothic"/>
                <a:ea typeface="Century Gothic"/>
                <a:cs typeface="Century Gothic"/>
                <a:sym typeface="Century Gothic"/>
              </a:rPr>
              <a:t>     public void sausage(){</a:t>
            </a:r>
            <a:endParaRPr/>
          </a:p>
          <a:p>
            <a:pPr indent="0" lvl="0" marL="0" marR="0" rtl="0" algn="l">
              <a:spcBef>
                <a:spcPts val="0"/>
              </a:spcBef>
              <a:spcAft>
                <a:spcPts val="0"/>
              </a:spcAft>
              <a:buNone/>
            </a:pPr>
            <a:r>
              <a:rPr lang="en-US" sz="1800">
                <a:solidFill>
                  <a:srgbClr val="FFFF00"/>
                </a:solidFill>
                <a:latin typeface="Century Gothic"/>
                <a:ea typeface="Century Gothic"/>
                <a:cs typeface="Century Gothic"/>
                <a:sym typeface="Century Gothic"/>
              </a:rPr>
              <a:t>         print(“Ctg pizza”);</a:t>
            </a:r>
            <a:endParaRPr/>
          </a:p>
          <a:p>
            <a:pPr indent="0" lvl="0" marL="0" marR="0" rtl="0" algn="l">
              <a:spcBef>
                <a:spcPts val="0"/>
              </a:spcBef>
              <a:spcAft>
                <a:spcPts val="0"/>
              </a:spcAft>
              <a:buNone/>
            </a:pPr>
            <a:r>
              <a:rPr lang="en-US" sz="1800">
                <a:solidFill>
                  <a:srgbClr val="FFFF00"/>
                </a:solidFill>
                <a:latin typeface="Century Gothic"/>
                <a:ea typeface="Century Gothic"/>
                <a:cs typeface="Century Gothic"/>
                <a:sym typeface="Century Gothic"/>
              </a:rPr>
              <a:t>     }</a:t>
            </a:r>
            <a:endParaRPr/>
          </a:p>
          <a:p>
            <a:pPr indent="0" lvl="0" marL="0" marR="0" rtl="0" algn="l">
              <a:spcBef>
                <a:spcPts val="0"/>
              </a:spcBef>
              <a:spcAft>
                <a:spcPts val="0"/>
              </a:spcAft>
              <a:buNone/>
            </a:pPr>
            <a:r>
              <a:rPr lang="en-US" sz="1800">
                <a:solidFill>
                  <a:srgbClr val="FFFF00"/>
                </a:solidFill>
                <a:latin typeface="Century Gothic"/>
                <a:ea typeface="Century Gothic"/>
                <a:cs typeface="Century Gothic"/>
                <a:sym typeface="Century Gothic"/>
              </a:rPr>
              <a:t>     public void bread(){</a:t>
            </a:r>
            <a:endParaRPr/>
          </a:p>
          <a:p>
            <a:pPr indent="0" lvl="0" marL="0" marR="0" rtl="0" algn="l">
              <a:spcBef>
                <a:spcPts val="0"/>
              </a:spcBef>
              <a:spcAft>
                <a:spcPts val="0"/>
              </a:spcAft>
              <a:buNone/>
            </a:pPr>
            <a:r>
              <a:rPr lang="en-US" sz="1800">
                <a:solidFill>
                  <a:srgbClr val="FFFF00"/>
                </a:solidFill>
                <a:latin typeface="Century Gothic"/>
                <a:ea typeface="Century Gothic"/>
                <a:cs typeface="Century Gothic"/>
                <a:sym typeface="Century Gothic"/>
              </a:rPr>
              <a:t>         print(“Ctg bread”);</a:t>
            </a:r>
            <a:endParaRPr/>
          </a:p>
          <a:p>
            <a:pPr indent="0" lvl="0" marL="0" marR="0" rtl="0" algn="l">
              <a:spcBef>
                <a:spcPts val="0"/>
              </a:spcBef>
              <a:spcAft>
                <a:spcPts val="0"/>
              </a:spcAft>
              <a:buNone/>
            </a:pPr>
            <a:r>
              <a:rPr lang="en-US" sz="1800">
                <a:solidFill>
                  <a:srgbClr val="FFFF00"/>
                </a:solidFill>
                <a:latin typeface="Century Gothic"/>
                <a:ea typeface="Century Gothic"/>
                <a:cs typeface="Century Gothic"/>
                <a:sym typeface="Century Gothic"/>
              </a:rPr>
              <a:t>     }</a:t>
            </a:r>
            <a:endParaRPr/>
          </a:p>
          <a:p>
            <a:pPr indent="0" lvl="0" marL="0" marR="0" rtl="0" algn="l">
              <a:spcBef>
                <a:spcPts val="0"/>
              </a:spcBef>
              <a:spcAft>
                <a:spcPts val="0"/>
              </a:spcAft>
              <a:buNone/>
            </a:pPr>
            <a:r>
              <a:t/>
            </a:r>
            <a:endParaRPr sz="1800">
              <a:solidFill>
                <a:srgbClr val="FFFF00"/>
              </a:solidFill>
              <a:latin typeface="Century Gothic"/>
              <a:ea typeface="Century Gothic"/>
              <a:cs typeface="Century Gothic"/>
              <a:sym typeface="Century Gothic"/>
            </a:endParaRPr>
          </a:p>
          <a:p>
            <a:pPr indent="0" lvl="0" marL="0" marR="0" rtl="0" algn="l">
              <a:spcBef>
                <a:spcPts val="0"/>
              </a:spcBef>
              <a:spcAft>
                <a:spcPts val="0"/>
              </a:spcAft>
              <a:buNone/>
            </a:pPr>
            <a:r>
              <a:rPr lang="en-US" sz="1800">
                <a:solidFill>
                  <a:srgbClr val="FFFF00"/>
                </a:solidFill>
                <a:latin typeface="Century Gothic"/>
                <a:ea typeface="Century Gothic"/>
                <a:cs typeface="Century Gothic"/>
                <a:sym typeface="Century Gothic"/>
              </a:rPr>
              <a:t>}</a:t>
            </a:r>
            <a:endParaRPr/>
          </a:p>
        </p:txBody>
      </p:sp>
      <p:cxnSp>
        <p:nvCxnSpPr>
          <p:cNvPr id="325" name="Google Shape;325;p19"/>
          <p:cNvCxnSpPr/>
          <p:nvPr/>
        </p:nvCxnSpPr>
        <p:spPr>
          <a:xfrm flipH="1" rot="10800000">
            <a:off x="3459224" y="4067987"/>
            <a:ext cx="2016224" cy="241574"/>
          </a:xfrm>
          <a:prstGeom prst="straightConnector1">
            <a:avLst/>
          </a:prstGeom>
          <a:noFill/>
          <a:ln cap="flat" cmpd="sng" w="25400">
            <a:solidFill>
              <a:srgbClr val="86D1D8"/>
            </a:solidFill>
            <a:prstDash val="solid"/>
            <a:round/>
            <a:headEnd len="sm" w="sm" type="none"/>
            <a:tailEnd len="med" w="med" type="stealth"/>
          </a:ln>
        </p:spPr>
      </p:cxnSp>
      <p:cxnSp>
        <p:nvCxnSpPr>
          <p:cNvPr id="326" name="Google Shape;326;p19"/>
          <p:cNvCxnSpPr/>
          <p:nvPr/>
        </p:nvCxnSpPr>
        <p:spPr>
          <a:xfrm flipH="1" rot="10800000">
            <a:off x="3164496" y="4865677"/>
            <a:ext cx="2310952" cy="268492"/>
          </a:xfrm>
          <a:prstGeom prst="straightConnector1">
            <a:avLst/>
          </a:prstGeom>
          <a:noFill/>
          <a:ln cap="flat" cmpd="sng" w="25400">
            <a:solidFill>
              <a:srgbClr val="86D1D8"/>
            </a:solidFill>
            <a:prstDash val="solid"/>
            <a:round/>
            <a:headEnd len="sm" w="sm" type="none"/>
            <a:tailEnd len="med" w="med" type="stealth"/>
          </a:ln>
        </p:spPr>
      </p:cxnSp>
      <p:pic>
        <p:nvPicPr>
          <p:cNvPr descr="brac.png" id="327" name="Google Shape;327;p19"/>
          <p:cNvPicPr preferRelativeResize="0"/>
          <p:nvPr/>
        </p:nvPicPr>
        <p:blipFill rotWithShape="1">
          <a:blip r:embed="rId3">
            <a:alphaModFix/>
          </a:blip>
          <a:srcRect b="0" l="0" r="0" t="0"/>
          <a:stretch/>
        </p:blipFill>
        <p:spPr>
          <a:xfrm>
            <a:off x="7772400" y="5829300"/>
            <a:ext cx="1371600" cy="10668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1">
                                            <p:txEl>
                                              <p:pRg end="0" st="0"/>
                                            </p:txEl>
                                          </p:spTgt>
                                        </p:tgtEl>
                                        <p:attrNameLst>
                                          <p:attrName>style.visibility</p:attrName>
                                        </p:attrNameLst>
                                      </p:cBhvr>
                                      <p:to>
                                        <p:strVal val="visible"/>
                                      </p:to>
                                    </p:set>
                                    <p:animEffect filter="fade" transition="in">
                                      <p:cBhvr>
                                        <p:cTn dur="1000"/>
                                        <p:tgtEl>
                                          <p:spTgt spid="32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1">
                                            <p:txEl>
                                              <p:pRg end="1" st="1"/>
                                            </p:txEl>
                                          </p:spTgt>
                                        </p:tgtEl>
                                        <p:attrNameLst>
                                          <p:attrName>style.visibility</p:attrName>
                                        </p:attrNameLst>
                                      </p:cBhvr>
                                      <p:to>
                                        <p:strVal val="visible"/>
                                      </p:to>
                                    </p:set>
                                    <p:animEffect filter="fade" transition="in">
                                      <p:cBhvr>
                                        <p:cTn dur="1000"/>
                                        <p:tgtEl>
                                          <p:spTgt spid="321">
                                            <p:txEl>
                                              <p:pRg end="1" st="1"/>
                                            </p:txEl>
                                          </p:spTgt>
                                        </p:tgtEl>
                                      </p:cBhvr>
                                    </p:animEffect>
                                  </p:childTnLst>
                                </p:cTn>
                              </p:par>
                              <p:par>
                                <p:cTn fill="hold" nodeType="withEffect" presetClass="entr" presetID="10" presetSubtype="0">
                                  <p:stCondLst>
                                    <p:cond delay="0"/>
                                  </p:stCondLst>
                                  <p:childTnLst>
                                    <p:set>
                                      <p:cBhvr>
                                        <p:cTn dur="1" fill="hold">
                                          <p:stCondLst>
                                            <p:cond delay="0"/>
                                          </p:stCondLst>
                                        </p:cTn>
                                        <p:tgtEl>
                                          <p:spTgt spid="324"/>
                                        </p:tgtEl>
                                        <p:attrNameLst>
                                          <p:attrName>style.visibility</p:attrName>
                                        </p:attrNameLst>
                                      </p:cBhvr>
                                      <p:to>
                                        <p:strVal val="visible"/>
                                      </p:to>
                                    </p:set>
                                    <p:animEffect filter="fade" transition="in">
                                      <p:cBhvr>
                                        <p:cTn dur="1000"/>
                                        <p:tgtEl>
                                          <p:spTgt spid="32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2"/>
                                        </p:tgtEl>
                                        <p:attrNameLst>
                                          <p:attrName>style.visibility</p:attrName>
                                        </p:attrNameLst>
                                      </p:cBhvr>
                                      <p:to>
                                        <p:strVal val="visible"/>
                                      </p:to>
                                    </p:set>
                                    <p:animEffect filter="fade" transition="in">
                                      <p:cBhvr>
                                        <p:cTn dur="1000"/>
                                        <p:tgtEl>
                                          <p:spTgt spid="32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20"/>
          <p:cNvSpPr txBox="1"/>
          <p:nvPr>
            <p:ph type="title"/>
          </p:nvPr>
        </p:nvSpPr>
        <p:spPr>
          <a:xfrm>
            <a:off x="484710" y="452718"/>
            <a:ext cx="7055380" cy="744034"/>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lt2"/>
              </a:buClr>
              <a:buSzPts val="4200"/>
              <a:buFont typeface="Century Gothic"/>
              <a:buNone/>
            </a:pPr>
            <a:r>
              <a:rPr lang="en-US"/>
              <a:t>Pros and Cons</a:t>
            </a:r>
            <a:endParaRPr/>
          </a:p>
        </p:txBody>
      </p:sp>
      <p:sp>
        <p:nvSpPr>
          <p:cNvPr id="333" name="Google Shape;333;p20"/>
          <p:cNvSpPr txBox="1"/>
          <p:nvPr>
            <p:ph idx="1" type="body"/>
          </p:nvPr>
        </p:nvSpPr>
        <p:spPr>
          <a:xfrm>
            <a:off x="323528" y="1268761"/>
            <a:ext cx="7215826" cy="4979646"/>
          </a:xfrm>
          <a:prstGeom prst="rect">
            <a:avLst/>
          </a:prstGeom>
          <a:noFill/>
          <a:ln>
            <a:noFill/>
          </a:ln>
        </p:spPr>
        <p:txBody>
          <a:bodyPr anchorCtr="0" anchor="t" bIns="45700" lIns="91425" spcFirstLastPara="1" rIns="91425" wrap="square" tIns="45700">
            <a:normAutofit/>
          </a:bodyPr>
          <a:lstStyle/>
          <a:p>
            <a:pPr indent="-342906" lvl="0" marL="342906" rtl="0" algn="l">
              <a:spcBef>
                <a:spcPts val="0"/>
              </a:spcBef>
              <a:spcAft>
                <a:spcPts val="0"/>
              </a:spcAft>
              <a:buSzPts val="1600"/>
              <a:buChar char="►"/>
            </a:pPr>
            <a:r>
              <a:rPr b="1" lang="en-US">
                <a:solidFill>
                  <a:srgbClr val="EFD37E"/>
                </a:solidFill>
              </a:rPr>
              <a:t>Class Adapter: </a:t>
            </a:r>
            <a:r>
              <a:rPr lang="en-US">
                <a:solidFill>
                  <a:srgbClr val="FFFF00"/>
                </a:solidFill>
              </a:rPr>
              <a:t>in this case, as it extends the adaptee</a:t>
            </a:r>
            <a:r>
              <a:rPr lang="en-US"/>
              <a:t>, it can override the adaptee’s methods. But, It can not use the adaptee’s subclasses.</a:t>
            </a:r>
            <a:endParaRPr/>
          </a:p>
          <a:p>
            <a:pPr indent="-342906" lvl="0" marL="342906" rtl="0" algn="l">
              <a:spcBef>
                <a:spcPts val="1000"/>
              </a:spcBef>
              <a:spcAft>
                <a:spcPts val="0"/>
              </a:spcAft>
              <a:buSzPts val="1600"/>
              <a:buChar char="►"/>
            </a:pPr>
            <a:r>
              <a:rPr b="1" lang="en-US">
                <a:solidFill>
                  <a:srgbClr val="EFD37E"/>
                </a:solidFill>
              </a:rPr>
              <a:t>Object Adapter: </a:t>
            </a:r>
            <a:r>
              <a:rPr lang="en-US">
                <a:solidFill>
                  <a:srgbClr val="FFFF00"/>
                </a:solidFill>
              </a:rPr>
              <a:t>As we use object</a:t>
            </a:r>
            <a:r>
              <a:rPr lang="en-US">
                <a:solidFill>
                  <a:srgbClr val="EFD37E"/>
                </a:solidFill>
              </a:rPr>
              <a:t>, a </a:t>
            </a:r>
            <a:r>
              <a:rPr lang="en-US"/>
              <a:t>parent class object can store subclass object. So,</a:t>
            </a:r>
            <a:r>
              <a:rPr lang="en-US">
                <a:solidFill>
                  <a:srgbClr val="EFD37E"/>
                </a:solidFill>
              </a:rPr>
              <a:t> </a:t>
            </a:r>
            <a:r>
              <a:rPr lang="en-US"/>
              <a:t>It can adapt the subclasses as well. However, it can not override any behaviour of adaptee.</a:t>
            </a:r>
            <a:endParaRPr/>
          </a:p>
          <a:p>
            <a:pPr indent="0" lvl="0" marL="0" rtl="0" algn="l">
              <a:spcBef>
                <a:spcPts val="1000"/>
              </a:spcBef>
              <a:spcAft>
                <a:spcPts val="0"/>
              </a:spcAft>
              <a:buSzPts val="1600"/>
              <a:buNone/>
            </a:pPr>
            <a:r>
              <a:t/>
            </a:r>
            <a:endParaRPr/>
          </a:p>
        </p:txBody>
      </p:sp>
      <p:sp>
        <p:nvSpPr>
          <p:cNvPr id="334" name="Google Shape;334;p20"/>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pic>
        <p:nvPicPr>
          <p:cNvPr descr="brac.png" id="335" name="Google Shape;335;p20"/>
          <p:cNvPicPr preferRelativeResize="0"/>
          <p:nvPr/>
        </p:nvPicPr>
        <p:blipFill rotWithShape="1">
          <a:blip r:embed="rId3">
            <a:alphaModFix/>
          </a:blip>
          <a:srcRect b="0" l="0" r="0" t="0"/>
          <a:stretch/>
        </p:blipFill>
        <p:spPr>
          <a:xfrm>
            <a:off x="7772400" y="5829300"/>
            <a:ext cx="1371600" cy="10668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Ion">
  <a:themeElements>
    <a:clrScheme name="Ion">
      <a:dk1>
        <a:srgbClr val="000000"/>
      </a:dk1>
      <a:lt1>
        <a:srgbClr val="FFFFFF"/>
      </a:lt1>
      <a:dk2>
        <a:srgbClr val="1E5155"/>
      </a:dk2>
      <a:lt2>
        <a:srgbClr val="EBEBEB"/>
      </a:lt2>
      <a:accent1>
        <a:srgbClr val="B01513"/>
      </a:accent1>
      <a:accent2>
        <a:srgbClr val="EA6312"/>
      </a:accent2>
      <a:accent3>
        <a:srgbClr val="E6B729"/>
      </a:accent3>
      <a:accent4>
        <a:srgbClr val="6AAC90"/>
      </a:accent4>
      <a:accent5>
        <a:srgbClr val="5F9C9D"/>
      </a:accent5>
      <a:accent6>
        <a:srgbClr val="9E5E9B"/>
      </a:accent6>
      <a:hlink>
        <a:srgbClr val="58C1BA"/>
      </a:hlink>
      <a:folHlink>
        <a:srgbClr val="9DD0C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2019-10-18T18:42:01Z</dcterms:created>
  <dc:creator>afrin</dc:creator>
</cp:coreProperties>
</file>