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6858000" cx="9144000"/>
  <p:notesSz cx="6858000" cy="9144000"/>
  <p:embeddedFontLst>
    <p:embeddedFont>
      <p:font typeface="Century Gothic"/>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5" roundtripDataSignature="AMtx7miEtV8KYK+52c4X89gU5wcicMlHq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CenturyGothic-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CenturyGothic-italic.fntdata"/><Relationship Id="rId10" Type="http://schemas.openxmlformats.org/officeDocument/2006/relationships/slide" Target="slides/slide5.xml"/><Relationship Id="rId32" Type="http://schemas.openxmlformats.org/officeDocument/2006/relationships/font" Target="fonts/CenturyGothic-bold.fntdata"/><Relationship Id="rId13" Type="http://schemas.openxmlformats.org/officeDocument/2006/relationships/slide" Target="slides/slide8.xml"/><Relationship Id="rId35" Type="http://customschemas.google.com/relationships/presentationmetadata" Target="metadata"/><Relationship Id="rId12" Type="http://schemas.openxmlformats.org/officeDocument/2006/relationships/slide" Target="slides/slide7.xml"/><Relationship Id="rId34" Type="http://schemas.openxmlformats.org/officeDocument/2006/relationships/font" Target="fonts/CenturyGothic-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9" name="Google Shape;149;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7" name="Google Shape;157;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c70d46b83b_0_3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g2c70d46b83b_0_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9" name="Google Shape;169;g2c70d46b83b_0_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c70d46b83b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g2c70d46b83b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7" name="Google Shape;177;g2c70d46b83b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1b9e020298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1b9e020298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g31b9e020298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2c70d46b83b_0_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g2c70d46b83b_0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2c70d46b83b_0_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c70d46b83b_0_2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g2c70d46b83b_0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5" name="Google Shape;205;g2c70d46b83b_0_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2" name="Google Shape;212;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9" name="Google Shape;229;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8" name="Google Shape;238;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7" name="Google Shape;247;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5" name="Google Shape;255;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4" name="Google Shape;264;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2" name="Google Shape;272;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0" name="Google Shape;280;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0" name="Google Shape;290;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8" name="Google Shape;298;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9" name="Google Shape;309;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9" name="Google Shape;319;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5" name="Google Shape;345;p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3" name="Google Shape;353;p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2" name="Google Shape;362;p1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4" name="Google Shape;374;p2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2"/>
          <p:cNvSpPr txBox="1"/>
          <p:nvPr>
            <p:ph type="ctrTitle"/>
          </p:nvPr>
        </p:nvSpPr>
        <p:spPr>
          <a:xfrm>
            <a:off x="866442" y="1447801"/>
            <a:ext cx="6620968" cy="332958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2"/>
              </a:buClr>
              <a:buSzPts val="7200"/>
              <a:buFont typeface="Century Gothic"/>
              <a:buNone/>
              <a:defRPr sz="7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2"/>
          <p:cNvSpPr txBox="1"/>
          <p:nvPr>
            <p:ph idx="1" type="subTitle"/>
          </p:nvPr>
        </p:nvSpPr>
        <p:spPr>
          <a:xfrm>
            <a:off x="866442" y="4777380"/>
            <a:ext cx="6620968" cy="86142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1000"/>
              </a:spcBef>
              <a:spcAft>
                <a:spcPts val="0"/>
              </a:spcAft>
              <a:buSzPts val="1600"/>
              <a:buNone/>
              <a:defRPr cap="none">
                <a:solidFill>
                  <a:srgbClr val="86D1D8"/>
                </a:solidFill>
              </a:defRPr>
            </a:lvl1pPr>
            <a:lvl2pPr lvl="1" algn="ctr">
              <a:lnSpc>
                <a:spcPct val="100000"/>
              </a:lnSpc>
              <a:spcBef>
                <a:spcPts val="1000"/>
              </a:spcBef>
              <a:spcAft>
                <a:spcPts val="0"/>
              </a:spcAft>
              <a:buSzPts val="1440"/>
              <a:buNone/>
              <a:defRPr>
                <a:solidFill>
                  <a:schemeClr val="lt1"/>
                </a:solidFill>
              </a:defRPr>
            </a:lvl2pPr>
            <a:lvl3pPr lvl="2" algn="ctr">
              <a:lnSpc>
                <a:spcPct val="100000"/>
              </a:lnSpc>
              <a:spcBef>
                <a:spcPts val="1000"/>
              </a:spcBef>
              <a:spcAft>
                <a:spcPts val="0"/>
              </a:spcAft>
              <a:buSzPts val="1280"/>
              <a:buNone/>
              <a:defRPr>
                <a:solidFill>
                  <a:schemeClr val="lt1"/>
                </a:solidFill>
              </a:defRPr>
            </a:lvl3pPr>
            <a:lvl4pPr lvl="3" algn="ctr">
              <a:lnSpc>
                <a:spcPct val="100000"/>
              </a:lnSpc>
              <a:spcBef>
                <a:spcPts val="1000"/>
              </a:spcBef>
              <a:spcAft>
                <a:spcPts val="0"/>
              </a:spcAft>
              <a:buSzPts val="1120"/>
              <a:buNone/>
              <a:defRPr>
                <a:solidFill>
                  <a:schemeClr val="lt1"/>
                </a:solidFill>
              </a:defRPr>
            </a:lvl4pPr>
            <a:lvl5pPr lvl="4" algn="ctr">
              <a:lnSpc>
                <a:spcPct val="100000"/>
              </a:lnSpc>
              <a:spcBef>
                <a:spcPts val="1000"/>
              </a:spcBef>
              <a:spcAft>
                <a:spcPts val="0"/>
              </a:spcAft>
              <a:buSzPts val="1120"/>
              <a:buNone/>
              <a:defRPr>
                <a:solidFill>
                  <a:schemeClr val="lt1"/>
                </a:solidFill>
              </a:defRPr>
            </a:lvl5pPr>
            <a:lvl6pPr lvl="5" algn="ctr">
              <a:lnSpc>
                <a:spcPct val="100000"/>
              </a:lnSpc>
              <a:spcBef>
                <a:spcPts val="1000"/>
              </a:spcBef>
              <a:spcAft>
                <a:spcPts val="0"/>
              </a:spcAft>
              <a:buSzPts val="1120"/>
              <a:buNone/>
              <a:defRPr>
                <a:solidFill>
                  <a:schemeClr val="lt1"/>
                </a:solidFill>
              </a:defRPr>
            </a:lvl6pPr>
            <a:lvl7pPr lvl="6" algn="ctr">
              <a:lnSpc>
                <a:spcPct val="100000"/>
              </a:lnSpc>
              <a:spcBef>
                <a:spcPts val="1000"/>
              </a:spcBef>
              <a:spcAft>
                <a:spcPts val="0"/>
              </a:spcAft>
              <a:buSzPts val="1120"/>
              <a:buNone/>
              <a:defRPr>
                <a:solidFill>
                  <a:schemeClr val="lt1"/>
                </a:solidFill>
              </a:defRPr>
            </a:lvl7pPr>
            <a:lvl8pPr lvl="7" algn="ctr">
              <a:lnSpc>
                <a:spcPct val="100000"/>
              </a:lnSpc>
              <a:spcBef>
                <a:spcPts val="1000"/>
              </a:spcBef>
              <a:spcAft>
                <a:spcPts val="0"/>
              </a:spcAft>
              <a:buSzPts val="1120"/>
              <a:buNone/>
              <a:defRPr>
                <a:solidFill>
                  <a:schemeClr val="lt1"/>
                </a:solidFill>
              </a:defRPr>
            </a:lvl8pPr>
            <a:lvl9pPr lvl="8" algn="ctr">
              <a:lnSpc>
                <a:spcPct val="100000"/>
              </a:lnSpc>
              <a:spcBef>
                <a:spcPts val="1000"/>
              </a:spcBef>
              <a:spcAft>
                <a:spcPts val="0"/>
              </a:spcAft>
              <a:buSzPts val="1120"/>
              <a:buNone/>
              <a:defRPr>
                <a:solidFill>
                  <a:schemeClr val="lt1"/>
                </a:solidFill>
              </a:defRPr>
            </a:lvl9pPr>
          </a:lstStyle>
          <a:p/>
        </p:txBody>
      </p:sp>
      <p:sp>
        <p:nvSpPr>
          <p:cNvPr id="24" name="Google Shape;24;p22"/>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2"/>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2"/>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23"/>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3"/>
          <p:cNvSpPr txBox="1"/>
          <p:nvPr>
            <p:ph idx="1" type="body"/>
          </p:nvPr>
        </p:nvSpPr>
        <p:spPr>
          <a:xfrm>
            <a:off x="827700" y="2052925"/>
            <a:ext cx="6711654" cy="4195481"/>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20039" lvl="5" marL="2743200" algn="l">
              <a:lnSpc>
                <a:spcPct val="100000"/>
              </a:lnSpc>
              <a:spcBef>
                <a:spcPts val="1000"/>
              </a:spcBef>
              <a:spcAft>
                <a:spcPts val="0"/>
              </a:spcAft>
              <a:buSzPts val="1440"/>
              <a:buChar char="►"/>
              <a:defRPr/>
            </a:lvl6pPr>
            <a:lvl7pPr indent="-320039"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30" name="Google Shape;30;p23"/>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3"/>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3"/>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24"/>
          <p:cNvSpPr txBox="1"/>
          <p:nvPr>
            <p:ph type="title"/>
          </p:nvPr>
        </p:nvSpPr>
        <p:spPr>
          <a:xfrm>
            <a:off x="866443" y="2861734"/>
            <a:ext cx="6620967" cy="191564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2"/>
              </a:buClr>
              <a:buSzPts val="4000"/>
              <a:buFont typeface="Century Gothic"/>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
          <p:cNvSpPr txBox="1"/>
          <p:nvPr>
            <p:ph idx="1" type="body"/>
          </p:nvPr>
        </p:nvSpPr>
        <p:spPr>
          <a:xfrm>
            <a:off x="866442" y="4777381"/>
            <a:ext cx="6620968" cy="8604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600"/>
              <a:buNone/>
              <a:defRPr sz="2000" cap="none">
                <a:solidFill>
                  <a:srgbClr val="86D1D8"/>
                </a:solidFill>
              </a:defRPr>
            </a:lvl1pPr>
            <a:lvl2pPr indent="-228600" lvl="1" marL="914400" algn="l">
              <a:lnSpc>
                <a:spcPct val="100000"/>
              </a:lnSpc>
              <a:spcBef>
                <a:spcPts val="1000"/>
              </a:spcBef>
              <a:spcAft>
                <a:spcPts val="0"/>
              </a:spcAft>
              <a:buSzPts val="1440"/>
              <a:buNone/>
              <a:defRPr sz="1800">
                <a:solidFill>
                  <a:schemeClr val="lt1"/>
                </a:solidFill>
              </a:defRPr>
            </a:lvl2pPr>
            <a:lvl3pPr indent="-228600" lvl="2" marL="1371600" algn="l">
              <a:lnSpc>
                <a:spcPct val="100000"/>
              </a:lnSpc>
              <a:spcBef>
                <a:spcPts val="1000"/>
              </a:spcBef>
              <a:spcAft>
                <a:spcPts val="0"/>
              </a:spcAft>
              <a:buSzPts val="1280"/>
              <a:buNone/>
              <a:defRPr sz="1600">
                <a:solidFill>
                  <a:schemeClr val="lt1"/>
                </a:solidFill>
              </a:defRPr>
            </a:lvl3pPr>
            <a:lvl4pPr indent="-228600" lvl="3" marL="1828800" algn="l">
              <a:lnSpc>
                <a:spcPct val="100000"/>
              </a:lnSpc>
              <a:spcBef>
                <a:spcPts val="1000"/>
              </a:spcBef>
              <a:spcAft>
                <a:spcPts val="0"/>
              </a:spcAft>
              <a:buSzPts val="1120"/>
              <a:buNone/>
              <a:defRPr sz="1400">
                <a:solidFill>
                  <a:schemeClr val="lt1"/>
                </a:solidFill>
              </a:defRPr>
            </a:lvl4pPr>
            <a:lvl5pPr indent="-228600" lvl="4" marL="2286000" algn="l">
              <a:lnSpc>
                <a:spcPct val="100000"/>
              </a:lnSpc>
              <a:spcBef>
                <a:spcPts val="1000"/>
              </a:spcBef>
              <a:spcAft>
                <a:spcPts val="0"/>
              </a:spcAft>
              <a:buSzPts val="1120"/>
              <a:buNone/>
              <a:defRPr sz="1400">
                <a:solidFill>
                  <a:schemeClr val="lt1"/>
                </a:solidFill>
              </a:defRPr>
            </a:lvl5pPr>
            <a:lvl6pPr indent="-228600" lvl="5" marL="2743200" algn="l">
              <a:lnSpc>
                <a:spcPct val="100000"/>
              </a:lnSpc>
              <a:spcBef>
                <a:spcPts val="1000"/>
              </a:spcBef>
              <a:spcAft>
                <a:spcPts val="0"/>
              </a:spcAft>
              <a:buSzPts val="1120"/>
              <a:buNone/>
              <a:defRPr sz="1400">
                <a:solidFill>
                  <a:schemeClr val="lt1"/>
                </a:solidFill>
              </a:defRPr>
            </a:lvl6pPr>
            <a:lvl7pPr indent="-228600" lvl="6" marL="3200400" algn="l">
              <a:lnSpc>
                <a:spcPct val="100000"/>
              </a:lnSpc>
              <a:spcBef>
                <a:spcPts val="1000"/>
              </a:spcBef>
              <a:spcAft>
                <a:spcPts val="0"/>
              </a:spcAft>
              <a:buSzPts val="1120"/>
              <a:buNone/>
              <a:defRPr sz="1400">
                <a:solidFill>
                  <a:schemeClr val="lt1"/>
                </a:solidFill>
              </a:defRPr>
            </a:lvl7pPr>
            <a:lvl8pPr indent="-228600" lvl="7" marL="3657600" algn="l">
              <a:lnSpc>
                <a:spcPct val="100000"/>
              </a:lnSpc>
              <a:spcBef>
                <a:spcPts val="1000"/>
              </a:spcBef>
              <a:spcAft>
                <a:spcPts val="0"/>
              </a:spcAft>
              <a:buSzPts val="1120"/>
              <a:buNone/>
              <a:defRPr sz="1400">
                <a:solidFill>
                  <a:schemeClr val="lt1"/>
                </a:solidFill>
              </a:defRPr>
            </a:lvl8pPr>
            <a:lvl9pPr indent="-228600" lvl="8" marL="4114800" algn="l">
              <a:lnSpc>
                <a:spcPct val="100000"/>
              </a:lnSpc>
              <a:spcBef>
                <a:spcPts val="1000"/>
              </a:spcBef>
              <a:spcAft>
                <a:spcPts val="0"/>
              </a:spcAft>
              <a:buSzPts val="1120"/>
              <a:buNone/>
              <a:defRPr sz="1400">
                <a:solidFill>
                  <a:schemeClr val="lt1"/>
                </a:solidFill>
              </a:defRPr>
            </a:lvl9pPr>
          </a:lstStyle>
          <a:p/>
        </p:txBody>
      </p:sp>
      <p:sp>
        <p:nvSpPr>
          <p:cNvPr id="36" name="Google Shape;36;p24"/>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4"/>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25"/>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5"/>
          <p:cNvSpPr txBox="1"/>
          <p:nvPr>
            <p:ph idx="1" type="body"/>
          </p:nvPr>
        </p:nvSpPr>
        <p:spPr>
          <a:xfrm>
            <a:off x="827700" y="2060576"/>
            <a:ext cx="3298113" cy="4195763"/>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sz="1800"/>
            </a:lvl1pPr>
            <a:lvl2pPr indent="-309880" lvl="1" marL="914400" algn="l">
              <a:lnSpc>
                <a:spcPct val="100000"/>
              </a:lnSpc>
              <a:spcBef>
                <a:spcPts val="1000"/>
              </a:spcBef>
              <a:spcAft>
                <a:spcPts val="0"/>
              </a:spcAft>
              <a:buSzPts val="1280"/>
              <a:buChar char="►"/>
              <a:defRPr sz="1600"/>
            </a:lvl2pPr>
            <a:lvl3pPr indent="-299719" lvl="2" marL="1371600" algn="l">
              <a:lnSpc>
                <a:spcPct val="100000"/>
              </a:lnSpc>
              <a:spcBef>
                <a:spcPts val="1000"/>
              </a:spcBef>
              <a:spcAft>
                <a:spcPts val="0"/>
              </a:spcAft>
              <a:buSzPts val="1120"/>
              <a:buChar char="►"/>
              <a:defRPr sz="1400"/>
            </a:lvl3pPr>
            <a:lvl4pPr indent="-289560" lvl="3" marL="1828800" algn="l">
              <a:lnSpc>
                <a:spcPct val="100000"/>
              </a:lnSpc>
              <a:spcBef>
                <a:spcPts val="1000"/>
              </a:spcBef>
              <a:spcAft>
                <a:spcPts val="0"/>
              </a:spcAft>
              <a:buSzPts val="960"/>
              <a:buChar char="►"/>
              <a:defRPr sz="1200"/>
            </a:lvl4pPr>
            <a:lvl5pPr indent="-289560" lvl="4" marL="2286000" algn="l">
              <a:lnSpc>
                <a:spcPct val="100000"/>
              </a:lnSpc>
              <a:spcBef>
                <a:spcPts val="1000"/>
              </a:spcBef>
              <a:spcAft>
                <a:spcPts val="0"/>
              </a:spcAft>
              <a:buSzPts val="960"/>
              <a:buChar char="►"/>
              <a:defRPr sz="1200"/>
            </a:lvl5pPr>
            <a:lvl6pPr indent="-289560" lvl="5" marL="2743200" algn="l">
              <a:lnSpc>
                <a:spcPct val="100000"/>
              </a:lnSpc>
              <a:spcBef>
                <a:spcPts val="1000"/>
              </a:spcBef>
              <a:spcAft>
                <a:spcPts val="0"/>
              </a:spcAft>
              <a:buSzPts val="960"/>
              <a:buChar char="►"/>
              <a:defRPr sz="1200"/>
            </a:lvl6pPr>
            <a:lvl7pPr indent="-289560" lvl="6" marL="3200400" algn="l">
              <a:lnSpc>
                <a:spcPct val="100000"/>
              </a:lnSpc>
              <a:spcBef>
                <a:spcPts val="1000"/>
              </a:spcBef>
              <a:spcAft>
                <a:spcPts val="0"/>
              </a:spcAft>
              <a:buSzPts val="960"/>
              <a:buChar char="►"/>
              <a:defRPr sz="1200"/>
            </a:lvl7pPr>
            <a:lvl8pPr indent="-289559" lvl="7" marL="3657600" algn="l">
              <a:lnSpc>
                <a:spcPct val="100000"/>
              </a:lnSpc>
              <a:spcBef>
                <a:spcPts val="1000"/>
              </a:spcBef>
              <a:spcAft>
                <a:spcPts val="0"/>
              </a:spcAft>
              <a:buSzPts val="960"/>
              <a:buChar char="►"/>
              <a:defRPr sz="1200"/>
            </a:lvl8pPr>
            <a:lvl9pPr indent="-289559" lvl="8" marL="4114800" algn="l">
              <a:lnSpc>
                <a:spcPct val="100000"/>
              </a:lnSpc>
              <a:spcBef>
                <a:spcPts val="1000"/>
              </a:spcBef>
              <a:spcAft>
                <a:spcPts val="0"/>
              </a:spcAft>
              <a:buSzPts val="960"/>
              <a:buChar char="►"/>
              <a:defRPr sz="1200"/>
            </a:lvl9pPr>
          </a:lstStyle>
          <a:p/>
        </p:txBody>
      </p:sp>
      <p:sp>
        <p:nvSpPr>
          <p:cNvPr id="42" name="Google Shape;42;p25"/>
          <p:cNvSpPr txBox="1"/>
          <p:nvPr>
            <p:ph idx="2" type="body"/>
          </p:nvPr>
        </p:nvSpPr>
        <p:spPr>
          <a:xfrm>
            <a:off x="4241975" y="2056093"/>
            <a:ext cx="3298115" cy="4200245"/>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sz="1800"/>
            </a:lvl1pPr>
            <a:lvl2pPr indent="-309880" lvl="1" marL="914400" algn="l">
              <a:lnSpc>
                <a:spcPct val="100000"/>
              </a:lnSpc>
              <a:spcBef>
                <a:spcPts val="1000"/>
              </a:spcBef>
              <a:spcAft>
                <a:spcPts val="0"/>
              </a:spcAft>
              <a:buSzPts val="1280"/>
              <a:buChar char="►"/>
              <a:defRPr sz="1600"/>
            </a:lvl2pPr>
            <a:lvl3pPr indent="-299719" lvl="2" marL="1371600" algn="l">
              <a:lnSpc>
                <a:spcPct val="100000"/>
              </a:lnSpc>
              <a:spcBef>
                <a:spcPts val="1000"/>
              </a:spcBef>
              <a:spcAft>
                <a:spcPts val="0"/>
              </a:spcAft>
              <a:buSzPts val="1120"/>
              <a:buChar char="►"/>
              <a:defRPr sz="1400"/>
            </a:lvl3pPr>
            <a:lvl4pPr indent="-289560" lvl="3" marL="1828800" algn="l">
              <a:lnSpc>
                <a:spcPct val="100000"/>
              </a:lnSpc>
              <a:spcBef>
                <a:spcPts val="1000"/>
              </a:spcBef>
              <a:spcAft>
                <a:spcPts val="0"/>
              </a:spcAft>
              <a:buSzPts val="960"/>
              <a:buChar char="►"/>
              <a:defRPr sz="1200"/>
            </a:lvl4pPr>
            <a:lvl5pPr indent="-289560" lvl="4" marL="2286000" algn="l">
              <a:lnSpc>
                <a:spcPct val="100000"/>
              </a:lnSpc>
              <a:spcBef>
                <a:spcPts val="1000"/>
              </a:spcBef>
              <a:spcAft>
                <a:spcPts val="0"/>
              </a:spcAft>
              <a:buSzPts val="960"/>
              <a:buChar char="►"/>
              <a:defRPr sz="1200"/>
            </a:lvl5pPr>
            <a:lvl6pPr indent="-289560" lvl="5" marL="2743200" algn="l">
              <a:lnSpc>
                <a:spcPct val="100000"/>
              </a:lnSpc>
              <a:spcBef>
                <a:spcPts val="1000"/>
              </a:spcBef>
              <a:spcAft>
                <a:spcPts val="0"/>
              </a:spcAft>
              <a:buSzPts val="960"/>
              <a:buChar char="►"/>
              <a:defRPr sz="1200"/>
            </a:lvl6pPr>
            <a:lvl7pPr indent="-289560" lvl="6" marL="3200400" algn="l">
              <a:lnSpc>
                <a:spcPct val="100000"/>
              </a:lnSpc>
              <a:spcBef>
                <a:spcPts val="1000"/>
              </a:spcBef>
              <a:spcAft>
                <a:spcPts val="0"/>
              </a:spcAft>
              <a:buSzPts val="960"/>
              <a:buChar char="►"/>
              <a:defRPr sz="1200"/>
            </a:lvl7pPr>
            <a:lvl8pPr indent="-289559" lvl="7" marL="3657600" algn="l">
              <a:lnSpc>
                <a:spcPct val="100000"/>
              </a:lnSpc>
              <a:spcBef>
                <a:spcPts val="1000"/>
              </a:spcBef>
              <a:spcAft>
                <a:spcPts val="0"/>
              </a:spcAft>
              <a:buSzPts val="960"/>
              <a:buChar char="►"/>
              <a:defRPr sz="1200"/>
            </a:lvl8pPr>
            <a:lvl9pPr indent="-289559" lvl="8" marL="4114800" algn="l">
              <a:lnSpc>
                <a:spcPct val="100000"/>
              </a:lnSpc>
              <a:spcBef>
                <a:spcPts val="1000"/>
              </a:spcBef>
              <a:spcAft>
                <a:spcPts val="0"/>
              </a:spcAft>
              <a:buSzPts val="960"/>
              <a:buChar char="►"/>
              <a:defRPr sz="1200"/>
            </a:lvl9pPr>
          </a:lstStyle>
          <a:p/>
        </p:txBody>
      </p:sp>
      <p:sp>
        <p:nvSpPr>
          <p:cNvPr id="43" name="Google Shape;43;p25"/>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5"/>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5"/>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26"/>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42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6"/>
          <p:cNvSpPr txBox="1"/>
          <p:nvPr>
            <p:ph idx="1" type="body"/>
          </p:nvPr>
        </p:nvSpPr>
        <p:spPr>
          <a:xfrm>
            <a:off x="827700" y="1905000"/>
            <a:ext cx="3298112"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86D1D8"/>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49" name="Google Shape;49;p26"/>
          <p:cNvSpPr txBox="1"/>
          <p:nvPr>
            <p:ph idx="2" type="body"/>
          </p:nvPr>
        </p:nvSpPr>
        <p:spPr>
          <a:xfrm>
            <a:off x="827700" y="2514600"/>
            <a:ext cx="3298113" cy="3741738"/>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sz="1800"/>
            </a:lvl1pPr>
            <a:lvl2pPr indent="-309880" lvl="1" marL="914400" algn="l">
              <a:lnSpc>
                <a:spcPct val="100000"/>
              </a:lnSpc>
              <a:spcBef>
                <a:spcPts val="1000"/>
              </a:spcBef>
              <a:spcAft>
                <a:spcPts val="0"/>
              </a:spcAft>
              <a:buSzPts val="1280"/>
              <a:buChar char="►"/>
              <a:defRPr sz="1600"/>
            </a:lvl2pPr>
            <a:lvl3pPr indent="-299719" lvl="2" marL="1371600" algn="l">
              <a:lnSpc>
                <a:spcPct val="100000"/>
              </a:lnSpc>
              <a:spcBef>
                <a:spcPts val="1000"/>
              </a:spcBef>
              <a:spcAft>
                <a:spcPts val="0"/>
              </a:spcAft>
              <a:buSzPts val="1120"/>
              <a:buChar char="►"/>
              <a:defRPr sz="1400"/>
            </a:lvl3pPr>
            <a:lvl4pPr indent="-289560" lvl="3" marL="1828800" algn="l">
              <a:lnSpc>
                <a:spcPct val="100000"/>
              </a:lnSpc>
              <a:spcBef>
                <a:spcPts val="1000"/>
              </a:spcBef>
              <a:spcAft>
                <a:spcPts val="0"/>
              </a:spcAft>
              <a:buSzPts val="960"/>
              <a:buChar char="►"/>
              <a:defRPr sz="1200"/>
            </a:lvl4pPr>
            <a:lvl5pPr indent="-289560" lvl="4" marL="2286000" algn="l">
              <a:lnSpc>
                <a:spcPct val="100000"/>
              </a:lnSpc>
              <a:spcBef>
                <a:spcPts val="1000"/>
              </a:spcBef>
              <a:spcAft>
                <a:spcPts val="0"/>
              </a:spcAft>
              <a:buSzPts val="960"/>
              <a:buChar char="►"/>
              <a:defRPr sz="1200"/>
            </a:lvl5pPr>
            <a:lvl6pPr indent="-289560" lvl="5" marL="2743200" algn="l">
              <a:lnSpc>
                <a:spcPct val="100000"/>
              </a:lnSpc>
              <a:spcBef>
                <a:spcPts val="1000"/>
              </a:spcBef>
              <a:spcAft>
                <a:spcPts val="0"/>
              </a:spcAft>
              <a:buSzPts val="960"/>
              <a:buChar char="►"/>
              <a:defRPr sz="1200"/>
            </a:lvl6pPr>
            <a:lvl7pPr indent="-289560" lvl="6" marL="3200400" algn="l">
              <a:lnSpc>
                <a:spcPct val="100000"/>
              </a:lnSpc>
              <a:spcBef>
                <a:spcPts val="1000"/>
              </a:spcBef>
              <a:spcAft>
                <a:spcPts val="0"/>
              </a:spcAft>
              <a:buSzPts val="960"/>
              <a:buChar char="►"/>
              <a:defRPr sz="1200"/>
            </a:lvl7pPr>
            <a:lvl8pPr indent="-289559" lvl="7" marL="3657600" algn="l">
              <a:lnSpc>
                <a:spcPct val="100000"/>
              </a:lnSpc>
              <a:spcBef>
                <a:spcPts val="1000"/>
              </a:spcBef>
              <a:spcAft>
                <a:spcPts val="0"/>
              </a:spcAft>
              <a:buSzPts val="960"/>
              <a:buChar char="►"/>
              <a:defRPr sz="1200"/>
            </a:lvl8pPr>
            <a:lvl9pPr indent="-289559" lvl="8" marL="4114800" algn="l">
              <a:lnSpc>
                <a:spcPct val="100000"/>
              </a:lnSpc>
              <a:spcBef>
                <a:spcPts val="1000"/>
              </a:spcBef>
              <a:spcAft>
                <a:spcPts val="0"/>
              </a:spcAft>
              <a:buSzPts val="960"/>
              <a:buChar char="►"/>
              <a:defRPr sz="1200"/>
            </a:lvl9pPr>
          </a:lstStyle>
          <a:p/>
        </p:txBody>
      </p:sp>
      <p:sp>
        <p:nvSpPr>
          <p:cNvPr id="50" name="Google Shape;50;p26"/>
          <p:cNvSpPr txBox="1"/>
          <p:nvPr>
            <p:ph idx="3" type="body"/>
          </p:nvPr>
        </p:nvSpPr>
        <p:spPr>
          <a:xfrm>
            <a:off x="4241976" y="1905000"/>
            <a:ext cx="3298113"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86D1D8"/>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51" name="Google Shape;51;p26"/>
          <p:cNvSpPr txBox="1"/>
          <p:nvPr>
            <p:ph idx="4" type="body"/>
          </p:nvPr>
        </p:nvSpPr>
        <p:spPr>
          <a:xfrm>
            <a:off x="4241976" y="2514600"/>
            <a:ext cx="3298113" cy="3741738"/>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sz="1800"/>
            </a:lvl1pPr>
            <a:lvl2pPr indent="-309880" lvl="1" marL="914400" algn="l">
              <a:lnSpc>
                <a:spcPct val="100000"/>
              </a:lnSpc>
              <a:spcBef>
                <a:spcPts val="1000"/>
              </a:spcBef>
              <a:spcAft>
                <a:spcPts val="0"/>
              </a:spcAft>
              <a:buSzPts val="1280"/>
              <a:buChar char="►"/>
              <a:defRPr sz="1600"/>
            </a:lvl2pPr>
            <a:lvl3pPr indent="-299719" lvl="2" marL="1371600" algn="l">
              <a:lnSpc>
                <a:spcPct val="100000"/>
              </a:lnSpc>
              <a:spcBef>
                <a:spcPts val="1000"/>
              </a:spcBef>
              <a:spcAft>
                <a:spcPts val="0"/>
              </a:spcAft>
              <a:buSzPts val="1120"/>
              <a:buChar char="►"/>
              <a:defRPr sz="1400"/>
            </a:lvl3pPr>
            <a:lvl4pPr indent="-289560" lvl="3" marL="1828800" algn="l">
              <a:lnSpc>
                <a:spcPct val="100000"/>
              </a:lnSpc>
              <a:spcBef>
                <a:spcPts val="1000"/>
              </a:spcBef>
              <a:spcAft>
                <a:spcPts val="0"/>
              </a:spcAft>
              <a:buSzPts val="960"/>
              <a:buChar char="►"/>
              <a:defRPr sz="1200"/>
            </a:lvl4pPr>
            <a:lvl5pPr indent="-289560" lvl="4" marL="2286000" algn="l">
              <a:lnSpc>
                <a:spcPct val="100000"/>
              </a:lnSpc>
              <a:spcBef>
                <a:spcPts val="1000"/>
              </a:spcBef>
              <a:spcAft>
                <a:spcPts val="0"/>
              </a:spcAft>
              <a:buSzPts val="960"/>
              <a:buChar char="►"/>
              <a:defRPr sz="1200"/>
            </a:lvl5pPr>
            <a:lvl6pPr indent="-289560" lvl="5" marL="2743200" algn="l">
              <a:lnSpc>
                <a:spcPct val="100000"/>
              </a:lnSpc>
              <a:spcBef>
                <a:spcPts val="1000"/>
              </a:spcBef>
              <a:spcAft>
                <a:spcPts val="0"/>
              </a:spcAft>
              <a:buSzPts val="960"/>
              <a:buChar char="►"/>
              <a:defRPr sz="1200"/>
            </a:lvl6pPr>
            <a:lvl7pPr indent="-289560" lvl="6" marL="3200400" algn="l">
              <a:lnSpc>
                <a:spcPct val="100000"/>
              </a:lnSpc>
              <a:spcBef>
                <a:spcPts val="1000"/>
              </a:spcBef>
              <a:spcAft>
                <a:spcPts val="0"/>
              </a:spcAft>
              <a:buSzPts val="960"/>
              <a:buChar char="►"/>
              <a:defRPr sz="1200"/>
            </a:lvl7pPr>
            <a:lvl8pPr indent="-289559" lvl="7" marL="3657600" algn="l">
              <a:lnSpc>
                <a:spcPct val="100000"/>
              </a:lnSpc>
              <a:spcBef>
                <a:spcPts val="1000"/>
              </a:spcBef>
              <a:spcAft>
                <a:spcPts val="0"/>
              </a:spcAft>
              <a:buSzPts val="960"/>
              <a:buChar char="►"/>
              <a:defRPr sz="1200"/>
            </a:lvl8pPr>
            <a:lvl9pPr indent="-289559" lvl="8" marL="4114800" algn="l">
              <a:lnSpc>
                <a:spcPct val="100000"/>
              </a:lnSpc>
              <a:spcBef>
                <a:spcPts val="1000"/>
              </a:spcBef>
              <a:spcAft>
                <a:spcPts val="0"/>
              </a:spcAft>
              <a:buSzPts val="960"/>
              <a:buChar char="►"/>
              <a:defRPr sz="1200"/>
            </a:lvl9pPr>
          </a:lstStyle>
          <a:p/>
        </p:txBody>
      </p:sp>
      <p:sp>
        <p:nvSpPr>
          <p:cNvPr id="52" name="Google Shape;52;p26"/>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6"/>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6"/>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27"/>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7"/>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7"/>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7"/>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28"/>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8"/>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8"/>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29"/>
          <p:cNvSpPr txBox="1"/>
          <p:nvPr>
            <p:ph type="title"/>
          </p:nvPr>
        </p:nvSpPr>
        <p:spPr>
          <a:xfrm>
            <a:off x="866441" y="1447800"/>
            <a:ext cx="2551462" cy="14478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2"/>
              </a:buClr>
              <a:buSzPts val="2400"/>
              <a:buFont typeface="Century Gothic"/>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9"/>
          <p:cNvSpPr txBox="1"/>
          <p:nvPr>
            <p:ph idx="1" type="body"/>
          </p:nvPr>
        </p:nvSpPr>
        <p:spPr>
          <a:xfrm>
            <a:off x="3589397" y="1447800"/>
            <a:ext cx="3898013" cy="4572000"/>
          </a:xfrm>
          <a:prstGeom prst="rect">
            <a:avLst/>
          </a:prstGeom>
          <a:noFill/>
          <a:ln>
            <a:noFill/>
          </a:ln>
        </p:spPr>
        <p:txBody>
          <a:bodyPr anchorCtr="0" anchor="ctr" bIns="45700" lIns="91425" spcFirstLastPara="1" rIns="91425" wrap="square" tIns="45700">
            <a:normAutofit/>
          </a:bodyPr>
          <a:lstStyle>
            <a:lvl1pPr indent="-330200" lvl="0" marL="457200" algn="l">
              <a:lnSpc>
                <a:spcPct val="100000"/>
              </a:lnSpc>
              <a:spcBef>
                <a:spcPts val="1000"/>
              </a:spcBef>
              <a:spcAft>
                <a:spcPts val="0"/>
              </a:spcAft>
              <a:buSzPts val="1600"/>
              <a:buChar char="►"/>
              <a:defRPr sz="2000"/>
            </a:lvl1pPr>
            <a:lvl2pPr indent="-320040" lvl="1" marL="914400" algn="l">
              <a:lnSpc>
                <a:spcPct val="100000"/>
              </a:lnSpc>
              <a:spcBef>
                <a:spcPts val="1000"/>
              </a:spcBef>
              <a:spcAft>
                <a:spcPts val="0"/>
              </a:spcAft>
              <a:buSzPts val="1440"/>
              <a:buChar char="►"/>
              <a:defRPr sz="1800"/>
            </a:lvl2pPr>
            <a:lvl3pPr indent="-309880" lvl="2" marL="1371600" algn="l">
              <a:lnSpc>
                <a:spcPct val="100000"/>
              </a:lnSpc>
              <a:spcBef>
                <a:spcPts val="1000"/>
              </a:spcBef>
              <a:spcAft>
                <a:spcPts val="0"/>
              </a:spcAft>
              <a:buSzPts val="1280"/>
              <a:buChar char="►"/>
              <a:defRPr sz="1600"/>
            </a:lvl3pPr>
            <a:lvl4pPr indent="-299719" lvl="3" marL="1828800" algn="l">
              <a:lnSpc>
                <a:spcPct val="100000"/>
              </a:lnSpc>
              <a:spcBef>
                <a:spcPts val="1000"/>
              </a:spcBef>
              <a:spcAft>
                <a:spcPts val="0"/>
              </a:spcAft>
              <a:buSzPts val="1120"/>
              <a:buChar char="►"/>
              <a:defRPr sz="1400"/>
            </a:lvl4pPr>
            <a:lvl5pPr indent="-299720" lvl="4" marL="2286000" algn="l">
              <a:lnSpc>
                <a:spcPct val="100000"/>
              </a:lnSpc>
              <a:spcBef>
                <a:spcPts val="1000"/>
              </a:spcBef>
              <a:spcAft>
                <a:spcPts val="0"/>
              </a:spcAft>
              <a:buSzPts val="1120"/>
              <a:buChar char="►"/>
              <a:defRPr sz="1400"/>
            </a:lvl5pPr>
            <a:lvl6pPr indent="-299720" lvl="5" marL="2743200" algn="l">
              <a:lnSpc>
                <a:spcPct val="100000"/>
              </a:lnSpc>
              <a:spcBef>
                <a:spcPts val="1000"/>
              </a:spcBef>
              <a:spcAft>
                <a:spcPts val="0"/>
              </a:spcAft>
              <a:buSzPts val="1120"/>
              <a:buChar char="►"/>
              <a:defRPr sz="1400"/>
            </a:lvl6pPr>
            <a:lvl7pPr indent="-299720" lvl="6" marL="3200400" algn="l">
              <a:lnSpc>
                <a:spcPct val="100000"/>
              </a:lnSpc>
              <a:spcBef>
                <a:spcPts val="1000"/>
              </a:spcBef>
              <a:spcAft>
                <a:spcPts val="0"/>
              </a:spcAft>
              <a:buSzPts val="1120"/>
              <a:buChar char="►"/>
              <a:defRPr sz="1400"/>
            </a:lvl7pPr>
            <a:lvl8pPr indent="-299720" lvl="7" marL="3657600" algn="l">
              <a:lnSpc>
                <a:spcPct val="100000"/>
              </a:lnSpc>
              <a:spcBef>
                <a:spcPts val="1000"/>
              </a:spcBef>
              <a:spcAft>
                <a:spcPts val="0"/>
              </a:spcAft>
              <a:buSzPts val="1120"/>
              <a:buChar char="►"/>
              <a:defRPr sz="1400"/>
            </a:lvl8pPr>
            <a:lvl9pPr indent="-299720" lvl="8" marL="4114800" algn="l">
              <a:lnSpc>
                <a:spcPct val="100000"/>
              </a:lnSpc>
              <a:spcBef>
                <a:spcPts val="1000"/>
              </a:spcBef>
              <a:spcAft>
                <a:spcPts val="0"/>
              </a:spcAft>
              <a:buSzPts val="1120"/>
              <a:buChar char="►"/>
              <a:defRPr sz="1400"/>
            </a:lvl9pPr>
          </a:lstStyle>
          <a:p/>
        </p:txBody>
      </p:sp>
      <p:sp>
        <p:nvSpPr>
          <p:cNvPr id="67" name="Google Shape;67;p29"/>
          <p:cNvSpPr txBox="1"/>
          <p:nvPr>
            <p:ph idx="2" type="body"/>
          </p:nvPr>
        </p:nvSpPr>
        <p:spPr>
          <a:xfrm>
            <a:off x="866441" y="3129281"/>
            <a:ext cx="2551462" cy="289559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68" name="Google Shape;68;p29"/>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29"/>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9"/>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30"/>
          <p:cNvSpPr txBox="1"/>
          <p:nvPr>
            <p:ph type="title"/>
          </p:nvPr>
        </p:nvSpPr>
        <p:spPr>
          <a:xfrm>
            <a:off x="865656" y="1854192"/>
            <a:ext cx="3820674" cy="157480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2"/>
              </a:buClr>
              <a:buSzPts val="3600"/>
              <a:buFont typeface="Century Gothic"/>
              <a:buNone/>
              <a:defRPr b="0"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0"/>
          <p:cNvSpPr/>
          <p:nvPr>
            <p:ph idx="2" type="pic"/>
          </p:nvPr>
        </p:nvSpPr>
        <p:spPr>
          <a:xfrm>
            <a:off x="5213517" y="1143000"/>
            <a:ext cx="2400925" cy="4572000"/>
          </a:xfrm>
          <a:prstGeom prst="roundRect">
            <a:avLst>
              <a:gd fmla="val 1858" name="adj"/>
            </a:avLst>
          </a:prstGeom>
          <a:noFill/>
          <a:ln>
            <a:noFill/>
          </a:ln>
          <a:effectLst>
            <a:outerShdw blurRad="50800" rotWithShape="0" algn="tl" dir="5400000" dist="50800">
              <a:srgbClr val="000000">
                <a:alpha val="41960"/>
              </a:srgbClr>
            </a:outerShdw>
          </a:effectLst>
        </p:spPr>
      </p:sp>
      <p:sp>
        <p:nvSpPr>
          <p:cNvPr id="74" name="Google Shape;74;p30"/>
          <p:cNvSpPr txBox="1"/>
          <p:nvPr>
            <p:ph idx="1" type="body"/>
          </p:nvPr>
        </p:nvSpPr>
        <p:spPr>
          <a:xfrm>
            <a:off x="866441" y="3657600"/>
            <a:ext cx="3814728" cy="13716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75" name="Google Shape;75;p30"/>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0"/>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0"/>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78" name="Shape 78"/>
        <p:cNvGrpSpPr/>
        <p:nvPr/>
      </p:nvGrpSpPr>
      <p:grpSpPr>
        <a:xfrm>
          <a:off x="0" y="0"/>
          <a:ext cx="0" cy="0"/>
          <a:chOff x="0" y="0"/>
          <a:chExt cx="0" cy="0"/>
        </a:xfrm>
      </p:grpSpPr>
      <p:sp>
        <p:nvSpPr>
          <p:cNvPr id="79" name="Google Shape;79;p31"/>
          <p:cNvSpPr txBox="1"/>
          <p:nvPr>
            <p:ph type="title"/>
          </p:nvPr>
        </p:nvSpPr>
        <p:spPr>
          <a:xfrm>
            <a:off x="866443" y="4800587"/>
            <a:ext cx="6620967"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2"/>
              </a:buClr>
              <a:buSzPts val="2400"/>
              <a:buFont typeface="Century Gothic"/>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1"/>
          <p:cNvSpPr/>
          <p:nvPr>
            <p:ph idx="2" type="pic"/>
          </p:nvPr>
        </p:nvSpPr>
        <p:spPr>
          <a:xfrm>
            <a:off x="866442" y="685800"/>
            <a:ext cx="6620968" cy="3640666"/>
          </a:xfrm>
          <a:prstGeom prst="roundRect">
            <a:avLst>
              <a:gd fmla="val 1858" name="adj"/>
            </a:avLst>
          </a:prstGeom>
          <a:noFill/>
          <a:ln>
            <a:noFill/>
          </a:ln>
          <a:effectLst>
            <a:outerShdw blurRad="50800" rotWithShape="0" algn="tl" dir="5400000" dist="50800">
              <a:srgbClr val="000000">
                <a:alpha val="41960"/>
              </a:srgbClr>
            </a:outerShdw>
          </a:effectLst>
        </p:spPr>
      </p:sp>
      <p:sp>
        <p:nvSpPr>
          <p:cNvPr id="81" name="Google Shape;81;p31"/>
          <p:cNvSpPr txBox="1"/>
          <p:nvPr>
            <p:ph idx="1" type="body"/>
          </p:nvPr>
        </p:nvSpPr>
        <p:spPr>
          <a:xfrm>
            <a:off x="866443" y="5367325"/>
            <a:ext cx="6620966" cy="49371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960"/>
              <a:buNone/>
              <a:defRPr sz="12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82" name="Google Shape;82;p31"/>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1"/>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31"/>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85" name="Shape 85"/>
        <p:cNvGrpSpPr/>
        <p:nvPr/>
      </p:nvGrpSpPr>
      <p:grpSpPr>
        <a:xfrm>
          <a:off x="0" y="0"/>
          <a:ext cx="0" cy="0"/>
          <a:chOff x="0" y="0"/>
          <a:chExt cx="0" cy="0"/>
        </a:xfrm>
      </p:grpSpPr>
      <p:sp>
        <p:nvSpPr>
          <p:cNvPr id="86" name="Google Shape;86;p32"/>
          <p:cNvSpPr txBox="1"/>
          <p:nvPr>
            <p:ph type="title"/>
          </p:nvPr>
        </p:nvSpPr>
        <p:spPr>
          <a:xfrm>
            <a:off x="866442" y="1447800"/>
            <a:ext cx="6620968" cy="1981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4800"/>
              <a:buFont typeface="Century Gothic"/>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32"/>
          <p:cNvSpPr txBox="1"/>
          <p:nvPr>
            <p:ph idx="1" type="body"/>
          </p:nvPr>
        </p:nvSpPr>
        <p:spPr>
          <a:xfrm>
            <a:off x="866442" y="3657600"/>
            <a:ext cx="6620968" cy="23622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1000"/>
              </a:spcBef>
              <a:spcAft>
                <a:spcPts val="0"/>
              </a:spcAft>
              <a:buSzPts val="1440"/>
              <a:buNone/>
              <a:defRPr sz="18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88" name="Google Shape;88;p32"/>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32"/>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32"/>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91" name="Shape 91"/>
        <p:cNvGrpSpPr/>
        <p:nvPr/>
      </p:nvGrpSpPr>
      <p:grpSpPr>
        <a:xfrm>
          <a:off x="0" y="0"/>
          <a:ext cx="0" cy="0"/>
          <a:chOff x="0" y="0"/>
          <a:chExt cx="0" cy="0"/>
        </a:xfrm>
      </p:grpSpPr>
      <p:sp>
        <p:nvSpPr>
          <p:cNvPr id="92" name="Google Shape;92;p33"/>
          <p:cNvSpPr txBox="1"/>
          <p:nvPr>
            <p:ph type="title"/>
          </p:nvPr>
        </p:nvSpPr>
        <p:spPr>
          <a:xfrm>
            <a:off x="1181409" y="1447800"/>
            <a:ext cx="6001049" cy="2323374"/>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4800"/>
              <a:buFont typeface="Century Gothic"/>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33"/>
          <p:cNvSpPr txBox="1"/>
          <p:nvPr>
            <p:ph idx="1" type="body"/>
          </p:nvPr>
        </p:nvSpPr>
        <p:spPr>
          <a:xfrm>
            <a:off x="1448177" y="3771174"/>
            <a:ext cx="5461159" cy="342174"/>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b="0" i="0" sz="1400" cap="small">
                <a:solidFill>
                  <a:srgbClr val="86D1D8"/>
                </a:solidFill>
                <a:latin typeface="Century Gothic"/>
                <a:ea typeface="Century Gothic"/>
                <a:cs typeface="Century Gothic"/>
                <a:sym typeface="Century Gothic"/>
              </a:defRPr>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94" name="Google Shape;94;p33"/>
          <p:cNvSpPr txBox="1"/>
          <p:nvPr>
            <p:ph idx="2" type="body"/>
          </p:nvPr>
        </p:nvSpPr>
        <p:spPr>
          <a:xfrm>
            <a:off x="866442" y="4350657"/>
            <a:ext cx="6620968" cy="16764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1000"/>
              </a:spcBef>
              <a:spcAft>
                <a:spcPts val="0"/>
              </a:spcAft>
              <a:buSzPts val="1440"/>
              <a:buNone/>
              <a:defRPr sz="18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95" name="Google Shape;95;p33"/>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33"/>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33"/>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
        <p:nvSpPr>
          <p:cNvPr id="98" name="Google Shape;98;p33"/>
          <p:cNvSpPr txBox="1"/>
          <p:nvPr/>
        </p:nvSpPr>
        <p:spPr>
          <a:xfrm>
            <a:off x="673897" y="971253"/>
            <a:ext cx="601591" cy="196977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200"/>
              <a:buFont typeface="Arial"/>
              <a:buNone/>
            </a:pPr>
            <a:r>
              <a:rPr b="0" i="0" lang="en-US" sz="12200" u="none" cap="none" strike="noStrike">
                <a:solidFill>
                  <a:srgbClr val="86D1D8"/>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99" name="Google Shape;99;p33"/>
          <p:cNvSpPr txBox="1"/>
          <p:nvPr/>
        </p:nvSpPr>
        <p:spPr>
          <a:xfrm>
            <a:off x="6999690" y="2613787"/>
            <a:ext cx="601591" cy="196977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200"/>
              <a:buFont typeface="Arial"/>
              <a:buNone/>
            </a:pPr>
            <a:r>
              <a:rPr b="0" i="0" lang="en-US" sz="12200" u="none" cap="none" strike="noStrike">
                <a:solidFill>
                  <a:srgbClr val="86D1D8"/>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0" name="Shape 100"/>
        <p:cNvGrpSpPr/>
        <p:nvPr/>
      </p:nvGrpSpPr>
      <p:grpSpPr>
        <a:xfrm>
          <a:off x="0" y="0"/>
          <a:ext cx="0" cy="0"/>
          <a:chOff x="0" y="0"/>
          <a:chExt cx="0" cy="0"/>
        </a:xfrm>
      </p:grpSpPr>
      <p:sp>
        <p:nvSpPr>
          <p:cNvPr id="101" name="Google Shape;101;p34"/>
          <p:cNvSpPr txBox="1"/>
          <p:nvPr>
            <p:ph type="title"/>
          </p:nvPr>
        </p:nvSpPr>
        <p:spPr>
          <a:xfrm>
            <a:off x="866441" y="3124201"/>
            <a:ext cx="6620969" cy="165318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2"/>
              </a:buClr>
              <a:buSzPts val="4000"/>
              <a:buFont typeface="Century Gothic"/>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34"/>
          <p:cNvSpPr txBox="1"/>
          <p:nvPr>
            <p:ph idx="1" type="body"/>
          </p:nvPr>
        </p:nvSpPr>
        <p:spPr>
          <a:xfrm>
            <a:off x="866442" y="4777381"/>
            <a:ext cx="6620968" cy="8604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600"/>
              <a:buNone/>
              <a:defRPr sz="2000" cap="none">
                <a:solidFill>
                  <a:srgbClr val="86D1D8"/>
                </a:solidFill>
              </a:defRPr>
            </a:lvl1pPr>
            <a:lvl2pPr indent="-228600" lvl="1" marL="914400" algn="l">
              <a:lnSpc>
                <a:spcPct val="100000"/>
              </a:lnSpc>
              <a:spcBef>
                <a:spcPts val="1000"/>
              </a:spcBef>
              <a:spcAft>
                <a:spcPts val="0"/>
              </a:spcAft>
              <a:buSzPts val="1440"/>
              <a:buNone/>
              <a:defRPr sz="1800">
                <a:solidFill>
                  <a:schemeClr val="lt1"/>
                </a:solidFill>
              </a:defRPr>
            </a:lvl2pPr>
            <a:lvl3pPr indent="-228600" lvl="2" marL="1371600" algn="l">
              <a:lnSpc>
                <a:spcPct val="100000"/>
              </a:lnSpc>
              <a:spcBef>
                <a:spcPts val="1000"/>
              </a:spcBef>
              <a:spcAft>
                <a:spcPts val="0"/>
              </a:spcAft>
              <a:buSzPts val="1280"/>
              <a:buNone/>
              <a:defRPr sz="1600">
                <a:solidFill>
                  <a:schemeClr val="lt1"/>
                </a:solidFill>
              </a:defRPr>
            </a:lvl3pPr>
            <a:lvl4pPr indent="-228600" lvl="3" marL="1828800" algn="l">
              <a:lnSpc>
                <a:spcPct val="100000"/>
              </a:lnSpc>
              <a:spcBef>
                <a:spcPts val="1000"/>
              </a:spcBef>
              <a:spcAft>
                <a:spcPts val="0"/>
              </a:spcAft>
              <a:buSzPts val="1120"/>
              <a:buNone/>
              <a:defRPr sz="1400">
                <a:solidFill>
                  <a:schemeClr val="lt1"/>
                </a:solidFill>
              </a:defRPr>
            </a:lvl4pPr>
            <a:lvl5pPr indent="-228600" lvl="4" marL="2286000" algn="l">
              <a:lnSpc>
                <a:spcPct val="100000"/>
              </a:lnSpc>
              <a:spcBef>
                <a:spcPts val="1000"/>
              </a:spcBef>
              <a:spcAft>
                <a:spcPts val="0"/>
              </a:spcAft>
              <a:buSzPts val="1120"/>
              <a:buNone/>
              <a:defRPr sz="1400">
                <a:solidFill>
                  <a:schemeClr val="lt1"/>
                </a:solidFill>
              </a:defRPr>
            </a:lvl5pPr>
            <a:lvl6pPr indent="-228600" lvl="5" marL="2743200" algn="l">
              <a:lnSpc>
                <a:spcPct val="100000"/>
              </a:lnSpc>
              <a:spcBef>
                <a:spcPts val="1000"/>
              </a:spcBef>
              <a:spcAft>
                <a:spcPts val="0"/>
              </a:spcAft>
              <a:buSzPts val="1120"/>
              <a:buNone/>
              <a:defRPr sz="1400">
                <a:solidFill>
                  <a:schemeClr val="lt1"/>
                </a:solidFill>
              </a:defRPr>
            </a:lvl6pPr>
            <a:lvl7pPr indent="-228600" lvl="6" marL="3200400" algn="l">
              <a:lnSpc>
                <a:spcPct val="100000"/>
              </a:lnSpc>
              <a:spcBef>
                <a:spcPts val="1000"/>
              </a:spcBef>
              <a:spcAft>
                <a:spcPts val="0"/>
              </a:spcAft>
              <a:buSzPts val="1120"/>
              <a:buNone/>
              <a:defRPr sz="1400">
                <a:solidFill>
                  <a:schemeClr val="lt1"/>
                </a:solidFill>
              </a:defRPr>
            </a:lvl7pPr>
            <a:lvl8pPr indent="-228600" lvl="7" marL="3657600" algn="l">
              <a:lnSpc>
                <a:spcPct val="100000"/>
              </a:lnSpc>
              <a:spcBef>
                <a:spcPts val="1000"/>
              </a:spcBef>
              <a:spcAft>
                <a:spcPts val="0"/>
              </a:spcAft>
              <a:buSzPts val="1120"/>
              <a:buNone/>
              <a:defRPr sz="1400">
                <a:solidFill>
                  <a:schemeClr val="lt1"/>
                </a:solidFill>
              </a:defRPr>
            </a:lvl8pPr>
            <a:lvl9pPr indent="-228600" lvl="8" marL="4114800" algn="l">
              <a:lnSpc>
                <a:spcPct val="100000"/>
              </a:lnSpc>
              <a:spcBef>
                <a:spcPts val="1000"/>
              </a:spcBef>
              <a:spcAft>
                <a:spcPts val="0"/>
              </a:spcAft>
              <a:buSzPts val="1120"/>
              <a:buNone/>
              <a:defRPr sz="1400">
                <a:solidFill>
                  <a:schemeClr val="lt1"/>
                </a:solidFill>
              </a:defRPr>
            </a:lvl9pPr>
          </a:lstStyle>
          <a:p/>
        </p:txBody>
      </p:sp>
      <p:sp>
        <p:nvSpPr>
          <p:cNvPr id="103" name="Google Shape;103;p34"/>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34"/>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34"/>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06" name="Shape 106"/>
        <p:cNvGrpSpPr/>
        <p:nvPr/>
      </p:nvGrpSpPr>
      <p:grpSpPr>
        <a:xfrm>
          <a:off x="0" y="0"/>
          <a:ext cx="0" cy="0"/>
          <a:chOff x="0" y="0"/>
          <a:chExt cx="0" cy="0"/>
        </a:xfrm>
      </p:grpSpPr>
      <p:sp>
        <p:nvSpPr>
          <p:cNvPr id="107" name="Google Shape;107;p35"/>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4200"/>
              <a:buFont typeface="Century Gothic"/>
              <a:buNone/>
              <a:defRPr sz="4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35"/>
          <p:cNvSpPr txBox="1"/>
          <p:nvPr>
            <p:ph idx="1" type="body"/>
          </p:nvPr>
        </p:nvSpPr>
        <p:spPr>
          <a:xfrm>
            <a:off x="474834" y="1981200"/>
            <a:ext cx="2210725"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86D1D8"/>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109" name="Google Shape;109;p35"/>
          <p:cNvSpPr txBox="1"/>
          <p:nvPr>
            <p:ph idx="2" type="body"/>
          </p:nvPr>
        </p:nvSpPr>
        <p:spPr>
          <a:xfrm>
            <a:off x="489475" y="2667000"/>
            <a:ext cx="2196084" cy="358933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10" name="Google Shape;110;p35"/>
          <p:cNvSpPr txBox="1"/>
          <p:nvPr>
            <p:ph idx="3" type="body"/>
          </p:nvPr>
        </p:nvSpPr>
        <p:spPr>
          <a:xfrm>
            <a:off x="2913504" y="1981200"/>
            <a:ext cx="2202754"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86D1D8"/>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111" name="Google Shape;111;p35"/>
          <p:cNvSpPr txBox="1"/>
          <p:nvPr>
            <p:ph idx="4" type="body"/>
          </p:nvPr>
        </p:nvSpPr>
        <p:spPr>
          <a:xfrm>
            <a:off x="2905586" y="2667000"/>
            <a:ext cx="2210671" cy="358933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12" name="Google Shape;112;p35"/>
          <p:cNvSpPr txBox="1"/>
          <p:nvPr>
            <p:ph idx="5" type="body"/>
          </p:nvPr>
        </p:nvSpPr>
        <p:spPr>
          <a:xfrm>
            <a:off x="5344917" y="1981200"/>
            <a:ext cx="2199658"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86D1D8"/>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113" name="Google Shape;113;p35"/>
          <p:cNvSpPr txBox="1"/>
          <p:nvPr>
            <p:ph idx="6" type="body"/>
          </p:nvPr>
        </p:nvSpPr>
        <p:spPr>
          <a:xfrm>
            <a:off x="5344917" y="2667000"/>
            <a:ext cx="2199658" cy="358933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cxnSp>
        <p:nvCxnSpPr>
          <p:cNvPr id="114" name="Google Shape;114;p35"/>
          <p:cNvCxnSpPr/>
          <p:nvPr/>
        </p:nvCxnSpPr>
        <p:spPr>
          <a:xfrm>
            <a:off x="2795334" y="2133600"/>
            <a:ext cx="0" cy="3962400"/>
          </a:xfrm>
          <a:prstGeom prst="straightConnector1">
            <a:avLst/>
          </a:prstGeom>
          <a:noFill/>
          <a:ln cap="flat" cmpd="sng" w="12700">
            <a:solidFill>
              <a:srgbClr val="86D1D8">
                <a:alpha val="40000"/>
              </a:srgbClr>
            </a:solidFill>
            <a:prstDash val="solid"/>
            <a:round/>
            <a:headEnd len="sm" w="sm" type="none"/>
            <a:tailEnd len="sm" w="sm" type="none"/>
          </a:ln>
        </p:spPr>
      </p:cxnSp>
      <p:cxnSp>
        <p:nvCxnSpPr>
          <p:cNvPr id="115" name="Google Shape;115;p35"/>
          <p:cNvCxnSpPr/>
          <p:nvPr/>
        </p:nvCxnSpPr>
        <p:spPr>
          <a:xfrm>
            <a:off x="5223030" y="2133600"/>
            <a:ext cx="0" cy="3966882"/>
          </a:xfrm>
          <a:prstGeom prst="straightConnector1">
            <a:avLst/>
          </a:prstGeom>
          <a:noFill/>
          <a:ln cap="flat" cmpd="sng" w="12700">
            <a:solidFill>
              <a:srgbClr val="86D1D8">
                <a:alpha val="40000"/>
              </a:srgbClr>
            </a:solidFill>
            <a:prstDash val="solid"/>
            <a:round/>
            <a:headEnd len="sm" w="sm" type="none"/>
            <a:tailEnd len="sm" w="sm" type="none"/>
          </a:ln>
        </p:spPr>
      </p:cxnSp>
      <p:sp>
        <p:nvSpPr>
          <p:cNvPr id="116" name="Google Shape;116;p35"/>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35"/>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35"/>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19" name="Shape 119"/>
        <p:cNvGrpSpPr/>
        <p:nvPr/>
      </p:nvGrpSpPr>
      <p:grpSpPr>
        <a:xfrm>
          <a:off x="0" y="0"/>
          <a:ext cx="0" cy="0"/>
          <a:chOff x="0" y="0"/>
          <a:chExt cx="0" cy="0"/>
        </a:xfrm>
      </p:grpSpPr>
      <p:sp>
        <p:nvSpPr>
          <p:cNvPr id="120" name="Google Shape;120;p36"/>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4200"/>
              <a:buFont typeface="Century Gothic"/>
              <a:buNone/>
              <a:defRPr sz="4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36"/>
          <p:cNvSpPr txBox="1"/>
          <p:nvPr>
            <p:ph idx="1" type="body"/>
          </p:nvPr>
        </p:nvSpPr>
        <p:spPr>
          <a:xfrm>
            <a:off x="489475" y="4250949"/>
            <a:ext cx="2205612"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86D1D8"/>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122" name="Google Shape;122;p36"/>
          <p:cNvSpPr/>
          <p:nvPr>
            <p:ph idx="2" type="pic"/>
          </p:nvPr>
        </p:nvSpPr>
        <p:spPr>
          <a:xfrm>
            <a:off x="489475" y="2209800"/>
            <a:ext cx="2205612" cy="1524000"/>
          </a:xfrm>
          <a:prstGeom prst="roundRect">
            <a:avLst>
              <a:gd fmla="val 1858" name="adj"/>
            </a:avLst>
          </a:prstGeom>
          <a:noFill/>
          <a:ln>
            <a:noFill/>
          </a:ln>
          <a:effectLst>
            <a:outerShdw blurRad="50800" rotWithShape="0" algn="tl" dir="5400000" dist="50800">
              <a:srgbClr val="000000">
                <a:alpha val="41960"/>
              </a:srgbClr>
            </a:outerShdw>
          </a:effectLst>
        </p:spPr>
      </p:sp>
      <p:sp>
        <p:nvSpPr>
          <p:cNvPr id="123" name="Google Shape;123;p36"/>
          <p:cNvSpPr txBox="1"/>
          <p:nvPr>
            <p:ph idx="3" type="body"/>
          </p:nvPr>
        </p:nvSpPr>
        <p:spPr>
          <a:xfrm>
            <a:off x="489475" y="4827212"/>
            <a:ext cx="2205612" cy="65918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24" name="Google Shape;124;p36"/>
          <p:cNvSpPr txBox="1"/>
          <p:nvPr>
            <p:ph idx="4" type="body"/>
          </p:nvPr>
        </p:nvSpPr>
        <p:spPr>
          <a:xfrm>
            <a:off x="2917792" y="4250949"/>
            <a:ext cx="2198466"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86D1D8"/>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125" name="Google Shape;125;p36"/>
          <p:cNvSpPr/>
          <p:nvPr>
            <p:ph idx="5" type="pic"/>
          </p:nvPr>
        </p:nvSpPr>
        <p:spPr>
          <a:xfrm>
            <a:off x="2917791" y="2209800"/>
            <a:ext cx="2198466" cy="1524000"/>
          </a:xfrm>
          <a:prstGeom prst="roundRect">
            <a:avLst>
              <a:gd fmla="val 1858" name="adj"/>
            </a:avLst>
          </a:prstGeom>
          <a:noFill/>
          <a:ln>
            <a:noFill/>
          </a:ln>
          <a:effectLst>
            <a:outerShdw blurRad="50800" rotWithShape="0" algn="tl" dir="5400000" dist="50800">
              <a:srgbClr val="000000">
                <a:alpha val="41960"/>
              </a:srgbClr>
            </a:outerShdw>
          </a:effectLst>
        </p:spPr>
      </p:sp>
      <p:sp>
        <p:nvSpPr>
          <p:cNvPr id="126" name="Google Shape;126;p36"/>
          <p:cNvSpPr txBox="1"/>
          <p:nvPr>
            <p:ph idx="6" type="body"/>
          </p:nvPr>
        </p:nvSpPr>
        <p:spPr>
          <a:xfrm>
            <a:off x="2916776" y="4827211"/>
            <a:ext cx="2201378" cy="65918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27" name="Google Shape;127;p36"/>
          <p:cNvSpPr txBox="1"/>
          <p:nvPr>
            <p:ph idx="7" type="body"/>
          </p:nvPr>
        </p:nvSpPr>
        <p:spPr>
          <a:xfrm>
            <a:off x="5344917" y="4250949"/>
            <a:ext cx="2199658"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86D1D8"/>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128" name="Google Shape;128;p36"/>
          <p:cNvSpPr/>
          <p:nvPr>
            <p:ph idx="8" type="pic"/>
          </p:nvPr>
        </p:nvSpPr>
        <p:spPr>
          <a:xfrm>
            <a:off x="5344916" y="2209800"/>
            <a:ext cx="2199658" cy="1524000"/>
          </a:xfrm>
          <a:prstGeom prst="roundRect">
            <a:avLst>
              <a:gd fmla="val 1858" name="adj"/>
            </a:avLst>
          </a:prstGeom>
          <a:noFill/>
          <a:ln>
            <a:noFill/>
          </a:ln>
          <a:effectLst>
            <a:outerShdw blurRad="50800" rotWithShape="0" algn="tl" dir="5400000" dist="50800">
              <a:srgbClr val="000000">
                <a:alpha val="41960"/>
              </a:srgbClr>
            </a:outerShdw>
          </a:effectLst>
        </p:spPr>
      </p:sp>
      <p:sp>
        <p:nvSpPr>
          <p:cNvPr id="129" name="Google Shape;129;p36"/>
          <p:cNvSpPr txBox="1"/>
          <p:nvPr>
            <p:ph idx="9" type="body"/>
          </p:nvPr>
        </p:nvSpPr>
        <p:spPr>
          <a:xfrm>
            <a:off x="5344824" y="4827209"/>
            <a:ext cx="2202571" cy="65918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cxnSp>
        <p:nvCxnSpPr>
          <p:cNvPr id="130" name="Google Shape;130;p36"/>
          <p:cNvCxnSpPr/>
          <p:nvPr/>
        </p:nvCxnSpPr>
        <p:spPr>
          <a:xfrm>
            <a:off x="2795334" y="2133600"/>
            <a:ext cx="0" cy="3962400"/>
          </a:xfrm>
          <a:prstGeom prst="straightConnector1">
            <a:avLst/>
          </a:prstGeom>
          <a:noFill/>
          <a:ln cap="flat" cmpd="sng" w="12700">
            <a:solidFill>
              <a:srgbClr val="86D1D8">
                <a:alpha val="40000"/>
              </a:srgbClr>
            </a:solidFill>
            <a:prstDash val="solid"/>
            <a:round/>
            <a:headEnd len="sm" w="sm" type="none"/>
            <a:tailEnd len="sm" w="sm" type="none"/>
          </a:ln>
        </p:spPr>
      </p:cxnSp>
      <p:cxnSp>
        <p:nvCxnSpPr>
          <p:cNvPr id="131" name="Google Shape;131;p36"/>
          <p:cNvCxnSpPr/>
          <p:nvPr/>
        </p:nvCxnSpPr>
        <p:spPr>
          <a:xfrm>
            <a:off x="5223030" y="2133600"/>
            <a:ext cx="0" cy="3966882"/>
          </a:xfrm>
          <a:prstGeom prst="straightConnector1">
            <a:avLst/>
          </a:prstGeom>
          <a:noFill/>
          <a:ln cap="flat" cmpd="sng" w="12700">
            <a:solidFill>
              <a:srgbClr val="86D1D8">
                <a:alpha val="40000"/>
              </a:srgbClr>
            </a:solidFill>
            <a:prstDash val="solid"/>
            <a:round/>
            <a:headEnd len="sm" w="sm" type="none"/>
            <a:tailEnd len="sm" w="sm" type="none"/>
          </a:ln>
        </p:spPr>
      </p:cxnSp>
      <p:sp>
        <p:nvSpPr>
          <p:cNvPr id="132" name="Google Shape;132;p36"/>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36"/>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p36"/>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5" name="Shape 135"/>
        <p:cNvGrpSpPr/>
        <p:nvPr/>
      </p:nvGrpSpPr>
      <p:grpSpPr>
        <a:xfrm>
          <a:off x="0" y="0"/>
          <a:ext cx="0" cy="0"/>
          <a:chOff x="0" y="0"/>
          <a:chExt cx="0" cy="0"/>
        </a:xfrm>
      </p:grpSpPr>
      <p:sp>
        <p:nvSpPr>
          <p:cNvPr id="136" name="Google Shape;136;p37"/>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 name="Google Shape;137;p37"/>
          <p:cNvSpPr txBox="1"/>
          <p:nvPr>
            <p:ph idx="1" type="body"/>
          </p:nvPr>
        </p:nvSpPr>
        <p:spPr>
          <a:xfrm rot="5400000">
            <a:off x="2085787" y="794839"/>
            <a:ext cx="4195481" cy="6711654"/>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20039" lvl="5" marL="2743200" algn="l">
              <a:lnSpc>
                <a:spcPct val="100000"/>
              </a:lnSpc>
              <a:spcBef>
                <a:spcPts val="1000"/>
              </a:spcBef>
              <a:spcAft>
                <a:spcPts val="0"/>
              </a:spcAft>
              <a:buSzPts val="1440"/>
              <a:buChar char="►"/>
              <a:defRPr/>
            </a:lvl6pPr>
            <a:lvl7pPr indent="-320039"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138" name="Google Shape;138;p37"/>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37"/>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p37"/>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1" name="Shape 141"/>
        <p:cNvGrpSpPr/>
        <p:nvPr/>
      </p:nvGrpSpPr>
      <p:grpSpPr>
        <a:xfrm>
          <a:off x="0" y="0"/>
          <a:ext cx="0" cy="0"/>
          <a:chOff x="0" y="0"/>
          <a:chExt cx="0" cy="0"/>
        </a:xfrm>
      </p:grpSpPr>
      <p:sp>
        <p:nvSpPr>
          <p:cNvPr id="142" name="Google Shape;142;p38"/>
          <p:cNvSpPr txBox="1"/>
          <p:nvPr>
            <p:ph type="title"/>
          </p:nvPr>
        </p:nvSpPr>
        <p:spPr>
          <a:xfrm rot="5400000">
            <a:off x="3974116" y="2685880"/>
            <a:ext cx="5826125" cy="1314793"/>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p38"/>
          <p:cNvSpPr txBox="1"/>
          <p:nvPr>
            <p:ph idx="1" type="body"/>
          </p:nvPr>
        </p:nvSpPr>
        <p:spPr>
          <a:xfrm rot="5400000">
            <a:off x="532314" y="730366"/>
            <a:ext cx="5483134" cy="5568812"/>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20039" lvl="5" marL="2743200" algn="l">
              <a:lnSpc>
                <a:spcPct val="100000"/>
              </a:lnSpc>
              <a:spcBef>
                <a:spcPts val="1000"/>
              </a:spcBef>
              <a:spcAft>
                <a:spcPts val="0"/>
              </a:spcAft>
              <a:buSzPts val="1440"/>
              <a:buChar char="►"/>
              <a:defRPr/>
            </a:lvl6pPr>
            <a:lvl7pPr indent="-320039"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144" name="Google Shape;144;p38"/>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38"/>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38"/>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21"/>
          <p:cNvSpPr/>
          <p:nvPr/>
        </p:nvSpPr>
        <p:spPr>
          <a:xfrm>
            <a:off x="6299432" y="1676400"/>
            <a:ext cx="2819400" cy="2819400"/>
          </a:xfrm>
          <a:prstGeom prst="ellipse">
            <a:avLst/>
          </a:prstGeom>
          <a:gradFill>
            <a:gsLst>
              <a:gs pos="0">
                <a:srgbClr val="4CB9C3">
                  <a:alpha val="5882"/>
                </a:srgbClr>
              </a:gs>
              <a:gs pos="36000">
                <a:srgbClr val="4CB9C3">
                  <a:alpha val="5098"/>
                </a:srgbClr>
              </a:gs>
              <a:gs pos="69000">
                <a:srgbClr val="4CB9C3">
                  <a:alpha val="0"/>
                </a:srgbClr>
              </a:gs>
              <a:gs pos="100000">
                <a:srgbClr val="4CB9C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21"/>
          <p:cNvSpPr/>
          <p:nvPr/>
        </p:nvSpPr>
        <p:spPr>
          <a:xfrm>
            <a:off x="5689832" y="-457200"/>
            <a:ext cx="1600200" cy="1600200"/>
          </a:xfrm>
          <a:prstGeom prst="ellipse">
            <a:avLst/>
          </a:prstGeom>
          <a:gradFill>
            <a:gsLst>
              <a:gs pos="0">
                <a:srgbClr val="4CB9C3">
                  <a:alpha val="12941"/>
                </a:srgbClr>
              </a:gs>
              <a:gs pos="36000">
                <a:srgbClr val="4CB9C3">
                  <a:alpha val="5882"/>
                </a:srgbClr>
              </a:gs>
              <a:gs pos="73000">
                <a:srgbClr val="4CB9C3">
                  <a:alpha val="0"/>
                </a:srgbClr>
              </a:gs>
              <a:gs pos="100000">
                <a:srgbClr val="4CB9C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1"/>
          <p:cNvSpPr/>
          <p:nvPr/>
        </p:nvSpPr>
        <p:spPr>
          <a:xfrm>
            <a:off x="6299432" y="6096000"/>
            <a:ext cx="990600" cy="990600"/>
          </a:xfrm>
          <a:prstGeom prst="ellipse">
            <a:avLst/>
          </a:prstGeom>
          <a:gradFill>
            <a:gsLst>
              <a:gs pos="0">
                <a:srgbClr val="4CB9C3">
                  <a:alpha val="7843"/>
                </a:srgbClr>
              </a:gs>
              <a:gs pos="36000">
                <a:srgbClr val="4CB9C3">
                  <a:alpha val="3921"/>
                </a:srgbClr>
              </a:gs>
              <a:gs pos="66000">
                <a:srgbClr val="4CB9C3">
                  <a:alpha val="0"/>
                </a:srgbClr>
              </a:gs>
              <a:gs pos="100000">
                <a:srgbClr val="4CB9C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1"/>
          <p:cNvSpPr/>
          <p:nvPr/>
        </p:nvSpPr>
        <p:spPr>
          <a:xfrm>
            <a:off x="-153988" y="2667000"/>
            <a:ext cx="4191000" cy="4191000"/>
          </a:xfrm>
          <a:prstGeom prst="ellipse">
            <a:avLst/>
          </a:prstGeom>
          <a:gradFill>
            <a:gsLst>
              <a:gs pos="0">
                <a:srgbClr val="4CB9C3">
                  <a:alpha val="10196"/>
                </a:srgbClr>
              </a:gs>
              <a:gs pos="36000">
                <a:srgbClr val="4CB9C3">
                  <a:alpha val="9019"/>
                </a:srgbClr>
              </a:gs>
              <a:gs pos="75000">
                <a:srgbClr val="4CB9C3">
                  <a:alpha val="0"/>
                </a:srgbClr>
              </a:gs>
              <a:gs pos="100000">
                <a:srgbClr val="4CB9C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21"/>
          <p:cNvSpPr/>
          <p:nvPr/>
        </p:nvSpPr>
        <p:spPr>
          <a:xfrm>
            <a:off x="-839788" y="2895600"/>
            <a:ext cx="2362200" cy="2362200"/>
          </a:xfrm>
          <a:prstGeom prst="ellipse">
            <a:avLst/>
          </a:prstGeom>
          <a:gradFill>
            <a:gsLst>
              <a:gs pos="0">
                <a:srgbClr val="4CB9C3">
                  <a:alpha val="7058"/>
                </a:srgbClr>
              </a:gs>
              <a:gs pos="36000">
                <a:srgbClr val="4CB9C3">
                  <a:alpha val="7058"/>
                </a:srgbClr>
              </a:gs>
              <a:gs pos="72000">
                <a:srgbClr val="4CB9C3">
                  <a:alpha val="0"/>
                </a:srgbClr>
              </a:gs>
              <a:gs pos="100000">
                <a:srgbClr val="4CB9C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21"/>
          <p:cNvSpPr/>
          <p:nvPr/>
        </p:nvSpPr>
        <p:spPr>
          <a:xfrm>
            <a:off x="7745644" y="0"/>
            <a:ext cx="685800" cy="1099458"/>
          </a:xfrm>
          <a:prstGeom prst="rect">
            <a:avLst/>
          </a:prstGeom>
          <a:solidFill>
            <a:schemeClr val="accent1"/>
          </a:solidFill>
          <a:ln>
            <a:noFill/>
          </a:ln>
          <a:effectLst>
            <a:outerShdw blurRad="38100" rotWithShape="0" dir="5400000" dist="25400">
              <a:srgbClr val="000000">
                <a:alpha val="43921"/>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21"/>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lt2"/>
              </a:buClr>
              <a:buSzPts val="4200"/>
              <a:buFont typeface="Century Gothic"/>
              <a:buNone/>
              <a:defRPr b="0" i="0" sz="4200" u="none" cap="none" strike="noStrike">
                <a:solidFill>
                  <a:schemeClr val="lt2"/>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9pPr>
          </a:lstStyle>
          <a:p/>
        </p:txBody>
      </p:sp>
      <p:sp>
        <p:nvSpPr>
          <p:cNvPr id="17" name="Google Shape;17;p21"/>
          <p:cNvSpPr txBox="1"/>
          <p:nvPr>
            <p:ph idx="1" type="body"/>
          </p:nvPr>
        </p:nvSpPr>
        <p:spPr>
          <a:xfrm>
            <a:off x="827700" y="2052925"/>
            <a:ext cx="6711654" cy="4195481"/>
          </a:xfrm>
          <a:prstGeom prst="rect">
            <a:avLst/>
          </a:prstGeom>
          <a:noFill/>
          <a:ln>
            <a:noFill/>
          </a:ln>
        </p:spPr>
        <p:txBody>
          <a:bodyPr anchorCtr="0" anchor="t" bIns="45700" lIns="91425" spcFirstLastPara="1" rIns="91425" wrap="square" tIns="45700">
            <a:normAutofit/>
          </a:bodyPr>
          <a:lstStyle>
            <a:lvl1pPr indent="-330200" lvl="0" marL="457200" marR="0" rtl="0" algn="l">
              <a:lnSpc>
                <a:spcPct val="100000"/>
              </a:lnSpc>
              <a:spcBef>
                <a:spcPts val="1000"/>
              </a:spcBef>
              <a:spcAft>
                <a:spcPts val="0"/>
              </a:spcAft>
              <a:buClr>
                <a:srgbClr val="86D1D8"/>
              </a:buClr>
              <a:buSzPts val="1600"/>
              <a:buFont typeface="Noto Sans Symbols"/>
              <a:buChar char="►"/>
              <a:defRPr b="0" i="0" sz="2000" u="none" cap="none" strike="noStrike">
                <a:solidFill>
                  <a:schemeClr val="lt1"/>
                </a:solidFill>
                <a:latin typeface="Century Gothic"/>
                <a:ea typeface="Century Gothic"/>
                <a:cs typeface="Century Gothic"/>
                <a:sym typeface="Century Gothic"/>
              </a:defRPr>
            </a:lvl1pPr>
            <a:lvl2pPr indent="-320040" lvl="1" marL="914400" marR="0" rtl="0" algn="l">
              <a:lnSpc>
                <a:spcPct val="100000"/>
              </a:lnSpc>
              <a:spcBef>
                <a:spcPts val="1000"/>
              </a:spcBef>
              <a:spcAft>
                <a:spcPts val="0"/>
              </a:spcAft>
              <a:buClr>
                <a:srgbClr val="86D1D8"/>
              </a:buClr>
              <a:buSzPts val="1440"/>
              <a:buFont typeface="Noto Sans Symbols"/>
              <a:buChar char="►"/>
              <a:defRPr b="0" i="0" sz="1800" u="none" cap="none" strike="noStrike">
                <a:solidFill>
                  <a:schemeClr val="lt1"/>
                </a:solidFill>
                <a:latin typeface="Century Gothic"/>
                <a:ea typeface="Century Gothic"/>
                <a:cs typeface="Century Gothic"/>
                <a:sym typeface="Century Gothic"/>
              </a:defRPr>
            </a:lvl2pPr>
            <a:lvl3pPr indent="-309880" lvl="2" marL="1371600" marR="0" rtl="0" algn="l">
              <a:lnSpc>
                <a:spcPct val="100000"/>
              </a:lnSpc>
              <a:spcBef>
                <a:spcPts val="1000"/>
              </a:spcBef>
              <a:spcAft>
                <a:spcPts val="0"/>
              </a:spcAft>
              <a:buClr>
                <a:srgbClr val="86D1D8"/>
              </a:buClr>
              <a:buSzPts val="1280"/>
              <a:buFont typeface="Noto Sans Symbols"/>
              <a:buChar char="►"/>
              <a:defRPr b="0" i="0" sz="1600" u="none" cap="none" strike="noStrike">
                <a:solidFill>
                  <a:schemeClr val="lt1"/>
                </a:solidFill>
                <a:latin typeface="Century Gothic"/>
                <a:ea typeface="Century Gothic"/>
                <a:cs typeface="Century Gothic"/>
                <a:sym typeface="Century Gothic"/>
              </a:defRPr>
            </a:lvl3pPr>
            <a:lvl4pPr indent="-299719" lvl="3" marL="1828800" marR="0" rtl="0" algn="l">
              <a:lnSpc>
                <a:spcPct val="100000"/>
              </a:lnSpc>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4pPr>
            <a:lvl5pPr indent="-299720" lvl="4" marL="2286000" marR="0" rtl="0" algn="l">
              <a:lnSpc>
                <a:spcPct val="100000"/>
              </a:lnSpc>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5pPr>
            <a:lvl6pPr indent="-299720" lvl="5" marL="2743200" marR="0" rtl="0" algn="l">
              <a:lnSpc>
                <a:spcPct val="100000"/>
              </a:lnSpc>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6pPr>
            <a:lvl7pPr indent="-299720" lvl="6" marL="3200400" marR="0" rtl="0" algn="l">
              <a:lnSpc>
                <a:spcPct val="100000"/>
              </a:lnSpc>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7pPr>
            <a:lvl8pPr indent="-299720" lvl="7" marL="3657600" marR="0" rtl="0" algn="l">
              <a:lnSpc>
                <a:spcPct val="100000"/>
              </a:lnSpc>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8pPr>
            <a:lvl9pPr indent="-299720" lvl="8" marL="4114800" marR="0" rtl="0" algn="l">
              <a:lnSpc>
                <a:spcPct val="100000"/>
              </a:lnSpc>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9pPr>
          </a:lstStyle>
          <a:p/>
        </p:txBody>
      </p:sp>
      <p:sp>
        <p:nvSpPr>
          <p:cNvPr id="18" name="Google Shape;18;p21"/>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chemeClr val="l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9pPr>
          </a:lstStyle>
          <a:p/>
        </p:txBody>
      </p:sp>
      <p:sp>
        <p:nvSpPr>
          <p:cNvPr id="19" name="Google Shape;19;p21"/>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chemeClr val="l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9pPr>
          </a:lstStyle>
          <a:p/>
        </p:txBody>
      </p:sp>
      <p:sp>
        <p:nvSpPr>
          <p:cNvPr id="20" name="Google Shape;20;p21"/>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rtl="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rtl="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rtl="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rtl="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rtl="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rtl="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rtl="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rtl="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stackoverflow.com/questions/978759/what-is-lazy-initialization-and-why-is-it-useful" TargetMode="Externa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7.jpg"/><Relationship Id="rId4" Type="http://schemas.openxmlformats.org/officeDocument/2006/relationships/image" Target="../media/image6.jpg"/><Relationship Id="rId5"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s://refactoring.guru/design-patterns/adapter/python/example" TargetMode="Externa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8.pn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hyperlink" Target="https://medium.com/@akshatsharma0610/adapter-design-pattern-in-java-fa20d6df25b8" TargetMode="Externa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
          <p:cNvSpPr txBox="1"/>
          <p:nvPr>
            <p:ph type="ctrTitle"/>
          </p:nvPr>
        </p:nvSpPr>
        <p:spPr>
          <a:xfrm>
            <a:off x="251520" y="3501008"/>
            <a:ext cx="8638728" cy="1276374"/>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lt2"/>
              </a:buClr>
              <a:buSzPts val="4400"/>
              <a:buFont typeface="Century Gothic"/>
              <a:buNone/>
            </a:pPr>
            <a:r>
              <a:rPr lang="en-US" sz="4400"/>
              <a:t>CSE470 – Software Engineering</a:t>
            </a:r>
            <a:endParaRPr sz="4400"/>
          </a:p>
        </p:txBody>
      </p:sp>
      <p:sp>
        <p:nvSpPr>
          <p:cNvPr id="152" name="Google Shape;152;p1"/>
          <p:cNvSpPr txBox="1"/>
          <p:nvPr>
            <p:ph idx="1" type="subTitle"/>
          </p:nvPr>
        </p:nvSpPr>
        <p:spPr>
          <a:xfrm>
            <a:off x="866442" y="4777380"/>
            <a:ext cx="6620968" cy="86142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600"/>
              <a:buNone/>
            </a:pPr>
            <a:r>
              <a:rPr lang="en-US"/>
              <a:t>SINGLETON AND ADAPTER PATTERN</a:t>
            </a:r>
            <a:endParaRPr/>
          </a:p>
        </p:txBody>
      </p:sp>
      <p:sp>
        <p:nvSpPr>
          <p:cNvPr id="153" name="Google Shape;153;p1"/>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154" name="Google Shape;154;p1"/>
          <p:cNvPicPr preferRelativeResize="0"/>
          <p:nvPr/>
        </p:nvPicPr>
        <p:blipFill rotWithShape="1">
          <a:blip r:embed="rId3">
            <a:alphaModFix/>
          </a:blip>
          <a:srcRect b="0" l="0" r="0" t="0"/>
          <a:stretch/>
        </p:blipFill>
        <p:spPr>
          <a:xfrm>
            <a:off x="7772400" y="5829300"/>
            <a:ext cx="1371600" cy="10668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
          <p:cNvSpPr txBox="1"/>
          <p:nvPr>
            <p:ph type="title"/>
          </p:nvPr>
        </p:nvSpPr>
        <p:spPr>
          <a:xfrm>
            <a:off x="484710" y="452718"/>
            <a:ext cx="7055380" cy="23997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Singleton Pattern</a:t>
            </a:r>
            <a:endParaRPr/>
          </a:p>
        </p:txBody>
      </p:sp>
      <p:sp>
        <p:nvSpPr>
          <p:cNvPr id="160" name="Google Shape;160;p2"/>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sp>
        <p:nvSpPr>
          <p:cNvPr id="161" name="Google Shape;161;p2"/>
          <p:cNvSpPr txBox="1"/>
          <p:nvPr/>
        </p:nvSpPr>
        <p:spPr>
          <a:xfrm>
            <a:off x="683568" y="1469260"/>
            <a:ext cx="6408712" cy="14773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public class HelpDesk{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public void getService(){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t>
            </a:r>
            <a:r>
              <a:rPr b="0" i="0" lang="en-US" sz="1800" u="none" cap="none" strike="noStrike">
                <a:solidFill>
                  <a:srgbClr val="92D050"/>
                </a:solidFill>
                <a:latin typeface="Century Gothic"/>
                <a:ea typeface="Century Gothic"/>
                <a:cs typeface="Century Gothic"/>
                <a:sym typeface="Century Gothic"/>
              </a:rPr>
              <a:t>// Implement the service</a:t>
            </a:r>
            <a:endParaRPr b="0" i="0" sz="1800" u="none" cap="none" strike="noStrike">
              <a:solidFill>
                <a:srgbClr val="92D05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a:t>
            </a:r>
            <a:endParaRPr b="0" i="0" sz="1800" u="none" cap="none" strike="noStrike">
              <a:solidFill>
                <a:schemeClr val="lt1"/>
              </a:solidFill>
              <a:latin typeface="Century Gothic"/>
              <a:ea typeface="Century Gothic"/>
              <a:cs typeface="Century Gothic"/>
              <a:sym typeface="Century Gothic"/>
            </a:endParaRPr>
          </a:p>
        </p:txBody>
      </p:sp>
      <p:sp>
        <p:nvSpPr>
          <p:cNvPr id="162" name="Google Shape;162;p2"/>
          <p:cNvSpPr txBox="1"/>
          <p:nvPr/>
        </p:nvSpPr>
        <p:spPr>
          <a:xfrm>
            <a:off x="2915816" y="2996952"/>
            <a:ext cx="6408712"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public class Student{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HelpDesk hd = new HelpDesk();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hd.getService();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163" name="Google Shape;163;p2"/>
          <p:cNvSpPr txBox="1"/>
          <p:nvPr/>
        </p:nvSpPr>
        <p:spPr>
          <a:xfrm>
            <a:off x="899592" y="4509120"/>
            <a:ext cx="6408712"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public class Teacher{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HelpDesk hd = new HelpDesk();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hd.getService();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164" name="Google Shape;164;p2"/>
          <p:cNvSpPr txBox="1"/>
          <p:nvPr/>
        </p:nvSpPr>
        <p:spPr>
          <a:xfrm>
            <a:off x="575556" y="5683173"/>
            <a:ext cx="6624736"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1" lang="en-US" sz="2000" u="none" cap="none" strike="noStrike">
                <a:solidFill>
                  <a:srgbClr val="FFFF00"/>
                </a:solidFill>
                <a:latin typeface="Century Gothic"/>
                <a:ea typeface="Century Gothic"/>
                <a:cs typeface="Century Gothic"/>
                <a:sym typeface="Century Gothic"/>
              </a:rPr>
              <a:t>In reality one Single HelpDesk is serving all</a:t>
            </a:r>
            <a:r>
              <a:rPr b="0" i="0" lang="en-US" sz="1800" u="none" cap="none" strike="noStrike">
                <a:solidFill>
                  <a:srgbClr val="FFFF00"/>
                </a:solidFill>
                <a:latin typeface="Century Gothic"/>
                <a:ea typeface="Century Gothic"/>
                <a:cs typeface="Century Gothic"/>
                <a:sym typeface="Century Gothic"/>
              </a:rPr>
              <a:t>. </a:t>
            </a:r>
            <a:r>
              <a:rPr b="1" i="0" lang="en-US" sz="1800" u="none" cap="none" strike="noStrike">
                <a:solidFill>
                  <a:srgbClr val="FFFF00"/>
                </a:solidFill>
                <a:latin typeface="Century Gothic"/>
                <a:ea typeface="Century Gothic"/>
                <a:cs typeface="Century Gothic"/>
                <a:sym typeface="Century Gothic"/>
              </a:rPr>
              <a:t>No need for multiple objects.</a:t>
            </a:r>
            <a:endParaRPr b="1" i="0" sz="1800" u="none" cap="none" strike="noStrike">
              <a:solidFill>
                <a:srgbClr val="FFFF00"/>
              </a:solidFill>
              <a:latin typeface="Century Gothic"/>
              <a:ea typeface="Century Gothic"/>
              <a:cs typeface="Century Gothic"/>
              <a:sym typeface="Century Gothic"/>
            </a:endParaRPr>
          </a:p>
        </p:txBody>
      </p:sp>
      <p:pic>
        <p:nvPicPr>
          <p:cNvPr descr="brac.png" id="165" name="Google Shape;165;p2"/>
          <p:cNvPicPr preferRelativeResize="0"/>
          <p:nvPr/>
        </p:nvPicPr>
        <p:blipFill rotWithShape="1">
          <a:blip r:embed="rId3">
            <a:alphaModFix/>
          </a:blip>
          <a:srcRect b="0" l="0" r="0" t="0"/>
          <a:stretch/>
        </p:blipFill>
        <p:spPr>
          <a:xfrm>
            <a:off x="7772400" y="5829300"/>
            <a:ext cx="1371600" cy="1066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gtEl>
                                        <p:attrNameLst>
                                          <p:attrName>style.visibility</p:attrName>
                                        </p:attrNameLst>
                                      </p:cBhvr>
                                      <p:to>
                                        <p:strVal val="visible"/>
                                      </p:to>
                                    </p:set>
                                    <p:animEffect filter="fade" transition="in">
                                      <p:cBhvr>
                                        <p:cTn dur="1000"/>
                                        <p:tgtEl>
                                          <p:spTgt spid="1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1000"/>
                                        <p:tgtEl>
                                          <p:spTgt spid="1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1000"/>
                                        <p:tgtEl>
                                          <p:spTgt spid="1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1000"/>
                                        <p:tgtEl>
                                          <p:spTgt spid="1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g2c70d46b83b_0_30"/>
          <p:cNvSpPr txBox="1"/>
          <p:nvPr>
            <p:ph type="title"/>
          </p:nvPr>
        </p:nvSpPr>
        <p:spPr>
          <a:xfrm>
            <a:off x="484700" y="452721"/>
            <a:ext cx="6895500" cy="610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lang="en-US"/>
              <a:t>BASIC</a:t>
            </a:r>
            <a:endParaRPr/>
          </a:p>
        </p:txBody>
      </p:sp>
      <p:sp>
        <p:nvSpPr>
          <p:cNvPr id="172" name="Google Shape;172;g2c70d46b83b_0_30"/>
          <p:cNvSpPr txBox="1"/>
          <p:nvPr>
            <p:ph idx="1" type="body"/>
          </p:nvPr>
        </p:nvSpPr>
        <p:spPr>
          <a:xfrm>
            <a:off x="128100" y="1540525"/>
            <a:ext cx="9065100" cy="41955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00000"/>
              </a:lnSpc>
              <a:spcBef>
                <a:spcPts val="1000"/>
              </a:spcBef>
              <a:spcAft>
                <a:spcPts val="0"/>
              </a:spcAft>
              <a:buClr>
                <a:schemeClr val="dk1"/>
              </a:buClr>
              <a:buSzPts val="1100"/>
              <a:buFont typeface="Arial"/>
              <a:buNone/>
            </a:pPr>
            <a:r>
              <a:rPr lang="en-US"/>
              <a:t>class MyClass:</a:t>
            </a:r>
            <a:endParaRPr/>
          </a:p>
          <a:p>
            <a:pPr indent="0" lvl="0" marL="0" rtl="0" algn="l">
              <a:lnSpc>
                <a:spcPct val="100000"/>
              </a:lnSpc>
              <a:spcBef>
                <a:spcPts val="1000"/>
              </a:spcBef>
              <a:spcAft>
                <a:spcPts val="0"/>
              </a:spcAft>
              <a:buClr>
                <a:schemeClr val="dk1"/>
              </a:buClr>
              <a:buSzPts val="1100"/>
              <a:buFont typeface="Arial"/>
              <a:buNone/>
            </a:pPr>
            <a:r>
              <a:rPr lang="en-US"/>
              <a:t>    counter = 0</a:t>
            </a:r>
            <a:endParaRPr/>
          </a:p>
          <a:p>
            <a:pPr indent="0" lvl="0" marL="0" rtl="0" algn="l">
              <a:lnSpc>
                <a:spcPct val="100000"/>
              </a:lnSpc>
              <a:spcBef>
                <a:spcPts val="1000"/>
              </a:spcBef>
              <a:spcAft>
                <a:spcPts val="0"/>
              </a:spcAft>
              <a:buClr>
                <a:schemeClr val="dk1"/>
              </a:buClr>
              <a:buSzPts val="1100"/>
              <a:buFont typeface="Arial"/>
              <a:buNone/>
            </a:pPr>
            <a:r>
              <a:rPr lang="en-US"/>
              <a:t>    def __init__(</a:t>
            </a:r>
            <a:r>
              <a:rPr lang="en-US">
                <a:solidFill>
                  <a:srgbClr val="FF0000"/>
                </a:solidFill>
              </a:rPr>
              <a:t>self</a:t>
            </a:r>
            <a:r>
              <a:rPr lang="en-US"/>
              <a:t>):</a:t>
            </a:r>
            <a:endParaRPr/>
          </a:p>
          <a:p>
            <a:pPr indent="0" lvl="0" marL="0" rtl="0" algn="l">
              <a:lnSpc>
                <a:spcPct val="100000"/>
              </a:lnSpc>
              <a:spcBef>
                <a:spcPts val="1000"/>
              </a:spcBef>
              <a:spcAft>
                <a:spcPts val="0"/>
              </a:spcAft>
              <a:buClr>
                <a:schemeClr val="dk1"/>
              </a:buClr>
              <a:buSzPts val="1100"/>
              <a:buFont typeface="Arial"/>
              <a:buNone/>
            </a:pPr>
            <a:r>
              <a:rPr lang="en-US"/>
              <a:t>        type(self).counter += 1  # Accessing class variable via the instance</a:t>
            </a:r>
            <a:endParaRPr/>
          </a:p>
          <a:p>
            <a:pPr indent="0" lvl="0" marL="0" rtl="0" algn="l">
              <a:lnSpc>
                <a:spcPct val="100000"/>
              </a:lnSpc>
              <a:spcBef>
                <a:spcPts val="1000"/>
              </a:spcBef>
              <a:spcAft>
                <a:spcPts val="0"/>
              </a:spcAft>
              <a:buClr>
                <a:schemeClr val="dk1"/>
              </a:buClr>
              <a:buSzPts val="1100"/>
              <a:buFont typeface="Arial"/>
              <a:buNone/>
            </a:pPr>
            <a:r>
              <a:t/>
            </a:r>
            <a:endParaRPr/>
          </a:p>
          <a:p>
            <a:pPr indent="0" lvl="0" marL="0" rtl="0" algn="l">
              <a:lnSpc>
                <a:spcPct val="100000"/>
              </a:lnSpc>
              <a:spcBef>
                <a:spcPts val="1000"/>
              </a:spcBef>
              <a:spcAft>
                <a:spcPts val="0"/>
              </a:spcAft>
              <a:buClr>
                <a:schemeClr val="dk1"/>
              </a:buClr>
              <a:buSzPts val="1100"/>
              <a:buFont typeface="Arial"/>
              <a:buNone/>
            </a:pPr>
            <a:r>
              <a:rPr lang="en-US"/>
              <a:t>    @classmethod</a:t>
            </a:r>
            <a:endParaRPr/>
          </a:p>
          <a:p>
            <a:pPr indent="0" lvl="0" marL="0" rtl="0" algn="l">
              <a:lnSpc>
                <a:spcPct val="100000"/>
              </a:lnSpc>
              <a:spcBef>
                <a:spcPts val="1000"/>
              </a:spcBef>
              <a:spcAft>
                <a:spcPts val="0"/>
              </a:spcAft>
              <a:buClr>
                <a:schemeClr val="dk1"/>
              </a:buClr>
              <a:buSzPts val="1100"/>
              <a:buFont typeface="Arial"/>
              <a:buNone/>
            </a:pPr>
            <a:r>
              <a:rPr lang="en-US"/>
              <a:t>    def instances_created(</a:t>
            </a:r>
            <a:r>
              <a:rPr lang="en-US">
                <a:solidFill>
                  <a:srgbClr val="FF0000"/>
                </a:solidFill>
              </a:rPr>
              <a:t>cls</a:t>
            </a:r>
            <a:r>
              <a:rPr lang="en-US"/>
              <a:t>):</a:t>
            </a:r>
            <a:endParaRPr/>
          </a:p>
          <a:p>
            <a:pPr indent="0" lvl="0" marL="0" rtl="0" algn="l">
              <a:lnSpc>
                <a:spcPct val="100000"/>
              </a:lnSpc>
              <a:spcBef>
                <a:spcPts val="1000"/>
              </a:spcBef>
              <a:spcAft>
                <a:spcPts val="0"/>
              </a:spcAft>
              <a:buClr>
                <a:schemeClr val="dk1"/>
              </a:buClr>
              <a:buSzPts val="1100"/>
              <a:buFont typeface="Arial"/>
              <a:buNone/>
            </a:pPr>
            <a:r>
              <a:rPr lang="en-US"/>
              <a:t>        return cls.counter  # Accessing class variable via cls</a:t>
            </a:r>
            <a:endParaRPr/>
          </a:p>
          <a:p>
            <a:pPr indent="0" lvl="0" marL="0" rtl="0" algn="l">
              <a:lnSpc>
                <a:spcPct val="100000"/>
              </a:lnSpc>
              <a:spcBef>
                <a:spcPts val="1000"/>
              </a:spcBef>
              <a:spcAft>
                <a:spcPts val="0"/>
              </a:spcAft>
              <a:buClr>
                <a:schemeClr val="dk1"/>
              </a:buClr>
              <a:buSzPts val="1100"/>
              <a:buFont typeface="Arial"/>
              <a:buNone/>
            </a:pPr>
            <a:r>
              <a:t/>
            </a:r>
            <a:endParaRPr/>
          </a:p>
          <a:p>
            <a:pPr indent="0" lvl="0" marL="0" rtl="0" algn="l">
              <a:lnSpc>
                <a:spcPct val="100000"/>
              </a:lnSpc>
              <a:spcBef>
                <a:spcPts val="1000"/>
              </a:spcBef>
              <a:spcAft>
                <a:spcPts val="0"/>
              </a:spcAft>
              <a:buSzPts val="1440"/>
              <a:buNone/>
            </a:pPr>
            <a:r>
              <a:t/>
            </a:r>
            <a:endParaRPr/>
          </a:p>
        </p:txBody>
      </p:sp>
      <p:sp>
        <p:nvSpPr>
          <p:cNvPr id="173" name="Google Shape;173;g2c70d46b83b_0_30"/>
          <p:cNvSpPr txBox="1"/>
          <p:nvPr>
            <p:ph idx="12" type="sldNum"/>
          </p:nvPr>
        </p:nvSpPr>
        <p:spPr>
          <a:xfrm>
            <a:off x="7766431" y="295736"/>
            <a:ext cx="628800" cy="7677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000000"/>
              </a:buClr>
              <a:buSzPts val="2801"/>
              <a:buFont typeface="Arial"/>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g2c70d46b83b_0_0"/>
          <p:cNvSpPr txBox="1"/>
          <p:nvPr>
            <p:ph type="title"/>
          </p:nvPr>
        </p:nvSpPr>
        <p:spPr>
          <a:xfrm>
            <a:off x="524125" y="186672"/>
            <a:ext cx="6935100" cy="767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Singleton Pattern(EX-1)</a:t>
            </a:r>
            <a:endParaRPr/>
          </a:p>
          <a:p>
            <a:pPr indent="0" lvl="0" marL="0" rtl="0" algn="l">
              <a:lnSpc>
                <a:spcPct val="100000"/>
              </a:lnSpc>
              <a:spcBef>
                <a:spcPts val="0"/>
              </a:spcBef>
              <a:spcAft>
                <a:spcPts val="0"/>
              </a:spcAft>
              <a:buSzPts val="1800"/>
              <a:buNone/>
            </a:pPr>
            <a:r>
              <a:t/>
            </a:r>
            <a:endParaRPr/>
          </a:p>
        </p:txBody>
      </p:sp>
      <p:sp>
        <p:nvSpPr>
          <p:cNvPr id="180" name="Google Shape;180;g2c70d46b83b_0_0"/>
          <p:cNvSpPr txBox="1"/>
          <p:nvPr>
            <p:ph idx="1" type="body"/>
          </p:nvPr>
        </p:nvSpPr>
        <p:spPr>
          <a:xfrm>
            <a:off x="0" y="1251400"/>
            <a:ext cx="5153400" cy="50844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1000"/>
              </a:spcBef>
              <a:spcAft>
                <a:spcPts val="0"/>
              </a:spcAft>
              <a:buClr>
                <a:schemeClr val="dk1"/>
              </a:buClr>
              <a:buSzPts val="358"/>
              <a:buFont typeface="Arial"/>
              <a:buNone/>
            </a:pPr>
            <a:r>
              <a:rPr lang="en-US" sz="1250"/>
              <a:t>class Singleton:</a:t>
            </a:r>
            <a:endParaRPr sz="1250"/>
          </a:p>
          <a:p>
            <a:pPr indent="0" lvl="0" marL="0" rtl="0" algn="l">
              <a:lnSpc>
                <a:spcPct val="80000"/>
              </a:lnSpc>
              <a:spcBef>
                <a:spcPts val="1000"/>
              </a:spcBef>
              <a:spcAft>
                <a:spcPts val="0"/>
              </a:spcAft>
              <a:buSzPts val="358"/>
              <a:buNone/>
            </a:pPr>
            <a:r>
              <a:rPr lang="en-US" sz="1250"/>
              <a:t>    _instance = None</a:t>
            </a:r>
            <a:endParaRPr sz="1250"/>
          </a:p>
          <a:p>
            <a:pPr indent="0" lvl="0" marL="0" rtl="0" algn="l">
              <a:lnSpc>
                <a:spcPct val="80000"/>
              </a:lnSpc>
              <a:spcBef>
                <a:spcPts val="1000"/>
              </a:spcBef>
              <a:spcAft>
                <a:spcPts val="0"/>
              </a:spcAft>
              <a:buClr>
                <a:schemeClr val="dk1"/>
              </a:buClr>
              <a:buSzPts val="358"/>
              <a:buFont typeface="Arial"/>
              <a:buNone/>
            </a:pPr>
            <a:r>
              <a:t/>
            </a:r>
            <a:endParaRPr sz="1250"/>
          </a:p>
          <a:p>
            <a:pPr indent="0" lvl="0" marL="0" rtl="0" algn="l">
              <a:lnSpc>
                <a:spcPct val="80000"/>
              </a:lnSpc>
              <a:spcBef>
                <a:spcPts val="1000"/>
              </a:spcBef>
              <a:spcAft>
                <a:spcPts val="0"/>
              </a:spcAft>
              <a:buClr>
                <a:schemeClr val="dk1"/>
              </a:buClr>
              <a:buSzPts val="358"/>
              <a:buFont typeface="Arial"/>
              <a:buNone/>
            </a:pPr>
            <a:r>
              <a:rPr lang="en-US" sz="1250"/>
              <a:t>    def __new__(cls):</a:t>
            </a:r>
            <a:endParaRPr sz="1250"/>
          </a:p>
          <a:p>
            <a:pPr indent="0" lvl="0" marL="0" rtl="0" algn="l">
              <a:lnSpc>
                <a:spcPct val="80000"/>
              </a:lnSpc>
              <a:spcBef>
                <a:spcPts val="1000"/>
              </a:spcBef>
              <a:spcAft>
                <a:spcPts val="0"/>
              </a:spcAft>
              <a:buClr>
                <a:schemeClr val="dk1"/>
              </a:buClr>
              <a:buSzPts val="358"/>
              <a:buFont typeface="Arial"/>
              <a:buNone/>
            </a:pPr>
            <a:r>
              <a:rPr lang="en-US" sz="1250"/>
              <a:t>        if cls._instance is None:</a:t>
            </a:r>
            <a:endParaRPr sz="1250"/>
          </a:p>
          <a:p>
            <a:pPr indent="0" lvl="0" marL="0" rtl="0" algn="l">
              <a:lnSpc>
                <a:spcPct val="80000"/>
              </a:lnSpc>
              <a:spcBef>
                <a:spcPts val="1000"/>
              </a:spcBef>
              <a:spcAft>
                <a:spcPts val="0"/>
              </a:spcAft>
              <a:buClr>
                <a:schemeClr val="dk1"/>
              </a:buClr>
              <a:buSzPts val="358"/>
              <a:buFont typeface="Arial"/>
              <a:buNone/>
            </a:pPr>
            <a:r>
              <a:rPr lang="en-US" sz="1250"/>
              <a:t>            print(' instance creating’)</a:t>
            </a:r>
            <a:endParaRPr sz="1250"/>
          </a:p>
          <a:p>
            <a:pPr indent="0" lvl="0" marL="0" rtl="0" algn="l">
              <a:lnSpc>
                <a:spcPct val="80000"/>
              </a:lnSpc>
              <a:spcBef>
                <a:spcPts val="1000"/>
              </a:spcBef>
              <a:spcAft>
                <a:spcPts val="0"/>
              </a:spcAft>
              <a:buClr>
                <a:schemeClr val="dk1"/>
              </a:buClr>
              <a:buSzPts val="358"/>
              <a:buFont typeface="Arial"/>
              <a:buNone/>
            </a:pPr>
            <a:r>
              <a:rPr lang="en-US" sz="1250"/>
              <a:t>            cls._instance = super(Singleton, cls).__new__(cls)</a:t>
            </a:r>
            <a:endParaRPr sz="1250"/>
          </a:p>
          <a:p>
            <a:pPr indent="0" lvl="0" marL="0" rtl="0" algn="l">
              <a:lnSpc>
                <a:spcPct val="80000"/>
              </a:lnSpc>
              <a:spcBef>
                <a:spcPts val="1000"/>
              </a:spcBef>
              <a:spcAft>
                <a:spcPts val="0"/>
              </a:spcAft>
              <a:buSzPts val="358"/>
              <a:buNone/>
            </a:pPr>
            <a:r>
              <a:rPr lang="en-US" sz="1250"/>
              <a:t>        return cls._instance</a:t>
            </a:r>
            <a:endParaRPr sz="1250"/>
          </a:p>
          <a:p>
            <a:pPr indent="0" lvl="0" marL="0" rtl="0" algn="l">
              <a:lnSpc>
                <a:spcPct val="80000"/>
              </a:lnSpc>
              <a:spcBef>
                <a:spcPts val="1000"/>
              </a:spcBef>
              <a:spcAft>
                <a:spcPts val="0"/>
              </a:spcAft>
              <a:buClr>
                <a:schemeClr val="dk1"/>
              </a:buClr>
              <a:buSzPts val="358"/>
              <a:buFont typeface="Arial"/>
              <a:buNone/>
            </a:pPr>
            <a:r>
              <a:t/>
            </a:r>
            <a:endParaRPr sz="1250"/>
          </a:p>
          <a:p>
            <a:pPr indent="0" lvl="0" marL="0" rtl="0" algn="l">
              <a:lnSpc>
                <a:spcPct val="80000"/>
              </a:lnSpc>
              <a:spcBef>
                <a:spcPts val="1000"/>
              </a:spcBef>
              <a:spcAft>
                <a:spcPts val="0"/>
              </a:spcAft>
              <a:buClr>
                <a:schemeClr val="dk1"/>
              </a:buClr>
              <a:buSzPts val="358"/>
              <a:buFont typeface="Arial"/>
              <a:buNone/>
            </a:pPr>
            <a:r>
              <a:rPr lang="en-US" sz="1250"/>
              <a:t>    def get_service(self):</a:t>
            </a:r>
            <a:endParaRPr sz="1250"/>
          </a:p>
          <a:p>
            <a:pPr indent="0" lvl="0" marL="457200" rtl="0" algn="l">
              <a:lnSpc>
                <a:spcPct val="80000"/>
              </a:lnSpc>
              <a:spcBef>
                <a:spcPts val="1000"/>
              </a:spcBef>
              <a:spcAft>
                <a:spcPts val="0"/>
              </a:spcAft>
              <a:buClr>
                <a:schemeClr val="dk1"/>
              </a:buClr>
              <a:buSzPts val="358"/>
              <a:buFont typeface="Arial"/>
              <a:buNone/>
            </a:pPr>
            <a:r>
              <a:rPr lang="en-US" sz="1250"/>
              <a:t>print("Service has been provided by the Singleton  instance.")</a:t>
            </a:r>
            <a:endParaRPr sz="1250"/>
          </a:p>
          <a:p>
            <a:pPr indent="0" lvl="0" marL="0" rtl="0" algn="l">
              <a:lnSpc>
                <a:spcPct val="80000"/>
              </a:lnSpc>
              <a:spcBef>
                <a:spcPts val="1000"/>
              </a:spcBef>
              <a:spcAft>
                <a:spcPts val="0"/>
              </a:spcAft>
              <a:buClr>
                <a:schemeClr val="dk1"/>
              </a:buClr>
              <a:buSzPts val="358"/>
              <a:buFont typeface="Arial"/>
              <a:buNone/>
            </a:pPr>
            <a:r>
              <a:t/>
            </a:r>
            <a:endParaRPr sz="1250"/>
          </a:p>
          <a:p>
            <a:pPr indent="0" lvl="0" marL="0" rtl="0" algn="l">
              <a:lnSpc>
                <a:spcPct val="80000"/>
              </a:lnSpc>
              <a:spcBef>
                <a:spcPts val="1000"/>
              </a:spcBef>
              <a:spcAft>
                <a:spcPts val="0"/>
              </a:spcAft>
              <a:buSzPts val="358"/>
              <a:buNone/>
            </a:pPr>
            <a:r>
              <a:t/>
            </a:r>
            <a:endParaRPr sz="1250"/>
          </a:p>
        </p:txBody>
      </p:sp>
      <p:sp>
        <p:nvSpPr>
          <p:cNvPr id="181" name="Google Shape;181;g2c70d46b83b_0_0"/>
          <p:cNvSpPr txBox="1"/>
          <p:nvPr>
            <p:ph idx="12" type="sldNum"/>
          </p:nvPr>
        </p:nvSpPr>
        <p:spPr>
          <a:xfrm>
            <a:off x="7766431" y="295736"/>
            <a:ext cx="628800" cy="7677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000000"/>
              </a:buClr>
              <a:buSzPts val="2801"/>
              <a:buFont typeface="Arial"/>
              <a:buNone/>
            </a:pPr>
            <a:fld id="{00000000-1234-1234-1234-123412341234}" type="slidenum">
              <a:rPr lang="en-US"/>
              <a:t>‹#›</a:t>
            </a:fld>
            <a:endParaRPr/>
          </a:p>
        </p:txBody>
      </p:sp>
      <p:sp>
        <p:nvSpPr>
          <p:cNvPr id="182" name="Google Shape;182;g2c70d46b83b_0_0"/>
          <p:cNvSpPr txBox="1"/>
          <p:nvPr/>
        </p:nvSpPr>
        <p:spPr>
          <a:xfrm>
            <a:off x="5094300" y="1182425"/>
            <a:ext cx="4049700" cy="4680300"/>
          </a:xfrm>
          <a:prstGeom prst="rect">
            <a:avLst/>
          </a:prstGeom>
          <a:noFill/>
          <a:ln>
            <a:noFill/>
          </a:ln>
        </p:spPr>
        <p:txBody>
          <a:bodyPr anchorCtr="0" anchor="t" bIns="91425" lIns="91425" spcFirstLastPara="1" rIns="91425" wrap="square" tIns="91425">
            <a:noAutofit/>
          </a:bodyPr>
          <a:lstStyle/>
          <a:p>
            <a:pPr indent="0" lvl="0" marL="0" marR="0" rtl="0" algn="l">
              <a:lnSpc>
                <a:spcPct val="80000"/>
              </a:lnSpc>
              <a:spcBef>
                <a:spcPts val="1000"/>
              </a:spcBef>
              <a:spcAft>
                <a:spcPts val="0"/>
              </a:spcAft>
              <a:buClr>
                <a:schemeClr val="dk1"/>
              </a:buClr>
              <a:buSzPts val="358"/>
              <a:buFont typeface="Arial"/>
              <a:buNone/>
            </a:pPr>
            <a:r>
              <a:rPr b="0" i="0" lang="en-US" sz="1250" u="none" cap="none" strike="noStrike">
                <a:solidFill>
                  <a:schemeClr val="lt1"/>
                </a:solidFill>
                <a:latin typeface="Century Gothic"/>
                <a:ea typeface="Century Gothic"/>
                <a:cs typeface="Century Gothic"/>
                <a:sym typeface="Century Gothic"/>
              </a:rPr>
              <a:t># Usage</a:t>
            </a:r>
            <a:endParaRPr b="0" i="0" sz="1250" u="none" cap="none" strike="noStrike">
              <a:solidFill>
                <a:schemeClr val="lt1"/>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358"/>
              <a:buFont typeface="Arial"/>
              <a:buNone/>
            </a:pPr>
            <a:r>
              <a:rPr b="0" i="0" lang="en-US" sz="1250" u="none" cap="none" strike="noStrike">
                <a:solidFill>
                  <a:schemeClr val="lt1"/>
                </a:solidFill>
                <a:latin typeface="Century Gothic"/>
                <a:ea typeface="Century Gothic"/>
                <a:cs typeface="Century Gothic"/>
                <a:sym typeface="Century Gothic"/>
              </a:rPr>
              <a:t>if __name__ == "__main__":</a:t>
            </a:r>
            <a:endParaRPr b="0" i="0" sz="1250" u="none" cap="none" strike="noStrike">
              <a:solidFill>
                <a:schemeClr val="lt1"/>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358"/>
              <a:buFont typeface="Arial"/>
              <a:buNone/>
            </a:pPr>
            <a:r>
              <a:rPr b="0" i="0" lang="en-US" sz="1250" u="none" cap="none" strike="noStrike">
                <a:solidFill>
                  <a:schemeClr val="lt1"/>
                </a:solidFill>
                <a:latin typeface="Century Gothic"/>
                <a:ea typeface="Century Gothic"/>
                <a:cs typeface="Century Gothic"/>
                <a:sym typeface="Century Gothic"/>
              </a:rPr>
              <a:t>    # Let's assume that multiple clients need the service</a:t>
            </a:r>
            <a:endParaRPr b="0" i="0" sz="1250" u="none" cap="none" strike="noStrike">
              <a:solidFill>
                <a:schemeClr val="lt1"/>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358"/>
              <a:buFont typeface="Arial"/>
              <a:buNone/>
            </a:pPr>
            <a:r>
              <a:rPr b="0" i="0" lang="en-US" sz="1250" u="none" cap="none" strike="noStrike">
                <a:solidFill>
                  <a:schemeClr val="lt1"/>
                </a:solidFill>
                <a:latin typeface="Century Gothic"/>
                <a:ea typeface="Century Gothic"/>
                <a:cs typeface="Century Gothic"/>
                <a:sym typeface="Century Gothic"/>
              </a:rPr>
              <a:t>    client1 = Singleton()</a:t>
            </a:r>
            <a:endParaRPr b="0" i="0" sz="1250" u="none" cap="none" strike="noStrike">
              <a:solidFill>
                <a:schemeClr val="lt1"/>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358"/>
              <a:buFont typeface="Arial"/>
              <a:buNone/>
            </a:pPr>
            <a:r>
              <a:rPr b="0" i="0" lang="en-US" sz="1250" u="none" cap="none" strike="noStrike">
                <a:solidFill>
                  <a:schemeClr val="lt1"/>
                </a:solidFill>
                <a:latin typeface="Century Gothic"/>
                <a:ea typeface="Century Gothic"/>
                <a:cs typeface="Century Gothic"/>
                <a:sym typeface="Century Gothic"/>
              </a:rPr>
              <a:t>    client2 = Singleton()</a:t>
            </a:r>
            <a:endParaRPr b="0" i="0" sz="1250" u="none" cap="none" strike="noStrike">
              <a:solidFill>
                <a:schemeClr val="lt1"/>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358"/>
              <a:buFont typeface="Arial"/>
              <a:buNone/>
            </a:pPr>
            <a:r>
              <a:rPr b="0" i="0" lang="en-US" sz="1250" u="none" cap="none" strike="noStrike">
                <a:solidFill>
                  <a:schemeClr val="lt1"/>
                </a:solidFill>
                <a:latin typeface="Century Gothic"/>
                <a:ea typeface="Century Gothic"/>
                <a:cs typeface="Century Gothic"/>
                <a:sym typeface="Century Gothic"/>
              </a:rPr>
              <a:t>    client3 = Singleton()</a:t>
            </a:r>
            <a:endParaRPr b="0" i="0" sz="1250" u="none" cap="none" strike="noStrike">
              <a:solidFill>
                <a:schemeClr val="lt1"/>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358"/>
              <a:buFont typeface="Arial"/>
              <a:buNone/>
            </a:pPr>
            <a:r>
              <a:t/>
            </a:r>
            <a:endParaRPr b="0" i="0" sz="1250" u="none" cap="none" strike="noStrike">
              <a:solidFill>
                <a:schemeClr val="lt1"/>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358"/>
              <a:buFont typeface="Arial"/>
              <a:buNone/>
            </a:pPr>
            <a:r>
              <a:rPr b="0" i="0" lang="en-US" sz="1250" u="none" cap="none" strike="noStrike">
                <a:solidFill>
                  <a:schemeClr val="lt1"/>
                </a:solidFill>
                <a:latin typeface="Century Gothic"/>
                <a:ea typeface="Century Gothic"/>
                <a:cs typeface="Century Gothic"/>
                <a:sym typeface="Century Gothic"/>
              </a:rPr>
              <a:t>    client1.get_service()</a:t>
            </a:r>
            <a:endParaRPr b="0" i="0" sz="1250" u="none" cap="none" strike="noStrike">
              <a:solidFill>
                <a:schemeClr val="lt1"/>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358"/>
              <a:buFont typeface="Arial"/>
              <a:buNone/>
            </a:pPr>
            <a:r>
              <a:rPr b="0" i="0" lang="en-US" sz="1250" u="none" cap="none" strike="noStrike">
                <a:solidFill>
                  <a:schemeClr val="lt1"/>
                </a:solidFill>
                <a:latin typeface="Century Gothic"/>
                <a:ea typeface="Century Gothic"/>
                <a:cs typeface="Century Gothic"/>
                <a:sym typeface="Century Gothic"/>
              </a:rPr>
              <a:t>    client2.get_service()</a:t>
            </a:r>
            <a:endParaRPr b="0" i="0" sz="1250" u="none" cap="none" strike="noStrike">
              <a:solidFill>
                <a:schemeClr val="lt1"/>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358"/>
              <a:buFont typeface="Arial"/>
              <a:buNone/>
            </a:pPr>
            <a:r>
              <a:rPr b="0" i="0" lang="en-US" sz="1250" u="none" cap="none" strike="noStrike">
                <a:solidFill>
                  <a:schemeClr val="lt1"/>
                </a:solidFill>
                <a:latin typeface="Century Gothic"/>
                <a:ea typeface="Century Gothic"/>
                <a:cs typeface="Century Gothic"/>
                <a:sym typeface="Century Gothic"/>
              </a:rPr>
              <a:t>    client3.get_service()</a:t>
            </a:r>
            <a:endParaRPr b="0" i="0" sz="1250" u="none" cap="none" strike="noStrike">
              <a:solidFill>
                <a:schemeClr val="lt1"/>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358"/>
              <a:buFont typeface="Arial"/>
              <a:buNone/>
            </a:pPr>
            <a:r>
              <a:rPr b="0" i="0" lang="en-US" sz="1250" u="none" cap="none" strike="noStrike">
                <a:solidFill>
                  <a:schemeClr val="lt1"/>
                </a:solidFill>
                <a:latin typeface="Century Gothic"/>
                <a:ea typeface="Century Gothic"/>
                <a:cs typeface="Century Gothic"/>
                <a:sym typeface="Century Gothic"/>
              </a:rPr>
              <a:t>    print(client1 </a:t>
            </a:r>
            <a:r>
              <a:rPr b="0" i="0" lang="en-US" sz="1250" u="none" cap="none" strike="noStrike">
                <a:solidFill>
                  <a:srgbClr val="0000FF"/>
                </a:solidFill>
                <a:latin typeface="Century Gothic"/>
                <a:ea typeface="Century Gothic"/>
                <a:cs typeface="Century Gothic"/>
                <a:sym typeface="Century Gothic"/>
              </a:rPr>
              <a:t>is</a:t>
            </a:r>
            <a:r>
              <a:rPr b="0" i="0" lang="en-US" sz="1250" u="none" cap="none" strike="noStrike">
                <a:solidFill>
                  <a:schemeClr val="lt1"/>
                </a:solidFill>
                <a:latin typeface="Century Gothic"/>
                <a:ea typeface="Century Gothic"/>
                <a:cs typeface="Century Gothic"/>
                <a:sym typeface="Century Gothic"/>
              </a:rPr>
              <a:t> client2 </a:t>
            </a:r>
            <a:r>
              <a:rPr b="0" i="0" lang="en-US" sz="1250" u="none" cap="none" strike="noStrike">
                <a:solidFill>
                  <a:srgbClr val="0000FF"/>
                </a:solidFill>
                <a:latin typeface="Century Gothic"/>
                <a:ea typeface="Century Gothic"/>
                <a:cs typeface="Century Gothic"/>
                <a:sym typeface="Century Gothic"/>
              </a:rPr>
              <a:t>is</a:t>
            </a:r>
            <a:r>
              <a:rPr b="0" i="0" lang="en-US" sz="1250" u="none" cap="none" strike="noStrike">
                <a:solidFill>
                  <a:schemeClr val="lt1"/>
                </a:solidFill>
                <a:latin typeface="Century Gothic"/>
                <a:ea typeface="Century Gothic"/>
                <a:cs typeface="Century Gothic"/>
                <a:sym typeface="Century Gothic"/>
              </a:rPr>
              <a:t> client3)</a:t>
            </a:r>
            <a:endParaRPr b="0" i="0" sz="1250" u="none" cap="none" strike="noStrike">
              <a:solidFill>
                <a:schemeClr val="lt1"/>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358"/>
              <a:buFont typeface="Arial"/>
              <a:buNone/>
            </a:pPr>
            <a:r>
              <a:t/>
            </a:r>
            <a:endParaRPr b="0" i="0" sz="1250" u="none" cap="none" strike="noStrike">
              <a:solidFill>
                <a:schemeClr val="lt1"/>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358"/>
              <a:buFont typeface="Arial"/>
              <a:buNone/>
            </a:pPr>
            <a:r>
              <a:t/>
            </a:r>
            <a:endParaRPr b="0" i="0" sz="125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Century Gothic"/>
              <a:ea typeface="Century Gothic"/>
              <a:cs typeface="Century Gothic"/>
              <a:sym typeface="Century Gothic"/>
            </a:endParaRPr>
          </a:p>
        </p:txBody>
      </p:sp>
      <p:sp>
        <p:nvSpPr>
          <p:cNvPr id="183" name="Google Shape;183;g2c70d46b83b_0_0"/>
          <p:cNvSpPr txBox="1"/>
          <p:nvPr/>
        </p:nvSpPr>
        <p:spPr>
          <a:xfrm>
            <a:off x="4812250" y="4780700"/>
            <a:ext cx="4404600" cy="1438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Century Gothic"/>
                <a:ea typeface="Century Gothic"/>
                <a:cs typeface="Century Gothic"/>
                <a:sym typeface="Century Gothic"/>
              </a:rPr>
              <a:t>OUTPUT=&gt;</a:t>
            </a:r>
            <a:endParaRPr b="0" i="0" sz="12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250"/>
              <a:buFont typeface="Arial"/>
              <a:buNone/>
            </a:pPr>
            <a:r>
              <a:rPr b="0" i="0" lang="en-US" sz="1250" u="none" cap="none" strike="noStrike">
                <a:solidFill>
                  <a:schemeClr val="lt1"/>
                </a:solidFill>
                <a:latin typeface="Century Gothic"/>
                <a:ea typeface="Century Gothic"/>
                <a:cs typeface="Century Gothic"/>
                <a:sym typeface="Century Gothic"/>
              </a:rPr>
              <a:t>instance creating</a:t>
            </a:r>
            <a:endParaRPr b="0" i="0" sz="12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chemeClr val="dk1"/>
              </a:buClr>
              <a:buSzPts val="1100"/>
              <a:buFont typeface="Arial"/>
              <a:buNone/>
            </a:pPr>
            <a:r>
              <a:rPr b="0" i="0" lang="en-US" sz="1200" u="none" cap="none" strike="noStrike">
                <a:solidFill>
                  <a:schemeClr val="lt1"/>
                </a:solidFill>
                <a:latin typeface="Century Gothic"/>
                <a:ea typeface="Century Gothic"/>
                <a:cs typeface="Century Gothic"/>
                <a:sym typeface="Century Gothic"/>
              </a:rPr>
              <a:t>Service has been provided by the Singleton instance.</a:t>
            </a:r>
            <a:endParaRPr b="0" i="0" sz="12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chemeClr val="dk1"/>
              </a:buClr>
              <a:buSzPts val="1100"/>
              <a:buFont typeface="Arial"/>
              <a:buNone/>
            </a:pPr>
            <a:r>
              <a:rPr b="0" i="0" lang="en-US" sz="1200" u="none" cap="none" strike="noStrike">
                <a:solidFill>
                  <a:schemeClr val="lt1"/>
                </a:solidFill>
                <a:latin typeface="Century Gothic"/>
                <a:ea typeface="Century Gothic"/>
                <a:cs typeface="Century Gothic"/>
                <a:sym typeface="Century Gothic"/>
              </a:rPr>
              <a:t>Service has been provided by the Singleton instance.</a:t>
            </a:r>
            <a:endParaRPr b="0" i="0" sz="12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chemeClr val="dk1"/>
              </a:buClr>
              <a:buSzPts val="1100"/>
              <a:buFont typeface="Arial"/>
              <a:buNone/>
            </a:pPr>
            <a:r>
              <a:rPr b="0" i="0" lang="en-US" sz="1200" u="none" cap="none" strike="noStrike">
                <a:solidFill>
                  <a:schemeClr val="lt1"/>
                </a:solidFill>
                <a:latin typeface="Century Gothic"/>
                <a:ea typeface="Century Gothic"/>
                <a:cs typeface="Century Gothic"/>
                <a:sym typeface="Century Gothic"/>
              </a:rPr>
              <a:t>Service has been provided by the Singleton instance.</a:t>
            </a:r>
            <a:endParaRPr b="0" i="0" sz="12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chemeClr val="dk1"/>
              </a:buClr>
              <a:buSzPts val="1100"/>
              <a:buFont typeface="Arial"/>
              <a:buNone/>
            </a:pPr>
            <a:r>
              <a:rPr b="0" i="0" lang="en-US" sz="1200" u="none" cap="none" strike="noStrike">
                <a:solidFill>
                  <a:schemeClr val="lt1"/>
                </a:solidFill>
                <a:latin typeface="Century Gothic"/>
                <a:ea typeface="Century Gothic"/>
                <a:cs typeface="Century Gothic"/>
                <a:sym typeface="Century Gothic"/>
              </a:rPr>
              <a:t>True</a:t>
            </a:r>
            <a:endParaRPr b="0" i="0" sz="12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Century Gothic"/>
              <a:ea typeface="Century Gothic"/>
              <a:cs typeface="Century Gothic"/>
              <a:sym typeface="Century Gothic"/>
            </a:endParaRPr>
          </a:p>
        </p:txBody>
      </p:sp>
      <p:sp>
        <p:nvSpPr>
          <p:cNvPr id="184" name="Google Shape;184;g2c70d46b83b_0_0"/>
          <p:cNvSpPr txBox="1"/>
          <p:nvPr/>
        </p:nvSpPr>
        <p:spPr>
          <a:xfrm>
            <a:off x="166650" y="4780700"/>
            <a:ext cx="4108200" cy="167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lang="en-US" sz="1200">
                <a:solidFill>
                  <a:schemeClr val="lt1"/>
                </a:solidFill>
                <a:latin typeface="Century Gothic"/>
                <a:ea typeface="Century Gothic"/>
                <a:cs typeface="Century Gothic"/>
                <a:sym typeface="Century Gothic"/>
              </a:rPr>
              <a:t>The __init__ method is called after the object is created by the __new__ method, and it initializes the object attributes with the values passed as arguments.</a:t>
            </a:r>
            <a:endParaRPr b="1" sz="1200">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200"/>
              <a:buFont typeface="Arial"/>
              <a:buNone/>
            </a:pPr>
            <a:r>
              <a:t/>
            </a:r>
            <a:endParaRPr b="1" sz="1200">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200"/>
              <a:buFont typeface="Arial"/>
              <a:buNone/>
            </a:pPr>
            <a:r>
              <a:rPr b="1" lang="en-US" sz="1200">
                <a:solidFill>
                  <a:schemeClr val="lt1"/>
                </a:solidFill>
                <a:latin typeface="Century Gothic"/>
                <a:ea typeface="Century Gothic"/>
                <a:cs typeface="Century Gothic"/>
                <a:sym typeface="Century Gothic"/>
              </a:rPr>
              <a:t>__new__ is responsible for creating and returning a new instance, while __init__ is responsible for initializing the attributes of the newly created object.</a:t>
            </a:r>
            <a:endParaRPr b="1" sz="1200">
              <a:solidFill>
                <a:schemeClr val="lt1"/>
              </a:solidFill>
              <a:latin typeface="Century Gothic"/>
              <a:ea typeface="Century Gothic"/>
              <a:cs typeface="Century Gothic"/>
              <a:sym typeface="Century Gothic"/>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31b9e020298_0_0"/>
          <p:cNvSpPr txBox="1"/>
          <p:nvPr>
            <p:ph type="title"/>
          </p:nvPr>
        </p:nvSpPr>
        <p:spPr>
          <a:xfrm>
            <a:off x="484710" y="452718"/>
            <a:ext cx="7055400" cy="1400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BASIC</a:t>
            </a:r>
            <a:endParaRPr/>
          </a:p>
        </p:txBody>
      </p:sp>
      <p:sp>
        <p:nvSpPr>
          <p:cNvPr id="191" name="Google Shape;191;g31b9e020298_0_0"/>
          <p:cNvSpPr txBox="1"/>
          <p:nvPr>
            <p:ph idx="1" type="body"/>
          </p:nvPr>
        </p:nvSpPr>
        <p:spPr>
          <a:xfrm>
            <a:off x="483900" y="1275975"/>
            <a:ext cx="8139300" cy="5409900"/>
          </a:xfrm>
          <a:prstGeom prst="rect">
            <a:avLst/>
          </a:prstGeom>
        </p:spPr>
        <p:txBody>
          <a:bodyPr anchorCtr="0" anchor="t" bIns="45700" lIns="91425" spcFirstLastPara="1" rIns="91425" wrap="square" tIns="45700">
            <a:normAutofit fontScale="70000" lnSpcReduction="20000"/>
          </a:bodyPr>
          <a:lstStyle/>
          <a:p>
            <a:pPr indent="0" lvl="0" marL="0" rtl="0" algn="l">
              <a:spcBef>
                <a:spcPts val="1000"/>
              </a:spcBef>
              <a:spcAft>
                <a:spcPts val="0"/>
              </a:spcAft>
              <a:buClr>
                <a:schemeClr val="dk1"/>
              </a:buClr>
              <a:buSzPct val="55000"/>
              <a:buFont typeface="Arial"/>
              <a:buNone/>
            </a:pPr>
            <a:r>
              <a:rPr lang="en-US"/>
              <a:t>Instantiation: __new__() is responsible for creating a new instance of the class. It allocates memory and prepares the object.</a:t>
            </a:r>
            <a:endParaRPr/>
          </a:p>
          <a:p>
            <a:pPr indent="0" lvl="0" marL="0" rtl="0" algn="l">
              <a:spcBef>
                <a:spcPts val="1000"/>
              </a:spcBef>
              <a:spcAft>
                <a:spcPts val="0"/>
              </a:spcAft>
              <a:buClr>
                <a:schemeClr val="dk1"/>
              </a:buClr>
              <a:buSzPct val="55000"/>
              <a:buFont typeface="Arial"/>
              <a:buNone/>
            </a:pPr>
            <a:r>
              <a:rPr lang="en-US"/>
              <a:t>Initialization: After __new__() returns the new instance, the __init__() method is called to initialize the object’s state.</a:t>
            </a:r>
            <a:endParaRPr/>
          </a:p>
          <a:p>
            <a:pPr indent="0" lvl="0" marL="0" rtl="0" algn="l">
              <a:spcBef>
                <a:spcPts val="1000"/>
              </a:spcBef>
              <a:spcAft>
                <a:spcPts val="0"/>
              </a:spcAft>
              <a:buClr>
                <a:schemeClr val="dk1"/>
              </a:buClr>
              <a:buSzPct val="55000"/>
              <a:buFont typeface="Arial"/>
              <a:buNone/>
            </a:pPr>
            <a:r>
              <a:rPr lang="en-US"/>
              <a:t>Example:</a:t>
            </a:r>
            <a:endParaRPr/>
          </a:p>
          <a:p>
            <a:pPr indent="0" lvl="0" marL="0" rtl="0" algn="l">
              <a:spcBef>
                <a:spcPts val="1000"/>
              </a:spcBef>
              <a:spcAft>
                <a:spcPts val="0"/>
              </a:spcAft>
              <a:buClr>
                <a:schemeClr val="dk1"/>
              </a:buClr>
              <a:buSzPct val="55000"/>
              <a:buFont typeface="Arial"/>
              <a:buNone/>
            </a:pPr>
            <a:r>
              <a:rPr lang="en-US">
                <a:latin typeface="Courier New"/>
                <a:ea typeface="Courier New"/>
                <a:cs typeface="Courier New"/>
                <a:sym typeface="Courier New"/>
              </a:rPr>
              <a:t>class MyClass:</a:t>
            </a:r>
            <a:endParaRPr>
              <a:latin typeface="Courier New"/>
              <a:ea typeface="Courier New"/>
              <a:cs typeface="Courier New"/>
              <a:sym typeface="Courier New"/>
            </a:endParaRPr>
          </a:p>
          <a:p>
            <a:pPr indent="0" lvl="0" marL="0" rtl="0" algn="l">
              <a:spcBef>
                <a:spcPts val="1000"/>
              </a:spcBef>
              <a:spcAft>
                <a:spcPts val="0"/>
              </a:spcAft>
              <a:buClr>
                <a:schemeClr val="dk1"/>
              </a:buClr>
              <a:buSzPct val="55000"/>
              <a:buFont typeface="Arial"/>
              <a:buNone/>
            </a:pPr>
            <a:r>
              <a:rPr lang="en-US">
                <a:latin typeface="Courier New"/>
                <a:ea typeface="Courier New"/>
                <a:cs typeface="Courier New"/>
                <a:sym typeface="Courier New"/>
              </a:rPr>
              <a:t>    def __new__(cls, *args, **kwargs):</a:t>
            </a:r>
            <a:endParaRPr>
              <a:latin typeface="Courier New"/>
              <a:ea typeface="Courier New"/>
              <a:cs typeface="Courier New"/>
              <a:sym typeface="Courier New"/>
            </a:endParaRPr>
          </a:p>
          <a:p>
            <a:pPr indent="0" lvl="0" marL="0" rtl="0" algn="l">
              <a:spcBef>
                <a:spcPts val="1000"/>
              </a:spcBef>
              <a:spcAft>
                <a:spcPts val="0"/>
              </a:spcAft>
              <a:buClr>
                <a:schemeClr val="dk1"/>
              </a:buClr>
              <a:buSzPct val="55000"/>
              <a:buFont typeface="Arial"/>
              <a:buNone/>
            </a:pPr>
            <a:r>
              <a:rPr lang="en-US">
                <a:latin typeface="Courier New"/>
                <a:ea typeface="Courier New"/>
                <a:cs typeface="Courier New"/>
                <a:sym typeface="Courier New"/>
              </a:rPr>
              <a:t>        instance = super(MyClass, cls).__new__(cls)</a:t>
            </a:r>
            <a:endParaRPr>
              <a:latin typeface="Courier New"/>
              <a:ea typeface="Courier New"/>
              <a:cs typeface="Courier New"/>
              <a:sym typeface="Courier New"/>
            </a:endParaRPr>
          </a:p>
          <a:p>
            <a:pPr indent="0" lvl="0" marL="0" rtl="0" algn="l">
              <a:spcBef>
                <a:spcPts val="1000"/>
              </a:spcBef>
              <a:spcAft>
                <a:spcPts val="0"/>
              </a:spcAft>
              <a:buClr>
                <a:schemeClr val="dk1"/>
              </a:buClr>
              <a:buSzPct val="55000"/>
              <a:buFont typeface="Arial"/>
              <a:buNone/>
            </a:pPr>
            <a:r>
              <a:rPr lang="en-US">
                <a:latin typeface="Courier New"/>
                <a:ea typeface="Courier New"/>
                <a:cs typeface="Courier New"/>
                <a:sym typeface="Courier New"/>
              </a:rPr>
              <a:t>        print("Instance created")</a:t>
            </a:r>
            <a:endParaRPr>
              <a:latin typeface="Courier New"/>
              <a:ea typeface="Courier New"/>
              <a:cs typeface="Courier New"/>
              <a:sym typeface="Courier New"/>
            </a:endParaRPr>
          </a:p>
          <a:p>
            <a:pPr indent="0" lvl="0" marL="0" rtl="0" algn="l">
              <a:spcBef>
                <a:spcPts val="1000"/>
              </a:spcBef>
              <a:spcAft>
                <a:spcPts val="0"/>
              </a:spcAft>
              <a:buNone/>
            </a:pPr>
            <a:r>
              <a:rPr lang="en-US">
                <a:latin typeface="Courier New"/>
                <a:ea typeface="Courier New"/>
                <a:cs typeface="Courier New"/>
                <a:sym typeface="Courier New"/>
              </a:rPr>
              <a:t>        return instance</a:t>
            </a:r>
            <a:endParaRPr>
              <a:latin typeface="Courier New"/>
              <a:ea typeface="Courier New"/>
              <a:cs typeface="Courier New"/>
              <a:sym typeface="Courier New"/>
            </a:endParaRPr>
          </a:p>
          <a:p>
            <a:pPr indent="0" lvl="0" marL="0" rtl="0" algn="l">
              <a:spcBef>
                <a:spcPts val="1000"/>
              </a:spcBef>
              <a:spcAft>
                <a:spcPts val="0"/>
              </a:spcAft>
              <a:buClr>
                <a:schemeClr val="dk1"/>
              </a:buClr>
              <a:buSzPct val="55000"/>
              <a:buFont typeface="Arial"/>
              <a:buNone/>
            </a:pPr>
            <a:r>
              <a:t/>
            </a:r>
            <a:endParaRPr>
              <a:latin typeface="Courier New"/>
              <a:ea typeface="Courier New"/>
              <a:cs typeface="Courier New"/>
              <a:sym typeface="Courier New"/>
            </a:endParaRPr>
          </a:p>
          <a:p>
            <a:pPr indent="0" lvl="0" marL="0" rtl="0" algn="l">
              <a:spcBef>
                <a:spcPts val="1000"/>
              </a:spcBef>
              <a:spcAft>
                <a:spcPts val="0"/>
              </a:spcAft>
              <a:buClr>
                <a:schemeClr val="dk1"/>
              </a:buClr>
              <a:buSzPct val="55000"/>
              <a:buFont typeface="Arial"/>
              <a:buNone/>
            </a:pPr>
            <a:r>
              <a:rPr lang="en-US">
                <a:latin typeface="Courier New"/>
                <a:ea typeface="Courier New"/>
                <a:cs typeface="Courier New"/>
                <a:sym typeface="Courier New"/>
              </a:rPr>
              <a:t>    def __init__(self, value):</a:t>
            </a:r>
            <a:endParaRPr>
              <a:latin typeface="Courier New"/>
              <a:ea typeface="Courier New"/>
              <a:cs typeface="Courier New"/>
              <a:sym typeface="Courier New"/>
            </a:endParaRPr>
          </a:p>
          <a:p>
            <a:pPr indent="0" lvl="0" marL="0" rtl="0" algn="l">
              <a:spcBef>
                <a:spcPts val="1000"/>
              </a:spcBef>
              <a:spcAft>
                <a:spcPts val="0"/>
              </a:spcAft>
              <a:buClr>
                <a:schemeClr val="dk1"/>
              </a:buClr>
              <a:buSzPct val="55000"/>
              <a:buFont typeface="Arial"/>
              <a:buNone/>
            </a:pPr>
            <a:r>
              <a:rPr lang="en-US">
                <a:latin typeface="Courier New"/>
                <a:ea typeface="Courier New"/>
                <a:cs typeface="Courier New"/>
                <a:sym typeface="Courier New"/>
              </a:rPr>
              <a:t>        self.value = value</a:t>
            </a:r>
            <a:endParaRPr>
              <a:latin typeface="Courier New"/>
              <a:ea typeface="Courier New"/>
              <a:cs typeface="Courier New"/>
              <a:sym typeface="Courier New"/>
            </a:endParaRPr>
          </a:p>
          <a:p>
            <a:pPr indent="0" lvl="0" marL="0" rtl="0" algn="l">
              <a:spcBef>
                <a:spcPts val="1000"/>
              </a:spcBef>
              <a:spcAft>
                <a:spcPts val="0"/>
              </a:spcAft>
              <a:buClr>
                <a:schemeClr val="dk1"/>
              </a:buClr>
              <a:buSzPct val="55000"/>
              <a:buFont typeface="Arial"/>
              <a:buNone/>
            </a:pPr>
            <a:r>
              <a:rPr lang="en-US">
                <a:latin typeface="Courier New"/>
                <a:ea typeface="Courier New"/>
                <a:cs typeface="Courier New"/>
                <a:sym typeface="Courier New"/>
              </a:rPr>
              <a:t>        print("Instance initialized")</a:t>
            </a:r>
            <a:endParaRPr>
              <a:latin typeface="Courier New"/>
              <a:ea typeface="Courier New"/>
              <a:cs typeface="Courier New"/>
              <a:sym typeface="Courier New"/>
            </a:endParaRPr>
          </a:p>
          <a:p>
            <a:pPr indent="0" lvl="0" marL="0" rtl="0" algn="l">
              <a:spcBef>
                <a:spcPts val="1000"/>
              </a:spcBef>
              <a:spcAft>
                <a:spcPts val="0"/>
              </a:spcAft>
              <a:buClr>
                <a:schemeClr val="dk1"/>
              </a:buClr>
              <a:buSzPct val="55000"/>
              <a:buFont typeface="Arial"/>
              <a:buNone/>
            </a:pPr>
            <a:r>
              <a:t/>
            </a:r>
            <a:endParaRPr>
              <a:latin typeface="Courier New"/>
              <a:ea typeface="Courier New"/>
              <a:cs typeface="Courier New"/>
              <a:sym typeface="Courier New"/>
            </a:endParaRPr>
          </a:p>
          <a:p>
            <a:pPr indent="0" lvl="0" marL="0" rtl="0" algn="l">
              <a:spcBef>
                <a:spcPts val="1000"/>
              </a:spcBef>
              <a:spcAft>
                <a:spcPts val="0"/>
              </a:spcAft>
              <a:buClr>
                <a:schemeClr val="dk1"/>
              </a:buClr>
              <a:buSzPct val="55000"/>
              <a:buFont typeface="Arial"/>
              <a:buNone/>
            </a:pPr>
            <a:r>
              <a:rPr lang="en-US">
                <a:latin typeface="Courier New"/>
                <a:ea typeface="Courier New"/>
                <a:cs typeface="Courier New"/>
                <a:sym typeface="Courier New"/>
              </a:rPr>
              <a:t>obj = MyClass(10)</a:t>
            </a:r>
            <a:endParaRPr>
              <a:latin typeface="Courier New"/>
              <a:ea typeface="Courier New"/>
              <a:cs typeface="Courier New"/>
              <a:sym typeface="Courier New"/>
            </a:endParaRPr>
          </a:p>
          <a:p>
            <a:pPr indent="0" lvl="0" marL="0" rtl="0" algn="l">
              <a:spcBef>
                <a:spcPts val="1000"/>
              </a:spcBef>
              <a:spcAft>
                <a:spcPts val="0"/>
              </a:spcAft>
              <a:buClr>
                <a:schemeClr val="dk1"/>
              </a:buClr>
              <a:buSzPct val="55000"/>
              <a:buFont typeface="Arial"/>
              <a:buNone/>
            </a:pPr>
            <a:r>
              <a:rPr lang="en-US">
                <a:latin typeface="Courier New"/>
                <a:ea typeface="Courier New"/>
                <a:cs typeface="Courier New"/>
                <a:sym typeface="Courier New"/>
              </a:rPr>
              <a:t># Output:</a:t>
            </a:r>
            <a:endParaRPr>
              <a:latin typeface="Courier New"/>
              <a:ea typeface="Courier New"/>
              <a:cs typeface="Courier New"/>
              <a:sym typeface="Courier New"/>
            </a:endParaRPr>
          </a:p>
          <a:p>
            <a:pPr indent="0" lvl="0" marL="0" rtl="0" algn="l">
              <a:spcBef>
                <a:spcPts val="1000"/>
              </a:spcBef>
              <a:spcAft>
                <a:spcPts val="0"/>
              </a:spcAft>
              <a:buClr>
                <a:schemeClr val="dk1"/>
              </a:buClr>
              <a:buSzPct val="55000"/>
              <a:buFont typeface="Arial"/>
              <a:buNone/>
            </a:pPr>
            <a:r>
              <a:rPr lang="en-US">
                <a:latin typeface="Courier New"/>
                <a:ea typeface="Courier New"/>
                <a:cs typeface="Courier New"/>
                <a:sym typeface="Courier New"/>
              </a:rPr>
              <a:t># Instance created</a:t>
            </a:r>
            <a:endParaRPr>
              <a:latin typeface="Courier New"/>
              <a:ea typeface="Courier New"/>
              <a:cs typeface="Courier New"/>
              <a:sym typeface="Courier New"/>
            </a:endParaRPr>
          </a:p>
          <a:p>
            <a:pPr indent="0" lvl="0" marL="0" rtl="0" algn="l">
              <a:spcBef>
                <a:spcPts val="1000"/>
              </a:spcBef>
              <a:spcAft>
                <a:spcPts val="0"/>
              </a:spcAft>
              <a:buNone/>
            </a:pPr>
            <a:r>
              <a:rPr lang="en-US">
                <a:latin typeface="Courier New"/>
                <a:ea typeface="Courier New"/>
                <a:cs typeface="Courier New"/>
                <a:sym typeface="Courier New"/>
              </a:rPr>
              <a:t># Instance initialized</a:t>
            </a:r>
            <a:endParaRPr>
              <a:latin typeface="Courier New"/>
              <a:ea typeface="Courier New"/>
              <a:cs typeface="Courier New"/>
              <a:sym typeface="Courier New"/>
            </a:endParaRPr>
          </a:p>
        </p:txBody>
      </p:sp>
      <p:sp>
        <p:nvSpPr>
          <p:cNvPr id="192" name="Google Shape;192;g31b9e020298_0_0"/>
          <p:cNvSpPr txBox="1"/>
          <p:nvPr>
            <p:ph idx="12" type="sldNum"/>
          </p:nvPr>
        </p:nvSpPr>
        <p:spPr>
          <a:xfrm>
            <a:off x="7766431" y="295736"/>
            <a:ext cx="628800" cy="7677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Clr>
                <a:srgbClr val="000000"/>
              </a:buClr>
              <a:buSzPts val="2801"/>
              <a:buFont typeface="Arial"/>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2c70d46b83b_0_12"/>
          <p:cNvSpPr txBox="1"/>
          <p:nvPr>
            <p:ph type="title"/>
          </p:nvPr>
        </p:nvSpPr>
        <p:spPr>
          <a:xfrm>
            <a:off x="465000" y="117722"/>
            <a:ext cx="6925200" cy="767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US"/>
              <a:t>Singleton Pattern(EX-2)</a:t>
            </a:r>
            <a:endParaRPr/>
          </a:p>
          <a:p>
            <a:pPr indent="0" lvl="0" marL="0" rtl="0" algn="l">
              <a:lnSpc>
                <a:spcPct val="100000"/>
              </a:lnSpc>
              <a:spcBef>
                <a:spcPts val="0"/>
              </a:spcBef>
              <a:spcAft>
                <a:spcPts val="0"/>
              </a:spcAft>
              <a:buSzPts val="1800"/>
              <a:buNone/>
            </a:pPr>
            <a:r>
              <a:t/>
            </a:r>
            <a:endParaRPr/>
          </a:p>
        </p:txBody>
      </p:sp>
      <p:sp>
        <p:nvSpPr>
          <p:cNvPr id="199" name="Google Shape;199;g2c70d46b83b_0_12"/>
          <p:cNvSpPr txBox="1"/>
          <p:nvPr>
            <p:ph idx="1" type="body"/>
          </p:nvPr>
        </p:nvSpPr>
        <p:spPr>
          <a:xfrm>
            <a:off x="167500" y="1331250"/>
            <a:ext cx="4719900" cy="41955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1000"/>
              </a:spcBef>
              <a:spcAft>
                <a:spcPts val="0"/>
              </a:spcAft>
              <a:buClr>
                <a:schemeClr val="dk1"/>
              </a:buClr>
              <a:buSzPts val="275"/>
              <a:buFont typeface="Arial"/>
              <a:buNone/>
            </a:pPr>
            <a:r>
              <a:rPr lang="en-US" sz="1300"/>
              <a:t>class HelpDesk:</a:t>
            </a:r>
            <a:endParaRPr sz="1300"/>
          </a:p>
          <a:p>
            <a:pPr indent="0" lvl="0" marL="0" rtl="0" algn="l">
              <a:lnSpc>
                <a:spcPct val="80000"/>
              </a:lnSpc>
              <a:spcBef>
                <a:spcPts val="1000"/>
              </a:spcBef>
              <a:spcAft>
                <a:spcPts val="0"/>
              </a:spcAft>
              <a:buClr>
                <a:schemeClr val="dk1"/>
              </a:buClr>
              <a:buSzPts val="275"/>
              <a:buFont typeface="Arial"/>
              <a:buNone/>
            </a:pPr>
            <a:r>
              <a:rPr lang="en-US" sz="1300"/>
              <a:t>    _instance = None</a:t>
            </a:r>
            <a:endParaRPr sz="1300"/>
          </a:p>
          <a:p>
            <a:pPr indent="0" lvl="0" marL="0" rtl="0" algn="l">
              <a:lnSpc>
                <a:spcPct val="80000"/>
              </a:lnSpc>
              <a:spcBef>
                <a:spcPts val="1000"/>
              </a:spcBef>
              <a:spcAft>
                <a:spcPts val="0"/>
              </a:spcAft>
              <a:buClr>
                <a:schemeClr val="dk1"/>
              </a:buClr>
              <a:buSzPts val="275"/>
              <a:buFont typeface="Arial"/>
              <a:buNone/>
            </a:pPr>
            <a:r>
              <a:rPr lang="en-US" sz="1300"/>
              <a:t>    def __new__(cls):</a:t>
            </a:r>
            <a:endParaRPr sz="1300"/>
          </a:p>
          <a:p>
            <a:pPr indent="0" lvl="0" marL="0" rtl="0" algn="l">
              <a:lnSpc>
                <a:spcPct val="80000"/>
              </a:lnSpc>
              <a:spcBef>
                <a:spcPts val="1000"/>
              </a:spcBef>
              <a:spcAft>
                <a:spcPts val="0"/>
              </a:spcAft>
              <a:buClr>
                <a:schemeClr val="dk1"/>
              </a:buClr>
              <a:buSzPts val="275"/>
              <a:buFont typeface="Arial"/>
              <a:buNone/>
            </a:pPr>
            <a:r>
              <a:rPr lang="en-US" sz="1300"/>
              <a:t>        if cls._instance is None:</a:t>
            </a:r>
            <a:endParaRPr sz="1300"/>
          </a:p>
          <a:p>
            <a:pPr indent="0" lvl="0" marL="0" rtl="0" algn="l">
              <a:lnSpc>
                <a:spcPct val="80000"/>
              </a:lnSpc>
              <a:spcBef>
                <a:spcPts val="1000"/>
              </a:spcBef>
              <a:spcAft>
                <a:spcPts val="0"/>
              </a:spcAft>
              <a:buClr>
                <a:schemeClr val="dk1"/>
              </a:buClr>
              <a:buSzPts val="275"/>
              <a:buFont typeface="Arial"/>
              <a:buNone/>
            </a:pPr>
            <a:r>
              <a:rPr lang="en-US" sz="1300"/>
              <a:t>            print('Creating the HelpDesk instance')</a:t>
            </a:r>
            <a:endParaRPr sz="1300"/>
          </a:p>
          <a:p>
            <a:pPr indent="0" lvl="0" marL="0" rtl="0" algn="l">
              <a:lnSpc>
                <a:spcPct val="80000"/>
              </a:lnSpc>
              <a:spcBef>
                <a:spcPts val="1000"/>
              </a:spcBef>
              <a:spcAft>
                <a:spcPts val="0"/>
              </a:spcAft>
              <a:buClr>
                <a:schemeClr val="dk1"/>
              </a:buClr>
              <a:buSzPts val="275"/>
              <a:buFont typeface="Arial"/>
              <a:buNone/>
            </a:pPr>
            <a:r>
              <a:rPr lang="en-US" sz="1300"/>
              <a:t>            cls._instance = super(HelpDesk,cls).__new__(cls)</a:t>
            </a:r>
            <a:endParaRPr sz="1300"/>
          </a:p>
          <a:p>
            <a:pPr indent="0" lvl="0" marL="0" rtl="0" algn="l">
              <a:lnSpc>
                <a:spcPct val="80000"/>
              </a:lnSpc>
              <a:spcBef>
                <a:spcPts val="1000"/>
              </a:spcBef>
              <a:spcAft>
                <a:spcPts val="0"/>
              </a:spcAft>
              <a:buClr>
                <a:schemeClr val="dk1"/>
              </a:buClr>
              <a:buSzPts val="275"/>
              <a:buFont typeface="Arial"/>
              <a:buNone/>
            </a:pPr>
            <a:r>
              <a:rPr lang="en-US" sz="1300"/>
              <a:t>        return cls._instance</a:t>
            </a:r>
            <a:endParaRPr sz="1300"/>
          </a:p>
          <a:p>
            <a:pPr indent="0" lvl="0" marL="0" rtl="0" algn="l">
              <a:lnSpc>
                <a:spcPct val="80000"/>
              </a:lnSpc>
              <a:spcBef>
                <a:spcPts val="1000"/>
              </a:spcBef>
              <a:spcAft>
                <a:spcPts val="0"/>
              </a:spcAft>
              <a:buClr>
                <a:schemeClr val="dk1"/>
              </a:buClr>
              <a:buSzPts val="275"/>
              <a:buFont typeface="Arial"/>
              <a:buNone/>
            </a:pPr>
            <a:r>
              <a:t/>
            </a:r>
            <a:endParaRPr sz="1300"/>
          </a:p>
          <a:p>
            <a:pPr indent="0" lvl="0" marL="0" rtl="0" algn="l">
              <a:lnSpc>
                <a:spcPct val="80000"/>
              </a:lnSpc>
              <a:spcBef>
                <a:spcPts val="1000"/>
              </a:spcBef>
              <a:spcAft>
                <a:spcPts val="0"/>
              </a:spcAft>
              <a:buClr>
                <a:schemeClr val="dk1"/>
              </a:buClr>
              <a:buSzPts val="275"/>
              <a:buFont typeface="Arial"/>
              <a:buNone/>
            </a:pPr>
            <a:r>
              <a:rPr lang="en-US" sz="1300"/>
              <a:t>    def get_service(self):</a:t>
            </a:r>
            <a:endParaRPr sz="1300"/>
          </a:p>
          <a:p>
            <a:pPr indent="0" lvl="0" marL="0" rtl="0" algn="l">
              <a:lnSpc>
                <a:spcPct val="80000"/>
              </a:lnSpc>
              <a:spcBef>
                <a:spcPts val="1000"/>
              </a:spcBef>
              <a:spcAft>
                <a:spcPts val="0"/>
              </a:spcAft>
              <a:buClr>
                <a:schemeClr val="dk1"/>
              </a:buClr>
              <a:buSzPts val="275"/>
              <a:buFont typeface="Arial"/>
              <a:buNone/>
            </a:pPr>
            <a:r>
              <a:rPr lang="en-US" sz="1300"/>
              <a:t>        print("Service provided by the HelpDesk.")</a:t>
            </a:r>
            <a:endParaRPr sz="1300"/>
          </a:p>
          <a:p>
            <a:pPr indent="0" lvl="0" marL="0" rtl="0" algn="l">
              <a:lnSpc>
                <a:spcPct val="80000"/>
              </a:lnSpc>
              <a:spcBef>
                <a:spcPts val="1000"/>
              </a:spcBef>
              <a:spcAft>
                <a:spcPts val="0"/>
              </a:spcAft>
              <a:buClr>
                <a:schemeClr val="dk1"/>
              </a:buClr>
              <a:buSzPts val="275"/>
              <a:buFont typeface="Arial"/>
              <a:buNone/>
            </a:pPr>
            <a:r>
              <a:t/>
            </a:r>
            <a:endParaRPr sz="1300"/>
          </a:p>
          <a:p>
            <a:pPr indent="0" lvl="0" marL="0" rtl="0" algn="l">
              <a:lnSpc>
                <a:spcPct val="80000"/>
              </a:lnSpc>
              <a:spcBef>
                <a:spcPts val="1000"/>
              </a:spcBef>
              <a:spcAft>
                <a:spcPts val="0"/>
              </a:spcAft>
              <a:buClr>
                <a:schemeClr val="dk1"/>
              </a:buClr>
              <a:buSzPts val="275"/>
              <a:buFont typeface="Arial"/>
              <a:buNone/>
            </a:pPr>
            <a:r>
              <a:t/>
            </a:r>
            <a:endParaRPr sz="1300"/>
          </a:p>
          <a:p>
            <a:pPr indent="0" lvl="0" marL="0" rtl="0" algn="l">
              <a:lnSpc>
                <a:spcPct val="80000"/>
              </a:lnSpc>
              <a:spcBef>
                <a:spcPts val="1000"/>
              </a:spcBef>
              <a:spcAft>
                <a:spcPts val="0"/>
              </a:spcAft>
              <a:buSzPts val="275"/>
              <a:buNone/>
            </a:pPr>
            <a:r>
              <a:t/>
            </a:r>
            <a:endParaRPr sz="1300"/>
          </a:p>
        </p:txBody>
      </p:sp>
      <p:sp>
        <p:nvSpPr>
          <p:cNvPr id="200" name="Google Shape;200;g2c70d46b83b_0_12"/>
          <p:cNvSpPr txBox="1"/>
          <p:nvPr>
            <p:ph idx="12" type="sldNum"/>
          </p:nvPr>
        </p:nvSpPr>
        <p:spPr>
          <a:xfrm>
            <a:off x="7766431" y="295736"/>
            <a:ext cx="628800" cy="7677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000000"/>
              </a:buClr>
              <a:buSzPts val="2801"/>
              <a:buFont typeface="Arial"/>
              <a:buNone/>
            </a:pPr>
            <a:fld id="{00000000-1234-1234-1234-123412341234}" type="slidenum">
              <a:rPr lang="en-US"/>
              <a:t>‹#›</a:t>
            </a:fld>
            <a:endParaRPr/>
          </a:p>
        </p:txBody>
      </p:sp>
      <p:sp>
        <p:nvSpPr>
          <p:cNvPr id="201" name="Google Shape;201;g2c70d46b83b_0_12"/>
          <p:cNvSpPr txBox="1"/>
          <p:nvPr/>
        </p:nvSpPr>
        <p:spPr>
          <a:xfrm>
            <a:off x="4887325" y="1123300"/>
            <a:ext cx="4217400" cy="4503000"/>
          </a:xfrm>
          <a:prstGeom prst="rect">
            <a:avLst/>
          </a:prstGeom>
          <a:noFill/>
          <a:ln>
            <a:noFill/>
          </a:ln>
        </p:spPr>
        <p:txBody>
          <a:bodyPr anchorCtr="0" anchor="t" bIns="91425" lIns="91425" spcFirstLastPara="1" rIns="91425" wrap="square" tIns="91425">
            <a:noAutofit/>
          </a:bodyPr>
          <a:lstStyle/>
          <a:p>
            <a:pPr indent="0" lvl="0" marL="0" marR="0" rtl="0" algn="l">
              <a:lnSpc>
                <a:spcPct val="80000"/>
              </a:lnSpc>
              <a:spcBef>
                <a:spcPts val="1000"/>
              </a:spcBef>
              <a:spcAft>
                <a:spcPts val="0"/>
              </a:spcAft>
              <a:buClr>
                <a:schemeClr val="dk1"/>
              </a:buClr>
              <a:buSzPts val="275"/>
              <a:buFont typeface="Arial"/>
              <a:buNone/>
            </a:pPr>
            <a:r>
              <a:rPr b="0" i="0" lang="en-US" sz="1300" u="none" cap="none" strike="noStrike">
                <a:solidFill>
                  <a:schemeClr val="lt1"/>
                </a:solidFill>
                <a:latin typeface="Century Gothic"/>
                <a:ea typeface="Century Gothic"/>
                <a:cs typeface="Century Gothic"/>
                <a:sym typeface="Century Gothic"/>
              </a:rPr>
              <a:t># Usage</a:t>
            </a:r>
            <a:endParaRPr b="0" i="0" sz="1300" u="none" cap="none" strike="noStrike">
              <a:solidFill>
                <a:schemeClr val="lt1"/>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275"/>
              <a:buFont typeface="Arial"/>
              <a:buNone/>
            </a:pPr>
            <a:r>
              <a:rPr b="0" i="0" lang="en-US" sz="1300" u="none" cap="none" strike="noStrike">
                <a:solidFill>
                  <a:schemeClr val="lt1"/>
                </a:solidFill>
                <a:latin typeface="Century Gothic"/>
                <a:ea typeface="Century Gothic"/>
                <a:cs typeface="Century Gothic"/>
                <a:sym typeface="Century Gothic"/>
              </a:rPr>
              <a:t>if __name__ == "__main__":</a:t>
            </a:r>
            <a:endParaRPr b="0" i="0" sz="1300" u="none" cap="none" strike="noStrike">
              <a:solidFill>
                <a:schemeClr val="lt1"/>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275"/>
              <a:buFont typeface="Arial"/>
              <a:buNone/>
            </a:pPr>
            <a:r>
              <a:rPr b="0" i="0" lang="en-US" sz="1300" u="none" cap="none" strike="noStrike">
                <a:solidFill>
                  <a:schemeClr val="lt1"/>
                </a:solidFill>
                <a:latin typeface="Century Gothic"/>
                <a:ea typeface="Century Gothic"/>
                <a:cs typeface="Century Gothic"/>
                <a:sym typeface="Century Gothic"/>
              </a:rPr>
              <a:t>    </a:t>
            </a:r>
            <a:r>
              <a:rPr b="0" i="0" lang="en-US" sz="1300" u="none" cap="none" strike="noStrike">
                <a:solidFill>
                  <a:srgbClr val="FF0000"/>
                </a:solidFill>
                <a:latin typeface="Century Gothic"/>
                <a:ea typeface="Century Gothic"/>
                <a:cs typeface="Century Gothic"/>
                <a:sym typeface="Century Gothic"/>
              </a:rPr>
              <a:t>student_help_desk = HelpDesk()</a:t>
            </a:r>
            <a:endParaRPr b="0" i="0" sz="1300" u="none" cap="none" strike="noStrike">
              <a:solidFill>
                <a:srgbClr val="FF0000"/>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275"/>
              <a:buFont typeface="Arial"/>
              <a:buNone/>
            </a:pPr>
            <a:r>
              <a:rPr b="0" i="0" lang="en-US" sz="1300" u="none" cap="none" strike="noStrike">
                <a:solidFill>
                  <a:srgbClr val="FF0000"/>
                </a:solidFill>
                <a:latin typeface="Century Gothic"/>
                <a:ea typeface="Century Gothic"/>
                <a:cs typeface="Century Gothic"/>
                <a:sym typeface="Century Gothic"/>
              </a:rPr>
              <a:t>    teacher_help_desk = HelpDesk()</a:t>
            </a:r>
            <a:endParaRPr b="0" i="0" sz="1300" u="none" cap="none" strike="noStrike">
              <a:solidFill>
                <a:srgbClr val="FF0000"/>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275"/>
              <a:buFont typeface="Arial"/>
              <a:buNone/>
            </a:pPr>
            <a:r>
              <a:t/>
            </a:r>
            <a:endParaRPr b="0" i="0" sz="1300" u="none" cap="none" strike="noStrike">
              <a:solidFill>
                <a:schemeClr val="lt1"/>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275"/>
              <a:buFont typeface="Arial"/>
              <a:buNone/>
            </a:pPr>
            <a:r>
              <a:t/>
            </a:r>
            <a:endParaRPr b="0" i="0" sz="1300" u="none" cap="none" strike="noStrike">
              <a:solidFill>
                <a:schemeClr val="lt1"/>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275"/>
              <a:buFont typeface="Arial"/>
              <a:buNone/>
            </a:pPr>
            <a:r>
              <a:rPr b="0" i="0" lang="en-US" sz="1300" u="none" cap="none" strike="noStrike">
                <a:solidFill>
                  <a:schemeClr val="lt1"/>
                </a:solidFill>
                <a:latin typeface="Century Gothic"/>
                <a:ea typeface="Century Gothic"/>
                <a:cs typeface="Century Gothic"/>
                <a:sym typeface="Century Gothic"/>
              </a:rPr>
              <a:t>    </a:t>
            </a:r>
            <a:r>
              <a:rPr b="0" i="0" lang="en-US" sz="1300" u="none" cap="none" strike="noStrike">
                <a:solidFill>
                  <a:srgbClr val="00FF00"/>
                </a:solidFill>
                <a:latin typeface="Century Gothic"/>
                <a:ea typeface="Century Gothic"/>
                <a:cs typeface="Century Gothic"/>
                <a:sym typeface="Century Gothic"/>
              </a:rPr>
              <a:t>student_help_desk.get_service()</a:t>
            </a:r>
            <a:endParaRPr b="0" i="0" sz="1300" u="none" cap="none" strike="noStrike">
              <a:solidFill>
                <a:srgbClr val="00FF00"/>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275"/>
              <a:buFont typeface="Arial"/>
              <a:buNone/>
            </a:pPr>
            <a:r>
              <a:rPr b="0" i="0" lang="en-US" sz="1300" u="none" cap="none" strike="noStrike">
                <a:solidFill>
                  <a:srgbClr val="00FF00"/>
                </a:solidFill>
                <a:latin typeface="Century Gothic"/>
                <a:ea typeface="Century Gothic"/>
                <a:cs typeface="Century Gothic"/>
                <a:sym typeface="Century Gothic"/>
              </a:rPr>
              <a:t>    teacher_help_desk.get_service()</a:t>
            </a:r>
            <a:endParaRPr b="0" i="0" sz="1300" u="none" cap="none" strike="noStrike">
              <a:solidFill>
                <a:srgbClr val="00FF00"/>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275"/>
              <a:buFont typeface="Arial"/>
              <a:buNone/>
            </a:pPr>
            <a:r>
              <a:t/>
            </a:r>
            <a:endParaRPr b="0" i="0" sz="1300" u="none" cap="none" strike="noStrike">
              <a:solidFill>
                <a:schemeClr val="lt1"/>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275"/>
              <a:buFont typeface="Arial"/>
              <a:buNone/>
            </a:pPr>
            <a:r>
              <a:rPr b="0" i="0" lang="en-US" sz="1300" u="none" cap="none" strike="noStrike">
                <a:solidFill>
                  <a:schemeClr val="lt1"/>
                </a:solidFill>
                <a:latin typeface="Century Gothic"/>
                <a:ea typeface="Century Gothic"/>
                <a:cs typeface="Century Gothic"/>
                <a:sym typeface="Century Gothic"/>
              </a:rPr>
              <a:t>    print(student_help_desk is teacher_help_desk)</a:t>
            </a:r>
            <a:endParaRPr b="0" i="0" sz="13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2c70d46b83b_0_21"/>
          <p:cNvSpPr txBox="1"/>
          <p:nvPr>
            <p:ph type="title"/>
          </p:nvPr>
        </p:nvSpPr>
        <p:spPr>
          <a:xfrm>
            <a:off x="179225" y="196550"/>
            <a:ext cx="7301400" cy="767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lang="en-US"/>
              <a:t>SingletonPattern(EX-2-cont)</a:t>
            </a:r>
            <a:endParaRPr/>
          </a:p>
          <a:p>
            <a:pPr indent="0" lvl="0" marL="0" rtl="0" algn="l">
              <a:lnSpc>
                <a:spcPct val="100000"/>
              </a:lnSpc>
              <a:spcBef>
                <a:spcPts val="0"/>
              </a:spcBef>
              <a:spcAft>
                <a:spcPts val="0"/>
              </a:spcAft>
              <a:buSzPts val="1800"/>
              <a:buNone/>
            </a:pPr>
            <a:r>
              <a:t/>
            </a:r>
            <a:endParaRPr/>
          </a:p>
        </p:txBody>
      </p:sp>
      <p:sp>
        <p:nvSpPr>
          <p:cNvPr id="208" name="Google Shape;208;g2c70d46b83b_0_21"/>
          <p:cNvSpPr txBox="1"/>
          <p:nvPr>
            <p:ph idx="12" type="sldNum"/>
          </p:nvPr>
        </p:nvSpPr>
        <p:spPr>
          <a:xfrm>
            <a:off x="7766431" y="295736"/>
            <a:ext cx="628800" cy="7677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1"/>
              <a:buNone/>
            </a:pPr>
            <a:fld id="{00000000-1234-1234-1234-123412341234}" type="slidenum">
              <a:rPr lang="en-US"/>
              <a:t>‹#›</a:t>
            </a:fld>
            <a:endParaRPr/>
          </a:p>
        </p:txBody>
      </p:sp>
      <p:sp>
        <p:nvSpPr>
          <p:cNvPr id="209" name="Google Shape;209;g2c70d46b83b_0_21"/>
          <p:cNvSpPr txBox="1"/>
          <p:nvPr/>
        </p:nvSpPr>
        <p:spPr>
          <a:xfrm>
            <a:off x="1911575" y="1763775"/>
            <a:ext cx="4217400" cy="4503000"/>
          </a:xfrm>
          <a:prstGeom prst="rect">
            <a:avLst/>
          </a:prstGeom>
          <a:noFill/>
          <a:ln>
            <a:noFill/>
          </a:ln>
        </p:spPr>
        <p:txBody>
          <a:bodyPr anchorCtr="0" anchor="t" bIns="91425" lIns="91425" spcFirstLastPara="1" rIns="91425" wrap="square" tIns="91425">
            <a:noAutofit/>
          </a:bodyPr>
          <a:lstStyle/>
          <a:p>
            <a:pPr indent="0" lvl="0" marL="0" marR="0" rtl="0" algn="l">
              <a:lnSpc>
                <a:spcPct val="80000"/>
              </a:lnSpc>
              <a:spcBef>
                <a:spcPts val="1000"/>
              </a:spcBef>
              <a:spcAft>
                <a:spcPts val="0"/>
              </a:spcAft>
              <a:buClr>
                <a:srgbClr val="000000"/>
              </a:buClr>
              <a:buSzPts val="1300"/>
              <a:buFont typeface="Arial"/>
              <a:buNone/>
            </a:pPr>
            <a:r>
              <a:rPr b="0" i="0" lang="en-US" sz="1300" u="none" cap="none" strike="noStrike">
                <a:solidFill>
                  <a:schemeClr val="lt1"/>
                </a:solidFill>
                <a:latin typeface="Century Gothic"/>
                <a:ea typeface="Century Gothic"/>
                <a:cs typeface="Century Gothic"/>
                <a:sym typeface="Century Gothic"/>
              </a:rPr>
              <a:t># OUTPUT=&gt;</a:t>
            </a:r>
            <a:endParaRPr b="0" i="0" sz="1300" u="none" cap="none" strike="noStrike">
              <a:solidFill>
                <a:schemeClr val="lt1"/>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1100"/>
              <a:buFont typeface="Arial"/>
              <a:buNone/>
            </a:pPr>
            <a:r>
              <a:rPr b="0" i="0" lang="en-US" sz="1300" u="none" cap="none" strike="noStrike">
                <a:solidFill>
                  <a:schemeClr val="lt1"/>
                </a:solidFill>
                <a:latin typeface="Century Gothic"/>
                <a:ea typeface="Century Gothic"/>
                <a:cs typeface="Century Gothic"/>
                <a:sym typeface="Century Gothic"/>
              </a:rPr>
              <a:t>Creating the HelpDesk instance</a:t>
            </a:r>
            <a:endParaRPr b="0" i="0" sz="1300" u="none" cap="none" strike="noStrike">
              <a:solidFill>
                <a:schemeClr val="lt1"/>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1100"/>
              <a:buFont typeface="Arial"/>
              <a:buNone/>
            </a:pPr>
            <a:r>
              <a:rPr b="0" i="0" lang="en-US" sz="1300" u="none" cap="none" strike="noStrike">
                <a:solidFill>
                  <a:schemeClr val="lt1"/>
                </a:solidFill>
                <a:latin typeface="Century Gothic"/>
                <a:ea typeface="Century Gothic"/>
                <a:cs typeface="Century Gothic"/>
                <a:sym typeface="Century Gothic"/>
              </a:rPr>
              <a:t>Service provided by the HelpDesk.</a:t>
            </a:r>
            <a:endParaRPr b="0" i="0" sz="1300" u="none" cap="none" strike="noStrike">
              <a:solidFill>
                <a:schemeClr val="lt1"/>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1100"/>
              <a:buFont typeface="Arial"/>
              <a:buNone/>
            </a:pPr>
            <a:r>
              <a:rPr b="0" i="0" lang="en-US" sz="1300" u="none" cap="none" strike="noStrike">
                <a:solidFill>
                  <a:schemeClr val="lt1"/>
                </a:solidFill>
                <a:latin typeface="Century Gothic"/>
                <a:ea typeface="Century Gothic"/>
                <a:cs typeface="Century Gothic"/>
                <a:sym typeface="Century Gothic"/>
              </a:rPr>
              <a:t>Service provided by the HelpDesk.</a:t>
            </a:r>
            <a:endParaRPr b="0" i="0" sz="1300" u="none" cap="none" strike="noStrike">
              <a:solidFill>
                <a:schemeClr val="lt1"/>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1100"/>
              <a:buFont typeface="Arial"/>
              <a:buNone/>
            </a:pPr>
            <a:r>
              <a:rPr b="0" i="0" lang="en-US" sz="1300" u="none" cap="none" strike="noStrike">
                <a:solidFill>
                  <a:schemeClr val="lt1"/>
                </a:solidFill>
                <a:latin typeface="Century Gothic"/>
                <a:ea typeface="Century Gothic"/>
                <a:cs typeface="Century Gothic"/>
                <a:sym typeface="Century Gothic"/>
              </a:rPr>
              <a:t>True</a:t>
            </a:r>
            <a:endParaRPr b="0" i="0" sz="1300" u="none" cap="none" strike="noStrike">
              <a:solidFill>
                <a:schemeClr val="lt1"/>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rgbClr val="000000"/>
              </a:buClr>
              <a:buSzPts val="1300"/>
              <a:buFont typeface="Arial"/>
              <a:buNone/>
            </a:pPr>
            <a:r>
              <a:t/>
            </a:r>
            <a:endParaRPr b="0" i="0" sz="13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sp>
        <p:nvSpPr>
          <p:cNvPr id="215" name="Google Shape;215;p3"/>
          <p:cNvSpPr txBox="1"/>
          <p:nvPr/>
        </p:nvSpPr>
        <p:spPr>
          <a:xfrm>
            <a:off x="251520" y="188640"/>
            <a:ext cx="4968600" cy="4525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entury Gothic"/>
                <a:ea typeface="Century Gothic"/>
                <a:cs typeface="Century Gothic"/>
                <a:sym typeface="Century Gothic"/>
              </a:rPr>
              <a:t>public class HelpDesk{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entury Gothic"/>
                <a:ea typeface="Century Gothic"/>
                <a:cs typeface="Century Gothic"/>
                <a:sym typeface="Century Gothic"/>
              </a:rPr>
              <a:t>      public void getService(){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entury Gothic"/>
                <a:ea typeface="Century Gothic"/>
                <a:cs typeface="Century Gothic"/>
                <a:sym typeface="Century Gothic"/>
              </a:rPr>
              <a:t>       // Implement the service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entury Gothic"/>
                <a:ea typeface="Century Gothic"/>
                <a:cs typeface="Century Gothic"/>
                <a:sym typeface="Century Gothic"/>
              </a:rPr>
              <a:t>      private static HelpDesk helpDesk = Null;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entury Gothic"/>
                <a:ea typeface="Century Gothic"/>
                <a:cs typeface="Century Gothic"/>
                <a:sym typeface="Century Gothic"/>
              </a:rPr>
              <a:t>      private HelpDesk(){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92D050"/>
                </a:solidFill>
                <a:latin typeface="Century Gothic"/>
                <a:ea typeface="Century Gothic"/>
                <a:cs typeface="Century Gothic"/>
                <a:sym typeface="Century Gothic"/>
              </a:rPr>
              <a:t>          // No other class will be able to create instance</a:t>
            </a:r>
            <a:endParaRPr b="0" i="0" sz="1600" u="none" cap="none" strike="noStrike">
              <a:solidFill>
                <a:srgbClr val="92D05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entury Gothic"/>
                <a:ea typeface="Century Gothic"/>
                <a:cs typeface="Century Gothic"/>
                <a:sym typeface="Century Gothic"/>
              </a:rPr>
              <a:t>      public static HelpDesk getInstance(){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entury Gothic"/>
                <a:ea typeface="Century Gothic"/>
                <a:cs typeface="Century Gothic"/>
                <a:sym typeface="Century Gothic"/>
              </a:rPr>
              <a:t>           if(helpDesk == null){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entury Gothic"/>
                <a:ea typeface="Century Gothic"/>
                <a:cs typeface="Century Gothic"/>
                <a:sym typeface="Century Gothic"/>
              </a:rPr>
              <a:t>                   helpDesk = new HelpDesk(); </a:t>
            </a:r>
            <a:r>
              <a:rPr b="0" i="0" lang="en-US" sz="1600" u="none" cap="none" strike="noStrike">
                <a:solidFill>
                  <a:srgbClr val="92D050"/>
                </a:solidFill>
                <a:latin typeface="Century Gothic"/>
                <a:ea typeface="Century Gothic"/>
                <a:cs typeface="Century Gothic"/>
                <a:sym typeface="Century Gothic"/>
              </a:rPr>
              <a:t>// Lazy instance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entury Gothic"/>
                <a:ea typeface="Century Gothic"/>
                <a:cs typeface="Century Gothic"/>
                <a:sym typeface="Century Gothic"/>
              </a:rPr>
              <a:t>           return helpDesk;</a:t>
            </a:r>
            <a:endParaRPr b="0" i="0" sz="16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216" name="Google Shape;216;p3"/>
          <p:cNvSpPr txBox="1"/>
          <p:nvPr/>
        </p:nvSpPr>
        <p:spPr>
          <a:xfrm>
            <a:off x="1259632" y="4552678"/>
            <a:ext cx="4824536" cy="14773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public class Student{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t>
            </a:r>
            <a:r>
              <a:rPr b="0" i="0" lang="en-US" sz="1800" u="none" cap="none" strike="noStrike">
                <a:solidFill>
                  <a:srgbClr val="FF0000"/>
                </a:solidFill>
                <a:latin typeface="Century Gothic"/>
                <a:ea typeface="Century Gothic"/>
                <a:cs typeface="Century Gothic"/>
                <a:sym typeface="Century Gothic"/>
              </a:rPr>
              <a:t>//HelpDesk hd = new HelpDesk();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HelpDesk hd = HelpDesk.getInstance();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hd.getService();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217" name="Google Shape;217;p3"/>
          <p:cNvSpPr txBox="1"/>
          <p:nvPr/>
        </p:nvSpPr>
        <p:spPr>
          <a:xfrm>
            <a:off x="5436096" y="2924944"/>
            <a:ext cx="3528392" cy="2031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public class Teacher{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t>
            </a:r>
            <a:r>
              <a:rPr b="0" i="0" lang="en-US" sz="1800" u="none" cap="none" strike="noStrike">
                <a:solidFill>
                  <a:srgbClr val="FF0000"/>
                </a:solidFill>
                <a:latin typeface="Century Gothic"/>
                <a:ea typeface="Century Gothic"/>
                <a:cs typeface="Century Gothic"/>
                <a:sym typeface="Century Gothic"/>
              </a:rPr>
              <a:t>//HelpDesk hd = new HelpDesk();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HelpDesk hd = HelDesk.getInstance();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hd.getService();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pic>
        <p:nvPicPr>
          <p:cNvPr descr="brac.png" id="218" name="Google Shape;218;p3"/>
          <p:cNvPicPr preferRelativeResize="0"/>
          <p:nvPr/>
        </p:nvPicPr>
        <p:blipFill rotWithShape="1">
          <a:blip r:embed="rId3">
            <a:alphaModFix/>
          </a:blip>
          <a:srcRect b="0" l="0" r="0" t="0"/>
          <a:stretch/>
        </p:blipFill>
        <p:spPr>
          <a:xfrm>
            <a:off x="7772400" y="5829300"/>
            <a:ext cx="1371600" cy="1066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xEl>
                                              <p:pRg end="0" st="0"/>
                                            </p:txEl>
                                          </p:spTgt>
                                        </p:tgtEl>
                                        <p:attrNameLst>
                                          <p:attrName>style.visibility</p:attrName>
                                        </p:attrNameLst>
                                      </p:cBhvr>
                                      <p:to>
                                        <p:strVal val="visible"/>
                                      </p:to>
                                    </p:set>
                                    <p:animEffect filter="fade" transition="in">
                                      <p:cBhvr>
                                        <p:cTn dur="1000"/>
                                        <p:tgtEl>
                                          <p:spTgt spid="21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xEl>
                                              <p:pRg end="1" st="1"/>
                                            </p:txEl>
                                          </p:spTgt>
                                        </p:tgtEl>
                                        <p:attrNameLst>
                                          <p:attrName>style.visibility</p:attrName>
                                        </p:attrNameLst>
                                      </p:cBhvr>
                                      <p:to>
                                        <p:strVal val="visible"/>
                                      </p:to>
                                    </p:set>
                                    <p:animEffect filter="fade" transition="in">
                                      <p:cBhvr>
                                        <p:cTn dur="1000"/>
                                        <p:tgtEl>
                                          <p:spTgt spid="21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xEl>
                                              <p:pRg end="2" st="2"/>
                                            </p:txEl>
                                          </p:spTgt>
                                        </p:tgtEl>
                                        <p:attrNameLst>
                                          <p:attrName>style.visibility</p:attrName>
                                        </p:attrNameLst>
                                      </p:cBhvr>
                                      <p:to>
                                        <p:strVal val="visible"/>
                                      </p:to>
                                    </p:set>
                                    <p:animEffect filter="fade" transition="in">
                                      <p:cBhvr>
                                        <p:cTn dur="1000"/>
                                        <p:tgtEl>
                                          <p:spTgt spid="21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xEl>
                                              <p:pRg end="3" st="3"/>
                                            </p:txEl>
                                          </p:spTgt>
                                        </p:tgtEl>
                                        <p:attrNameLst>
                                          <p:attrName>style.visibility</p:attrName>
                                        </p:attrNameLst>
                                      </p:cBhvr>
                                      <p:to>
                                        <p:strVal val="visible"/>
                                      </p:to>
                                    </p:set>
                                    <p:animEffect filter="fade" transition="in">
                                      <p:cBhvr>
                                        <p:cTn dur="1000"/>
                                        <p:tgtEl>
                                          <p:spTgt spid="21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xEl>
                                              <p:pRg end="4" st="4"/>
                                            </p:txEl>
                                          </p:spTgt>
                                        </p:tgtEl>
                                        <p:attrNameLst>
                                          <p:attrName>style.visibility</p:attrName>
                                        </p:attrNameLst>
                                      </p:cBhvr>
                                      <p:to>
                                        <p:strVal val="visible"/>
                                      </p:to>
                                    </p:set>
                                    <p:animEffect filter="fade" transition="in">
                                      <p:cBhvr>
                                        <p:cTn dur="1000"/>
                                        <p:tgtEl>
                                          <p:spTgt spid="21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xEl>
                                              <p:pRg end="5" st="5"/>
                                            </p:txEl>
                                          </p:spTgt>
                                        </p:tgtEl>
                                        <p:attrNameLst>
                                          <p:attrName>style.visibility</p:attrName>
                                        </p:attrNameLst>
                                      </p:cBhvr>
                                      <p:to>
                                        <p:strVal val="visible"/>
                                      </p:to>
                                    </p:set>
                                    <p:animEffect filter="fade" transition="in">
                                      <p:cBhvr>
                                        <p:cTn dur="1000"/>
                                        <p:tgtEl>
                                          <p:spTgt spid="21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xEl>
                                              <p:pRg end="6" st="6"/>
                                            </p:txEl>
                                          </p:spTgt>
                                        </p:tgtEl>
                                        <p:attrNameLst>
                                          <p:attrName>style.visibility</p:attrName>
                                        </p:attrNameLst>
                                      </p:cBhvr>
                                      <p:to>
                                        <p:strVal val="visible"/>
                                      </p:to>
                                    </p:set>
                                    <p:animEffect filter="fade" transition="in">
                                      <p:cBhvr>
                                        <p:cTn dur="1000"/>
                                        <p:tgtEl>
                                          <p:spTgt spid="21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xEl>
                                              <p:pRg end="7" st="7"/>
                                            </p:txEl>
                                          </p:spTgt>
                                        </p:tgtEl>
                                        <p:attrNameLst>
                                          <p:attrName>style.visibility</p:attrName>
                                        </p:attrNameLst>
                                      </p:cBhvr>
                                      <p:to>
                                        <p:strVal val="visible"/>
                                      </p:to>
                                    </p:set>
                                    <p:animEffect filter="fade" transition="in">
                                      <p:cBhvr>
                                        <p:cTn dur="1000"/>
                                        <p:tgtEl>
                                          <p:spTgt spid="21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xEl>
                                              <p:pRg end="8" st="8"/>
                                            </p:txEl>
                                          </p:spTgt>
                                        </p:tgtEl>
                                        <p:attrNameLst>
                                          <p:attrName>style.visibility</p:attrName>
                                        </p:attrNameLst>
                                      </p:cBhvr>
                                      <p:to>
                                        <p:strVal val="visible"/>
                                      </p:to>
                                    </p:set>
                                    <p:animEffect filter="fade" transition="in">
                                      <p:cBhvr>
                                        <p:cTn dur="1000"/>
                                        <p:tgtEl>
                                          <p:spTgt spid="21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xEl>
                                              <p:pRg end="9" st="9"/>
                                            </p:txEl>
                                          </p:spTgt>
                                        </p:tgtEl>
                                        <p:attrNameLst>
                                          <p:attrName>style.visibility</p:attrName>
                                        </p:attrNameLst>
                                      </p:cBhvr>
                                      <p:to>
                                        <p:strVal val="visible"/>
                                      </p:to>
                                    </p:set>
                                    <p:animEffect filter="fade" transition="in">
                                      <p:cBhvr>
                                        <p:cTn dur="1000"/>
                                        <p:tgtEl>
                                          <p:spTgt spid="21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xEl>
                                              <p:pRg end="10" st="10"/>
                                            </p:txEl>
                                          </p:spTgt>
                                        </p:tgtEl>
                                        <p:attrNameLst>
                                          <p:attrName>style.visibility</p:attrName>
                                        </p:attrNameLst>
                                      </p:cBhvr>
                                      <p:to>
                                        <p:strVal val="visible"/>
                                      </p:to>
                                    </p:set>
                                    <p:animEffect filter="fade" transition="in">
                                      <p:cBhvr>
                                        <p:cTn dur="1000"/>
                                        <p:tgtEl>
                                          <p:spTgt spid="215">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xEl>
                                              <p:pRg end="11" st="11"/>
                                            </p:txEl>
                                          </p:spTgt>
                                        </p:tgtEl>
                                        <p:attrNameLst>
                                          <p:attrName>style.visibility</p:attrName>
                                        </p:attrNameLst>
                                      </p:cBhvr>
                                      <p:to>
                                        <p:strVal val="visible"/>
                                      </p:to>
                                    </p:set>
                                    <p:animEffect filter="fade" transition="in">
                                      <p:cBhvr>
                                        <p:cTn dur="1000"/>
                                        <p:tgtEl>
                                          <p:spTgt spid="215">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xEl>
                                              <p:pRg end="12" st="12"/>
                                            </p:txEl>
                                          </p:spTgt>
                                        </p:tgtEl>
                                        <p:attrNameLst>
                                          <p:attrName>style.visibility</p:attrName>
                                        </p:attrNameLst>
                                      </p:cBhvr>
                                      <p:to>
                                        <p:strVal val="visible"/>
                                      </p:to>
                                    </p:set>
                                    <p:animEffect filter="fade" transition="in">
                                      <p:cBhvr>
                                        <p:cTn dur="1000"/>
                                        <p:tgtEl>
                                          <p:spTgt spid="215">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xEl>
                                              <p:pRg end="13" st="13"/>
                                            </p:txEl>
                                          </p:spTgt>
                                        </p:tgtEl>
                                        <p:attrNameLst>
                                          <p:attrName>style.visibility</p:attrName>
                                        </p:attrNameLst>
                                      </p:cBhvr>
                                      <p:to>
                                        <p:strVal val="visible"/>
                                      </p:to>
                                    </p:set>
                                    <p:animEffect filter="fade" transition="in">
                                      <p:cBhvr>
                                        <p:cTn dur="1000"/>
                                        <p:tgtEl>
                                          <p:spTgt spid="215">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xEl>
                                              <p:pRg end="14" st="14"/>
                                            </p:txEl>
                                          </p:spTgt>
                                        </p:tgtEl>
                                        <p:attrNameLst>
                                          <p:attrName>style.visibility</p:attrName>
                                        </p:attrNameLst>
                                      </p:cBhvr>
                                      <p:to>
                                        <p:strVal val="visible"/>
                                      </p:to>
                                    </p:set>
                                    <p:animEffect filter="fade" transition="in">
                                      <p:cBhvr>
                                        <p:cTn dur="1000"/>
                                        <p:tgtEl>
                                          <p:spTgt spid="215">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xEl>
                                              <p:pRg end="15" st="15"/>
                                            </p:txEl>
                                          </p:spTgt>
                                        </p:tgtEl>
                                        <p:attrNameLst>
                                          <p:attrName>style.visibility</p:attrName>
                                        </p:attrNameLst>
                                      </p:cBhvr>
                                      <p:to>
                                        <p:strVal val="visible"/>
                                      </p:to>
                                    </p:set>
                                    <p:animEffect filter="fade" transition="in">
                                      <p:cBhvr>
                                        <p:cTn dur="1000"/>
                                        <p:tgtEl>
                                          <p:spTgt spid="215">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gtEl>
                                        <p:attrNameLst>
                                          <p:attrName>style.visibility</p:attrName>
                                        </p:attrNameLst>
                                      </p:cBhvr>
                                      <p:to>
                                        <p:strVal val="visible"/>
                                      </p:to>
                                    </p:set>
                                    <p:animEffect filter="fade" transition="in">
                                      <p:cBhvr>
                                        <p:cTn dur="1000"/>
                                        <p:tgtEl>
                                          <p:spTgt spid="2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gtEl>
                                        <p:attrNameLst>
                                          <p:attrName>style.visibility</p:attrName>
                                        </p:attrNameLst>
                                      </p:cBhvr>
                                      <p:to>
                                        <p:strVal val="visible"/>
                                      </p:to>
                                    </p:set>
                                    <p:animEffect filter="fade" transition="in">
                                      <p:cBhvr>
                                        <p:cTn dur="1000"/>
                                        <p:tgtEl>
                                          <p:spTgt spid="2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4"/>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Singleton Pattern</a:t>
            </a:r>
            <a:endParaRPr/>
          </a:p>
        </p:txBody>
      </p:sp>
      <p:sp>
        <p:nvSpPr>
          <p:cNvPr id="224" name="Google Shape;224;p4"/>
          <p:cNvSpPr txBox="1"/>
          <p:nvPr>
            <p:ph idx="1" type="body"/>
          </p:nvPr>
        </p:nvSpPr>
        <p:spPr>
          <a:xfrm>
            <a:off x="457200" y="1628800"/>
            <a:ext cx="8229600" cy="4497363"/>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600"/>
              <a:buNone/>
            </a:pPr>
            <a:r>
              <a:rPr b="1" lang="en-US">
                <a:solidFill>
                  <a:srgbClr val="EFD37E"/>
                </a:solidFill>
              </a:rPr>
              <a:t>Intent</a:t>
            </a:r>
            <a:r>
              <a:rPr b="1" lang="en-US"/>
              <a:t>: </a:t>
            </a:r>
            <a:r>
              <a:rPr lang="en-US"/>
              <a:t>Ensure a class only has one instance, and provide a global point of access to it.</a:t>
            </a:r>
            <a:endParaRPr/>
          </a:p>
          <a:p>
            <a:pPr indent="0" lvl="0" marL="0" rtl="0" algn="l">
              <a:lnSpc>
                <a:spcPct val="100000"/>
              </a:lnSpc>
              <a:spcBef>
                <a:spcPts val="1000"/>
              </a:spcBef>
              <a:spcAft>
                <a:spcPts val="0"/>
              </a:spcAft>
              <a:buSzPts val="1600"/>
              <a:buNone/>
            </a:pPr>
            <a:r>
              <a:rPr b="1" lang="en-US">
                <a:solidFill>
                  <a:srgbClr val="EFD37E"/>
                </a:solidFill>
              </a:rPr>
              <a:t>Motivation</a:t>
            </a:r>
            <a:r>
              <a:rPr b="1" lang="en-US"/>
              <a:t>:</a:t>
            </a:r>
            <a:r>
              <a:rPr lang="en-US"/>
              <a:t> The reason behind is</a:t>
            </a:r>
            <a:endParaRPr/>
          </a:p>
          <a:p>
            <a:pPr indent="-342906" lvl="0" marL="342906" rtl="0" algn="l">
              <a:lnSpc>
                <a:spcPct val="100000"/>
              </a:lnSpc>
              <a:spcBef>
                <a:spcPts val="1000"/>
              </a:spcBef>
              <a:spcAft>
                <a:spcPts val="0"/>
              </a:spcAft>
              <a:buSzPts val="1600"/>
              <a:buChar char="►"/>
            </a:pPr>
            <a:r>
              <a:rPr lang="en-US"/>
              <a:t>More than one instance will result in incorrect program behaviour. (thread specific)</a:t>
            </a:r>
            <a:endParaRPr/>
          </a:p>
          <a:p>
            <a:pPr indent="-342906" lvl="0" marL="342906" rtl="0" algn="l">
              <a:lnSpc>
                <a:spcPct val="100000"/>
              </a:lnSpc>
              <a:spcBef>
                <a:spcPts val="1000"/>
              </a:spcBef>
              <a:spcAft>
                <a:spcPts val="0"/>
              </a:spcAft>
              <a:buSzPts val="1600"/>
              <a:buChar char="►"/>
            </a:pPr>
            <a:r>
              <a:rPr lang="en-US"/>
              <a:t>More than one instance will result the overuse of resources. (ex: database connection string)</a:t>
            </a:r>
            <a:endParaRPr/>
          </a:p>
          <a:p>
            <a:pPr indent="-342906" lvl="0" marL="342906" rtl="0" algn="l">
              <a:lnSpc>
                <a:spcPct val="100000"/>
              </a:lnSpc>
              <a:spcBef>
                <a:spcPts val="1000"/>
              </a:spcBef>
              <a:spcAft>
                <a:spcPts val="0"/>
              </a:spcAft>
              <a:buSzPts val="1600"/>
              <a:buChar char="►"/>
            </a:pPr>
            <a:r>
              <a:rPr lang="en-US"/>
              <a:t>Some classes should have only one instance throughout the system for (ex: printer spooler windows 11)</a:t>
            </a:r>
            <a:endParaRPr/>
          </a:p>
          <a:p>
            <a:pPr indent="0" lvl="0" marL="0" rtl="0" algn="l">
              <a:lnSpc>
                <a:spcPct val="100000"/>
              </a:lnSpc>
              <a:spcBef>
                <a:spcPts val="1000"/>
              </a:spcBef>
              <a:spcAft>
                <a:spcPts val="0"/>
              </a:spcAft>
              <a:buSzPts val="1600"/>
              <a:buNone/>
            </a:pPr>
            <a:r>
              <a:rPr b="1" lang="en-US">
                <a:solidFill>
                  <a:srgbClr val="EFD37E"/>
                </a:solidFill>
              </a:rPr>
              <a:t>Classification</a:t>
            </a:r>
            <a:r>
              <a:rPr b="1" lang="en-US"/>
              <a:t>: </a:t>
            </a:r>
            <a:r>
              <a:rPr lang="en-US"/>
              <a:t>Classified as one of the most known Creational Pattern</a:t>
            </a:r>
            <a:endParaRPr/>
          </a:p>
        </p:txBody>
      </p:sp>
      <p:sp>
        <p:nvSpPr>
          <p:cNvPr id="225" name="Google Shape;225;p4"/>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226" name="Google Shape;226;p4"/>
          <p:cNvPicPr preferRelativeResize="0"/>
          <p:nvPr/>
        </p:nvPicPr>
        <p:blipFill rotWithShape="1">
          <a:blip r:embed="rId3">
            <a:alphaModFix/>
          </a:blip>
          <a:srcRect b="0" l="0" r="0" t="0"/>
          <a:stretch/>
        </p:blipFill>
        <p:spPr>
          <a:xfrm>
            <a:off x="7772400" y="5829300"/>
            <a:ext cx="1371600" cy="1066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0" st="0"/>
                                            </p:txEl>
                                          </p:spTgt>
                                        </p:tgtEl>
                                        <p:attrNameLst>
                                          <p:attrName>style.visibility</p:attrName>
                                        </p:attrNameLst>
                                      </p:cBhvr>
                                      <p:to>
                                        <p:strVal val="visible"/>
                                      </p:to>
                                    </p:set>
                                    <p:animEffect filter="fade" transition="in">
                                      <p:cBhvr>
                                        <p:cTn dur="1000"/>
                                        <p:tgtEl>
                                          <p:spTgt spid="22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1" st="1"/>
                                            </p:txEl>
                                          </p:spTgt>
                                        </p:tgtEl>
                                        <p:attrNameLst>
                                          <p:attrName>style.visibility</p:attrName>
                                        </p:attrNameLst>
                                      </p:cBhvr>
                                      <p:to>
                                        <p:strVal val="visible"/>
                                      </p:to>
                                    </p:set>
                                    <p:animEffect filter="fade" transition="in">
                                      <p:cBhvr>
                                        <p:cTn dur="1000"/>
                                        <p:tgtEl>
                                          <p:spTgt spid="22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2" st="2"/>
                                            </p:txEl>
                                          </p:spTgt>
                                        </p:tgtEl>
                                        <p:attrNameLst>
                                          <p:attrName>style.visibility</p:attrName>
                                        </p:attrNameLst>
                                      </p:cBhvr>
                                      <p:to>
                                        <p:strVal val="visible"/>
                                      </p:to>
                                    </p:set>
                                    <p:animEffect filter="fade" transition="in">
                                      <p:cBhvr>
                                        <p:cTn dur="1000"/>
                                        <p:tgtEl>
                                          <p:spTgt spid="22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3" st="3"/>
                                            </p:txEl>
                                          </p:spTgt>
                                        </p:tgtEl>
                                        <p:attrNameLst>
                                          <p:attrName>style.visibility</p:attrName>
                                        </p:attrNameLst>
                                      </p:cBhvr>
                                      <p:to>
                                        <p:strVal val="visible"/>
                                      </p:to>
                                    </p:set>
                                    <p:animEffect filter="fade" transition="in">
                                      <p:cBhvr>
                                        <p:cTn dur="1000"/>
                                        <p:tgtEl>
                                          <p:spTgt spid="22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4" st="4"/>
                                            </p:txEl>
                                          </p:spTgt>
                                        </p:tgtEl>
                                        <p:attrNameLst>
                                          <p:attrName>style.visibility</p:attrName>
                                        </p:attrNameLst>
                                      </p:cBhvr>
                                      <p:to>
                                        <p:strVal val="visible"/>
                                      </p:to>
                                    </p:set>
                                    <p:animEffect filter="fade" transition="in">
                                      <p:cBhvr>
                                        <p:cTn dur="1000"/>
                                        <p:tgtEl>
                                          <p:spTgt spid="22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5" st="5"/>
                                            </p:txEl>
                                          </p:spTgt>
                                        </p:tgtEl>
                                        <p:attrNameLst>
                                          <p:attrName>style.visibility</p:attrName>
                                        </p:attrNameLst>
                                      </p:cBhvr>
                                      <p:to>
                                        <p:strVal val="visible"/>
                                      </p:to>
                                    </p:set>
                                    <p:animEffect filter="fade" transition="in">
                                      <p:cBhvr>
                                        <p:cTn dur="1000"/>
                                        <p:tgtEl>
                                          <p:spTgt spid="224">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5"/>
          <p:cNvSpPr txBox="1"/>
          <p:nvPr>
            <p:ph type="title"/>
          </p:nvPr>
        </p:nvSpPr>
        <p:spPr>
          <a:xfrm>
            <a:off x="457200" y="274638"/>
            <a:ext cx="8229600" cy="457199"/>
          </a:xfrm>
          <a:prstGeom prst="rect">
            <a:avLst/>
          </a:prstGeom>
          <a:noFill/>
          <a:ln>
            <a:noFill/>
          </a:ln>
        </p:spPr>
        <p:txBody>
          <a:bodyPr anchorCtr="0" anchor="t" bIns="45700" lIns="91425" spcFirstLastPara="1" rIns="91425" wrap="square" tIns="45700">
            <a:normAutofit fontScale="90000"/>
          </a:bodyPr>
          <a:lstStyle/>
          <a:p>
            <a:pPr indent="0" lvl="0" marL="0" rtl="0" algn="l">
              <a:lnSpc>
                <a:spcPct val="100000"/>
              </a:lnSpc>
              <a:spcBef>
                <a:spcPts val="0"/>
              </a:spcBef>
              <a:spcAft>
                <a:spcPts val="0"/>
              </a:spcAft>
              <a:buClr>
                <a:schemeClr val="lt2"/>
              </a:buClr>
              <a:buSzPct val="100000"/>
              <a:buFont typeface="Century Gothic"/>
              <a:buNone/>
            </a:pPr>
            <a:r>
              <a:rPr lang="en-US"/>
              <a:t>Singleton Pattern Structure</a:t>
            </a:r>
            <a:endParaRPr/>
          </a:p>
        </p:txBody>
      </p:sp>
      <p:sp>
        <p:nvSpPr>
          <p:cNvPr id="232" name="Google Shape;232;p5"/>
          <p:cNvSpPr txBox="1"/>
          <p:nvPr/>
        </p:nvSpPr>
        <p:spPr>
          <a:xfrm>
            <a:off x="251520" y="1124744"/>
            <a:ext cx="6408712" cy="369331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public class Singleton{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private static Singleton singleInstance;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private Singleton(){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t>
            </a:r>
            <a:r>
              <a:rPr b="0" i="0" lang="en-US" sz="1800" u="none" cap="none" strike="noStrike">
                <a:solidFill>
                  <a:srgbClr val="92D050"/>
                </a:solidFill>
                <a:latin typeface="Century Gothic"/>
                <a:ea typeface="Century Gothic"/>
                <a:cs typeface="Century Gothic"/>
                <a:sym typeface="Century Gothic"/>
              </a:rPr>
              <a:t>//nothing to do as object initiation will be done once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public static Singleton getInstance(){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if(singleInstance == null){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singleInstance = new Singletong(); </a:t>
            </a:r>
            <a:r>
              <a:rPr b="0" i="0" lang="en-US" sz="1800" u="none" cap="none" strike="noStrike">
                <a:solidFill>
                  <a:srgbClr val="92D050"/>
                </a:solidFill>
                <a:latin typeface="Century Gothic"/>
                <a:ea typeface="Century Gothic"/>
                <a:cs typeface="Century Gothic"/>
                <a:sym typeface="Century Gothic"/>
              </a:rPr>
              <a:t>// Lazy instance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return singleInstance;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233" name="Google Shape;233;p5"/>
          <p:cNvSpPr txBox="1"/>
          <p:nvPr/>
        </p:nvSpPr>
        <p:spPr>
          <a:xfrm>
            <a:off x="2627784" y="5210970"/>
            <a:ext cx="5184576"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EFD37E"/>
                </a:solidFill>
                <a:latin typeface="Century Gothic"/>
                <a:ea typeface="Century Gothic"/>
                <a:cs typeface="Century Gothic"/>
                <a:sym typeface="Century Gothic"/>
              </a:rPr>
              <a:t>From main method call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Singleton instance = Singleton.getInstance();</a:t>
            </a:r>
            <a:endParaRPr b="0" i="0" sz="1800" u="none" cap="none" strike="noStrike">
              <a:solidFill>
                <a:schemeClr val="lt1"/>
              </a:solidFill>
              <a:latin typeface="Century Gothic"/>
              <a:ea typeface="Century Gothic"/>
              <a:cs typeface="Century Gothic"/>
              <a:sym typeface="Century Gothic"/>
            </a:endParaRPr>
          </a:p>
        </p:txBody>
      </p:sp>
      <p:sp>
        <p:nvSpPr>
          <p:cNvPr id="234" name="Google Shape;234;p5"/>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235" name="Google Shape;235;p5"/>
          <p:cNvPicPr preferRelativeResize="0"/>
          <p:nvPr/>
        </p:nvPicPr>
        <p:blipFill rotWithShape="1">
          <a:blip r:embed="rId3">
            <a:alphaModFix/>
          </a:blip>
          <a:srcRect b="0" l="0" r="0" t="0"/>
          <a:stretch/>
        </p:blipFill>
        <p:spPr>
          <a:xfrm>
            <a:off x="7772400" y="5829300"/>
            <a:ext cx="1371600" cy="1066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gtEl>
                                        <p:attrNameLst>
                                          <p:attrName>style.visibility</p:attrName>
                                        </p:attrNameLst>
                                      </p:cBhvr>
                                      <p:to>
                                        <p:strVal val="visible"/>
                                      </p:to>
                                    </p:set>
                                    <p:animEffect filter="fade" transition="in">
                                      <p:cBhvr>
                                        <p:cTn dur="1000"/>
                                        <p:tgtEl>
                                          <p:spTgt spid="2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1000"/>
                                        <p:tgtEl>
                                          <p:spTgt spid="2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6"/>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Singleton</a:t>
            </a:r>
            <a:endParaRPr/>
          </a:p>
        </p:txBody>
      </p:sp>
      <p:sp>
        <p:nvSpPr>
          <p:cNvPr id="241" name="Google Shape;241;p6"/>
          <p:cNvSpPr txBox="1"/>
          <p:nvPr>
            <p:ph idx="1" type="body"/>
          </p:nvPr>
        </p:nvSpPr>
        <p:spPr>
          <a:xfrm>
            <a:off x="251520" y="1556792"/>
            <a:ext cx="8660026" cy="4195481"/>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600"/>
              <a:buNone/>
            </a:pPr>
            <a:r>
              <a:rPr b="1" lang="en-US"/>
              <a:t>Participants: </a:t>
            </a:r>
            <a:endParaRPr/>
          </a:p>
          <a:p>
            <a:pPr indent="-342906" lvl="0" marL="342906" rtl="0" algn="l">
              <a:lnSpc>
                <a:spcPct val="100000"/>
              </a:lnSpc>
              <a:spcBef>
                <a:spcPts val="1000"/>
              </a:spcBef>
              <a:spcAft>
                <a:spcPts val="0"/>
              </a:spcAft>
              <a:buSzPts val="1600"/>
              <a:buFont typeface="Noto Sans Symbols"/>
              <a:buChar char="⮚"/>
            </a:pPr>
            <a:r>
              <a:rPr b="1" lang="en-US"/>
              <a:t>Singleton-</a:t>
            </a:r>
            <a:r>
              <a:rPr lang="en-US"/>
              <a:t>defines an Instance operation that lets clients access its unique instance. Instance is a class operation .It may be responsible for creating its own unique instance. (ex: Singleton)</a:t>
            </a:r>
            <a:endParaRPr b="1"/>
          </a:p>
          <a:p>
            <a:pPr indent="0" lvl="0" marL="0" rtl="0" algn="l">
              <a:lnSpc>
                <a:spcPct val="100000"/>
              </a:lnSpc>
              <a:spcBef>
                <a:spcPts val="1000"/>
              </a:spcBef>
              <a:spcAft>
                <a:spcPts val="0"/>
              </a:spcAft>
              <a:buSzPts val="1600"/>
              <a:buNone/>
            </a:pPr>
            <a:r>
              <a:rPr b="1" lang="en-US"/>
              <a:t>Structure:</a:t>
            </a:r>
            <a:endParaRPr/>
          </a:p>
        </p:txBody>
      </p:sp>
      <p:pic>
        <p:nvPicPr>
          <p:cNvPr id="242" name="Google Shape;242;p6"/>
          <p:cNvPicPr preferRelativeResize="0"/>
          <p:nvPr/>
        </p:nvPicPr>
        <p:blipFill rotWithShape="1">
          <a:blip r:embed="rId3">
            <a:alphaModFix/>
          </a:blip>
          <a:srcRect b="0" l="0" r="0" t="0"/>
          <a:stretch/>
        </p:blipFill>
        <p:spPr>
          <a:xfrm>
            <a:off x="1889082" y="3429000"/>
            <a:ext cx="5824652" cy="2592288"/>
          </a:xfrm>
          <a:prstGeom prst="rect">
            <a:avLst/>
          </a:prstGeom>
          <a:noFill/>
          <a:ln>
            <a:noFill/>
          </a:ln>
        </p:spPr>
      </p:pic>
      <p:sp>
        <p:nvSpPr>
          <p:cNvPr id="243" name="Google Shape;243;p6"/>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244" name="Google Shape;244;p6"/>
          <p:cNvPicPr preferRelativeResize="0"/>
          <p:nvPr/>
        </p:nvPicPr>
        <p:blipFill rotWithShape="1">
          <a:blip r:embed="rId4">
            <a:alphaModFix/>
          </a:blip>
          <a:srcRect b="0" l="0" r="0" t="0"/>
          <a:stretch/>
        </p:blipFill>
        <p:spPr>
          <a:xfrm>
            <a:off x="7772400" y="5829300"/>
            <a:ext cx="1371600" cy="10668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7"/>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Singleton</a:t>
            </a:r>
            <a:endParaRPr/>
          </a:p>
        </p:txBody>
      </p:sp>
      <p:sp>
        <p:nvSpPr>
          <p:cNvPr id="250" name="Google Shape;250;p7"/>
          <p:cNvSpPr txBox="1"/>
          <p:nvPr>
            <p:ph idx="1" type="body"/>
          </p:nvPr>
        </p:nvSpPr>
        <p:spPr>
          <a:xfrm>
            <a:off x="827700" y="2052925"/>
            <a:ext cx="7416708" cy="4195481"/>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SzPts val="1600"/>
              <a:buNone/>
            </a:pPr>
            <a:r>
              <a:rPr b="1" lang="en-US"/>
              <a:t>Lazy instance</a:t>
            </a:r>
            <a:r>
              <a:rPr lang="en-US"/>
              <a:t>: Singleton make use of lazy initiation of the class. It means that its creation is deferred until it is first used. It helps to improve performance, avoid wasteful computation and reduce program memory requirement.</a:t>
            </a:r>
            <a:endParaRPr/>
          </a:p>
          <a:p>
            <a:pPr indent="0" lvl="0" marL="0" rtl="0" algn="just">
              <a:lnSpc>
                <a:spcPct val="100000"/>
              </a:lnSpc>
              <a:spcBef>
                <a:spcPts val="1000"/>
              </a:spcBef>
              <a:spcAft>
                <a:spcPts val="0"/>
              </a:spcAft>
              <a:buSzPts val="1600"/>
              <a:buNone/>
            </a:pPr>
            <a:r>
              <a:t/>
            </a:r>
            <a:endParaRPr/>
          </a:p>
          <a:p>
            <a:pPr indent="0" lvl="0" marL="0" rtl="0" algn="l">
              <a:lnSpc>
                <a:spcPct val="100000"/>
              </a:lnSpc>
              <a:spcBef>
                <a:spcPts val="1000"/>
              </a:spcBef>
              <a:spcAft>
                <a:spcPts val="0"/>
              </a:spcAft>
              <a:buSzPts val="1600"/>
              <a:buNone/>
            </a:pPr>
            <a:r>
              <a:rPr lang="en-US"/>
              <a:t> if(singleInstance == null){</a:t>
            </a:r>
            <a:endParaRPr/>
          </a:p>
          <a:p>
            <a:pPr indent="0" lvl="0" marL="0" rtl="0" algn="l">
              <a:lnSpc>
                <a:spcPct val="100000"/>
              </a:lnSpc>
              <a:spcBef>
                <a:spcPts val="1000"/>
              </a:spcBef>
              <a:spcAft>
                <a:spcPts val="0"/>
              </a:spcAft>
              <a:buSzPts val="1600"/>
              <a:buNone/>
            </a:pPr>
            <a:r>
              <a:rPr lang="en-US"/>
              <a:t>      singleInstance = new </a:t>
            </a:r>
            <a:r>
              <a:rPr lang="en-US"/>
              <a:t>Singleton</a:t>
            </a:r>
            <a:r>
              <a:rPr lang="en-US"/>
              <a:t>(); </a:t>
            </a:r>
            <a:r>
              <a:rPr lang="en-US">
                <a:solidFill>
                  <a:srgbClr val="92D050"/>
                </a:solidFill>
              </a:rPr>
              <a:t>// Lazy initialization</a:t>
            </a:r>
            <a:endParaRPr>
              <a:solidFill>
                <a:srgbClr val="92D050"/>
              </a:solidFill>
            </a:endParaRPr>
          </a:p>
          <a:p>
            <a:pPr indent="0" lvl="0" marL="0" rtl="0" algn="l">
              <a:lnSpc>
                <a:spcPct val="100000"/>
              </a:lnSpc>
              <a:spcBef>
                <a:spcPts val="1000"/>
              </a:spcBef>
              <a:spcAft>
                <a:spcPts val="0"/>
              </a:spcAft>
              <a:buSzPts val="1600"/>
              <a:buNone/>
            </a:pPr>
            <a:r>
              <a:rPr lang="en-US"/>
              <a:t> }</a:t>
            </a:r>
            <a:endParaRPr/>
          </a:p>
          <a:p>
            <a:pPr indent="0" lvl="0" marL="0" rtl="0" algn="l">
              <a:lnSpc>
                <a:spcPct val="100000"/>
              </a:lnSpc>
              <a:spcBef>
                <a:spcPts val="1000"/>
              </a:spcBef>
              <a:spcAft>
                <a:spcPts val="0"/>
              </a:spcAft>
              <a:buSzPts val="1600"/>
              <a:buNone/>
            </a:pPr>
            <a:r>
              <a:t/>
            </a:r>
            <a:endParaRPr/>
          </a:p>
          <a:p>
            <a:pPr indent="0" lvl="0" marL="0" rtl="0" algn="l">
              <a:lnSpc>
                <a:spcPct val="100000"/>
              </a:lnSpc>
              <a:spcBef>
                <a:spcPts val="1000"/>
              </a:spcBef>
              <a:spcAft>
                <a:spcPts val="0"/>
              </a:spcAft>
              <a:buSzPts val="1600"/>
              <a:buNone/>
            </a:pPr>
            <a:r>
              <a:rPr lang="en-US"/>
              <a:t>Read more: </a:t>
            </a:r>
            <a:r>
              <a:rPr lang="en-US" u="sng">
                <a:solidFill>
                  <a:schemeClr val="hlink"/>
                </a:solidFill>
                <a:hlinkClick r:id="rId3"/>
              </a:rPr>
              <a:t>https://stackoverflow.com/questions/978759/what-is-lazy-initialization-and-why-is-it-useful</a:t>
            </a:r>
            <a:endParaRPr/>
          </a:p>
        </p:txBody>
      </p:sp>
      <p:sp>
        <p:nvSpPr>
          <p:cNvPr id="251" name="Google Shape;251;p7"/>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252" name="Google Shape;252;p7"/>
          <p:cNvPicPr preferRelativeResize="0"/>
          <p:nvPr/>
        </p:nvPicPr>
        <p:blipFill rotWithShape="1">
          <a:blip r:embed="rId4">
            <a:alphaModFix/>
          </a:blip>
          <a:srcRect b="0" l="0" r="0" t="0"/>
          <a:stretch/>
        </p:blipFill>
        <p:spPr>
          <a:xfrm>
            <a:off x="8156957" y="6128400"/>
            <a:ext cx="987043" cy="7677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8"/>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Adapter Pattern</a:t>
            </a:r>
            <a:endParaRPr/>
          </a:p>
        </p:txBody>
      </p:sp>
      <p:sp>
        <p:nvSpPr>
          <p:cNvPr id="258" name="Google Shape;258;p8"/>
          <p:cNvSpPr txBox="1"/>
          <p:nvPr>
            <p:ph idx="1" type="body"/>
          </p:nvPr>
        </p:nvSpPr>
        <p:spPr>
          <a:xfrm>
            <a:off x="827700" y="1340769"/>
            <a:ext cx="6711654" cy="4907638"/>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SzPts val="1600"/>
              <a:buNone/>
            </a:pPr>
            <a:r>
              <a:rPr b="1" lang="en-US"/>
              <a:t>In the real world...</a:t>
            </a:r>
            <a:endParaRPr/>
          </a:p>
          <a:p>
            <a:pPr indent="0" lvl="0" marL="0" rtl="0" algn="l">
              <a:lnSpc>
                <a:spcPct val="100000"/>
              </a:lnSpc>
              <a:spcBef>
                <a:spcPts val="1000"/>
              </a:spcBef>
              <a:spcAft>
                <a:spcPts val="0"/>
              </a:spcAft>
              <a:buSzPts val="1600"/>
              <a:buNone/>
            </a:pPr>
            <a:r>
              <a:rPr lang="en-US"/>
              <a:t>we are very familiar with adapters and what they do </a:t>
            </a:r>
            <a:br>
              <a:rPr lang="en-US"/>
            </a:br>
            <a:endParaRPr/>
          </a:p>
        </p:txBody>
      </p:sp>
      <p:sp>
        <p:nvSpPr>
          <p:cNvPr id="259" name="Google Shape;259;p8"/>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id="260" name="Google Shape;260;p8"/>
          <p:cNvPicPr preferRelativeResize="0"/>
          <p:nvPr/>
        </p:nvPicPr>
        <p:blipFill rotWithShape="1">
          <a:blip r:embed="rId3">
            <a:alphaModFix/>
          </a:blip>
          <a:srcRect b="0" l="0" r="0" t="0"/>
          <a:stretch/>
        </p:blipFill>
        <p:spPr>
          <a:xfrm>
            <a:off x="1403648" y="2492896"/>
            <a:ext cx="6265168" cy="3833242"/>
          </a:xfrm>
          <a:prstGeom prst="rect">
            <a:avLst/>
          </a:prstGeom>
          <a:noFill/>
          <a:ln>
            <a:noFill/>
          </a:ln>
        </p:spPr>
      </p:pic>
      <p:pic>
        <p:nvPicPr>
          <p:cNvPr descr="brac.png" id="261" name="Google Shape;261;p8"/>
          <p:cNvPicPr preferRelativeResize="0"/>
          <p:nvPr/>
        </p:nvPicPr>
        <p:blipFill rotWithShape="1">
          <a:blip r:embed="rId4">
            <a:alphaModFix/>
          </a:blip>
          <a:srcRect b="0" l="0" r="0" t="0"/>
          <a:stretch/>
        </p:blipFill>
        <p:spPr>
          <a:xfrm>
            <a:off x="7772400" y="5829300"/>
            <a:ext cx="1371600" cy="10668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9"/>
          <p:cNvSpPr txBox="1"/>
          <p:nvPr>
            <p:ph type="title"/>
          </p:nvPr>
        </p:nvSpPr>
        <p:spPr>
          <a:xfrm>
            <a:off x="457200" y="274638"/>
            <a:ext cx="8229600" cy="106613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100000"/>
              </a:lnSpc>
              <a:spcBef>
                <a:spcPts val="0"/>
              </a:spcBef>
              <a:spcAft>
                <a:spcPts val="0"/>
              </a:spcAft>
              <a:buClr>
                <a:schemeClr val="lt2"/>
              </a:buClr>
              <a:buSzPct val="100000"/>
              <a:buFont typeface="Century Gothic"/>
              <a:buNone/>
            </a:pPr>
            <a:r>
              <a:rPr lang="en-US"/>
              <a:t>What about object oriented adapters? </a:t>
            </a:r>
            <a:br>
              <a:rPr lang="en-US"/>
            </a:br>
            <a:endParaRPr/>
          </a:p>
        </p:txBody>
      </p:sp>
      <p:sp>
        <p:nvSpPr>
          <p:cNvPr id="267" name="Google Shape;267;p9"/>
          <p:cNvSpPr txBox="1"/>
          <p:nvPr>
            <p:ph idx="1" type="body"/>
          </p:nvPr>
        </p:nvSpPr>
        <p:spPr>
          <a:xfrm>
            <a:off x="827700" y="2052925"/>
            <a:ext cx="7704740" cy="4195481"/>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600"/>
              <a:buNone/>
            </a:pPr>
            <a:r>
              <a:rPr b="1" lang="en-US">
                <a:solidFill>
                  <a:srgbClr val="EFD37E"/>
                </a:solidFill>
              </a:rPr>
              <a:t>Intent</a:t>
            </a:r>
            <a:r>
              <a:rPr b="1" lang="en-US"/>
              <a:t>:</a:t>
            </a:r>
            <a:br>
              <a:rPr b="1" lang="en-US"/>
            </a:br>
            <a:r>
              <a:rPr lang="en-US"/>
              <a:t>Convert the interface of a class into another interface clients expect. Adapter lets classes work together that couldn't otherwise because of incompatible interfaces.</a:t>
            </a:r>
            <a:br>
              <a:rPr lang="en-US"/>
            </a:br>
            <a:r>
              <a:rPr b="1" lang="en-US">
                <a:solidFill>
                  <a:srgbClr val="EFD37E"/>
                </a:solidFill>
              </a:rPr>
              <a:t>Classified as:</a:t>
            </a:r>
            <a:br>
              <a:rPr b="1" lang="en-US"/>
            </a:br>
            <a:r>
              <a:rPr lang="en-US"/>
              <a:t>A Structural Pattern</a:t>
            </a:r>
            <a:br>
              <a:rPr lang="en-US"/>
            </a:br>
            <a:r>
              <a:rPr lang="en-US"/>
              <a:t>(Structural patterns are concerned with how classes and objects are composed to form larger structures.)</a:t>
            </a:r>
            <a:br>
              <a:rPr lang="en-US"/>
            </a:br>
            <a:r>
              <a:rPr b="1" lang="en-US">
                <a:solidFill>
                  <a:srgbClr val="EFD37E"/>
                </a:solidFill>
              </a:rPr>
              <a:t>Also Known As:</a:t>
            </a:r>
            <a:br>
              <a:rPr b="1" lang="en-US"/>
            </a:br>
            <a:r>
              <a:rPr lang="en-US"/>
              <a:t>Wrapper </a:t>
            </a:r>
            <a:endParaRPr/>
          </a:p>
        </p:txBody>
      </p:sp>
      <p:sp>
        <p:nvSpPr>
          <p:cNvPr id="268" name="Google Shape;268;p9"/>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269" name="Google Shape;269;p9"/>
          <p:cNvPicPr preferRelativeResize="0"/>
          <p:nvPr/>
        </p:nvPicPr>
        <p:blipFill rotWithShape="1">
          <a:blip r:embed="rId3">
            <a:alphaModFix/>
          </a:blip>
          <a:srcRect b="0" l="0" r="0" t="0"/>
          <a:stretch/>
        </p:blipFill>
        <p:spPr>
          <a:xfrm>
            <a:off x="7772400" y="5829300"/>
            <a:ext cx="1371600" cy="10668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10"/>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Adapter Pattern</a:t>
            </a:r>
            <a:endParaRPr/>
          </a:p>
        </p:txBody>
      </p:sp>
      <p:sp>
        <p:nvSpPr>
          <p:cNvPr id="275" name="Google Shape;275;p10"/>
          <p:cNvSpPr txBox="1"/>
          <p:nvPr>
            <p:ph idx="1" type="body"/>
          </p:nvPr>
        </p:nvSpPr>
        <p:spPr>
          <a:xfrm>
            <a:off x="483974" y="2052925"/>
            <a:ext cx="8048466" cy="4195481"/>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600"/>
              <a:buNone/>
            </a:pPr>
            <a:r>
              <a:rPr lang="en-US"/>
              <a:t>Adapter pattern can be solved in one of two ways:</a:t>
            </a:r>
            <a:endParaRPr/>
          </a:p>
          <a:p>
            <a:pPr indent="-342906" lvl="0" marL="342906" rtl="0" algn="l">
              <a:lnSpc>
                <a:spcPct val="100000"/>
              </a:lnSpc>
              <a:spcBef>
                <a:spcPts val="1000"/>
              </a:spcBef>
              <a:spcAft>
                <a:spcPts val="0"/>
              </a:spcAft>
              <a:buSzPts val="1600"/>
              <a:buChar char="►"/>
            </a:pPr>
            <a:r>
              <a:rPr b="1" lang="en-US">
                <a:solidFill>
                  <a:srgbClr val="EFD37E"/>
                </a:solidFill>
              </a:rPr>
              <a:t>Class Adapter</a:t>
            </a:r>
            <a:r>
              <a:rPr lang="en-US"/>
              <a:t>: its Inheritance based solution</a:t>
            </a:r>
            <a:endParaRPr/>
          </a:p>
          <a:p>
            <a:pPr indent="-342906" lvl="0" marL="342906" rtl="0" algn="l">
              <a:lnSpc>
                <a:spcPct val="100000"/>
              </a:lnSpc>
              <a:spcBef>
                <a:spcPts val="1000"/>
              </a:spcBef>
              <a:spcAft>
                <a:spcPts val="0"/>
              </a:spcAft>
              <a:buSzPts val="1600"/>
              <a:buChar char="►"/>
            </a:pPr>
            <a:r>
              <a:rPr b="1" lang="en-US">
                <a:solidFill>
                  <a:srgbClr val="EFD37E"/>
                </a:solidFill>
              </a:rPr>
              <a:t>Object Adapter: </a:t>
            </a:r>
            <a:r>
              <a:rPr lang="en-US"/>
              <a:t>its Object creation based solution</a:t>
            </a:r>
            <a:endParaRPr/>
          </a:p>
        </p:txBody>
      </p:sp>
      <p:sp>
        <p:nvSpPr>
          <p:cNvPr id="276" name="Google Shape;276;p10"/>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277" name="Google Shape;277;p10"/>
          <p:cNvPicPr preferRelativeResize="0"/>
          <p:nvPr/>
        </p:nvPicPr>
        <p:blipFill rotWithShape="1">
          <a:blip r:embed="rId3">
            <a:alphaModFix/>
          </a:blip>
          <a:srcRect b="0" l="0" r="0" t="0"/>
          <a:stretch/>
        </p:blipFill>
        <p:spPr>
          <a:xfrm>
            <a:off x="7772400" y="5829300"/>
            <a:ext cx="1371600" cy="10668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11"/>
          <p:cNvSpPr txBox="1"/>
          <p:nvPr>
            <p:ph type="title"/>
          </p:nvPr>
        </p:nvSpPr>
        <p:spPr>
          <a:xfrm>
            <a:off x="457200" y="274638"/>
            <a:ext cx="8229600" cy="92211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Class Adapter</a:t>
            </a:r>
            <a:endParaRPr/>
          </a:p>
        </p:txBody>
      </p:sp>
      <p:sp>
        <p:nvSpPr>
          <p:cNvPr id="283" name="Google Shape;283;p11"/>
          <p:cNvSpPr txBox="1"/>
          <p:nvPr>
            <p:ph idx="1" type="body"/>
          </p:nvPr>
        </p:nvSpPr>
        <p:spPr>
          <a:xfrm>
            <a:off x="539552" y="1700807"/>
            <a:ext cx="8147248" cy="4547599"/>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600"/>
              <a:buNone/>
            </a:pPr>
            <a:r>
              <a:rPr b="1" lang="en-US"/>
              <a:t>Scenario: </a:t>
            </a:r>
            <a:r>
              <a:rPr b="1" i="1" lang="en-US">
                <a:solidFill>
                  <a:srgbClr val="EFD37E"/>
                </a:solidFill>
              </a:rPr>
              <a:t>I have a pizza making store that creates different pizzas based on the choices of people of different locations. For example – people of Dhaka like DhakaStylePizza, people of Sylhet like SylhetStylePizza. </a:t>
            </a:r>
            <a:endParaRPr/>
          </a:p>
          <a:p>
            <a:pPr indent="0" lvl="0" marL="0" rtl="0" algn="l">
              <a:lnSpc>
                <a:spcPct val="100000"/>
              </a:lnSpc>
              <a:spcBef>
                <a:spcPts val="1000"/>
              </a:spcBef>
              <a:spcAft>
                <a:spcPts val="0"/>
              </a:spcAft>
              <a:buSzPts val="1600"/>
              <a:buNone/>
            </a:pPr>
            <a:br>
              <a:rPr lang="en-US"/>
            </a:br>
            <a:endParaRPr/>
          </a:p>
        </p:txBody>
      </p:sp>
      <p:sp>
        <p:nvSpPr>
          <p:cNvPr id="284" name="Google Shape;284;p11"/>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id="285" name="Google Shape;285;p11"/>
          <p:cNvPicPr preferRelativeResize="0"/>
          <p:nvPr/>
        </p:nvPicPr>
        <p:blipFill rotWithShape="1">
          <a:blip r:embed="rId3">
            <a:alphaModFix/>
          </a:blip>
          <a:srcRect b="0" l="0" r="0" t="0"/>
          <a:stretch/>
        </p:blipFill>
        <p:spPr>
          <a:xfrm>
            <a:off x="899592" y="3356992"/>
            <a:ext cx="3487176" cy="2993150"/>
          </a:xfrm>
          <a:prstGeom prst="rect">
            <a:avLst/>
          </a:prstGeom>
          <a:noFill/>
          <a:ln>
            <a:noFill/>
          </a:ln>
        </p:spPr>
      </p:pic>
      <p:pic>
        <p:nvPicPr>
          <p:cNvPr id="286" name="Google Shape;286;p11"/>
          <p:cNvPicPr preferRelativeResize="0"/>
          <p:nvPr/>
        </p:nvPicPr>
        <p:blipFill rotWithShape="1">
          <a:blip r:embed="rId4">
            <a:alphaModFix/>
          </a:blip>
          <a:srcRect b="0" l="0" r="0" t="0"/>
          <a:stretch/>
        </p:blipFill>
        <p:spPr>
          <a:xfrm>
            <a:off x="5004048" y="2917750"/>
            <a:ext cx="3508468" cy="3871634"/>
          </a:xfrm>
          <a:prstGeom prst="rect">
            <a:avLst/>
          </a:prstGeom>
          <a:noFill/>
          <a:ln>
            <a:noFill/>
          </a:ln>
        </p:spPr>
      </p:pic>
      <p:pic>
        <p:nvPicPr>
          <p:cNvPr descr="brac.png" id="287" name="Google Shape;287;p11"/>
          <p:cNvPicPr preferRelativeResize="0"/>
          <p:nvPr/>
        </p:nvPicPr>
        <p:blipFill rotWithShape="1">
          <a:blip r:embed="rId5">
            <a:alphaModFix/>
          </a:blip>
          <a:srcRect b="0" l="0" r="0" t="0"/>
          <a:stretch/>
        </p:blipFill>
        <p:spPr>
          <a:xfrm>
            <a:off x="7772400" y="5829300"/>
            <a:ext cx="1371600" cy="10668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12"/>
          <p:cNvSpPr txBox="1"/>
          <p:nvPr>
            <p:ph type="title"/>
          </p:nvPr>
        </p:nvSpPr>
        <p:spPr>
          <a:xfrm>
            <a:off x="457200" y="274638"/>
            <a:ext cx="8229600" cy="92211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Class Adapter</a:t>
            </a:r>
            <a:endParaRPr/>
          </a:p>
        </p:txBody>
      </p:sp>
      <p:sp>
        <p:nvSpPr>
          <p:cNvPr id="293" name="Google Shape;293;p12"/>
          <p:cNvSpPr txBox="1"/>
          <p:nvPr>
            <p:ph idx="1" type="body"/>
          </p:nvPr>
        </p:nvSpPr>
        <p:spPr>
          <a:xfrm>
            <a:off x="539552" y="1700807"/>
            <a:ext cx="8147248" cy="4547599"/>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600"/>
              <a:buNone/>
            </a:pPr>
            <a:r>
              <a:rPr b="1" lang="en-US"/>
              <a:t>Scenario: </a:t>
            </a:r>
            <a:r>
              <a:rPr b="1" i="1" lang="en-US">
                <a:solidFill>
                  <a:srgbClr val="EFD37E"/>
                </a:solidFill>
              </a:rPr>
              <a:t>I have a pizza making store that creates different pizzas based on the choices of people of different locations. For example – people of Dhaka like DhakaStylePizza, people of Sylhet like SylhetStylePizza. </a:t>
            </a:r>
            <a:endParaRPr/>
          </a:p>
          <a:p>
            <a:pPr indent="0" lvl="0" marL="0" rtl="0" algn="l">
              <a:lnSpc>
                <a:spcPct val="100000"/>
              </a:lnSpc>
              <a:spcBef>
                <a:spcPts val="1000"/>
              </a:spcBef>
              <a:spcAft>
                <a:spcPts val="0"/>
              </a:spcAft>
              <a:buSzPts val="1600"/>
              <a:buNone/>
            </a:pPr>
            <a:r>
              <a:rPr b="1" i="1" lang="en-US"/>
              <a:t>Solution: </a:t>
            </a:r>
            <a:r>
              <a:rPr lang="en-US"/>
              <a:t>To meet the scenario, we can declare a Pizza interface and different location people can make their own style pizza by implementing the same interface.</a:t>
            </a:r>
            <a:br>
              <a:rPr lang="en-US"/>
            </a:br>
            <a:endParaRPr/>
          </a:p>
        </p:txBody>
      </p:sp>
      <p:sp>
        <p:nvSpPr>
          <p:cNvPr id="294" name="Google Shape;294;p12"/>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295" name="Google Shape;295;p12"/>
          <p:cNvPicPr preferRelativeResize="0"/>
          <p:nvPr/>
        </p:nvPicPr>
        <p:blipFill rotWithShape="1">
          <a:blip r:embed="rId3">
            <a:alphaModFix/>
          </a:blip>
          <a:srcRect b="0" l="0" r="0" t="0"/>
          <a:stretch/>
        </p:blipFill>
        <p:spPr>
          <a:xfrm>
            <a:off x="7772400" y="5829300"/>
            <a:ext cx="1371600" cy="10668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13"/>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Class Adapter</a:t>
            </a:r>
            <a:endParaRPr/>
          </a:p>
        </p:txBody>
      </p:sp>
      <p:sp>
        <p:nvSpPr>
          <p:cNvPr id="301" name="Google Shape;301;p13"/>
          <p:cNvSpPr txBox="1"/>
          <p:nvPr>
            <p:ph idx="1" type="body"/>
          </p:nvPr>
        </p:nvSpPr>
        <p:spPr>
          <a:xfrm>
            <a:off x="457200" y="5733250"/>
            <a:ext cx="7147200" cy="393000"/>
          </a:xfrm>
          <a:prstGeom prst="rect">
            <a:avLst/>
          </a:prstGeom>
          <a:noFill/>
          <a:ln>
            <a:noFill/>
          </a:ln>
        </p:spPr>
        <p:txBody>
          <a:bodyPr anchorCtr="0" anchor="t" bIns="45700" lIns="91425" spcFirstLastPara="1" rIns="91425" wrap="square" tIns="45700">
            <a:normAutofit fontScale="77500"/>
          </a:bodyPr>
          <a:lstStyle/>
          <a:p>
            <a:pPr indent="0" lvl="0" marL="0" rtl="0" algn="l">
              <a:lnSpc>
                <a:spcPct val="100000"/>
              </a:lnSpc>
              <a:spcBef>
                <a:spcPts val="0"/>
              </a:spcBef>
              <a:spcAft>
                <a:spcPts val="0"/>
              </a:spcAft>
              <a:buSzPct val="80000"/>
              <a:buNone/>
            </a:pPr>
            <a:r>
              <a:rPr lang="en-US" u="sng">
                <a:solidFill>
                  <a:schemeClr val="accent2"/>
                </a:solidFill>
                <a:hlinkClick r:id="rId3">
                  <a:extLst>
                    <a:ext uri="{A12FA001-AC4F-418D-AE19-62706E023703}">
                      <ahyp:hlinkClr val="tx"/>
                    </a:ext>
                  </a:extLst>
                </a:hlinkClick>
              </a:rPr>
              <a:t>https://refactoring.guru/design-patterns/adapter/python/example</a:t>
            </a:r>
            <a:endParaRPr>
              <a:solidFill>
                <a:schemeClr val="accent2"/>
              </a:solidFill>
            </a:endParaRPr>
          </a:p>
        </p:txBody>
      </p:sp>
      <p:sp>
        <p:nvSpPr>
          <p:cNvPr id="302" name="Google Shape;302;p13"/>
          <p:cNvSpPr txBox="1"/>
          <p:nvPr/>
        </p:nvSpPr>
        <p:spPr>
          <a:xfrm>
            <a:off x="323528" y="1474967"/>
            <a:ext cx="4032448"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Public Interface 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abstract void toppings();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abstract void bun();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303" name="Google Shape;303;p13"/>
          <p:cNvSpPr txBox="1"/>
          <p:nvPr/>
        </p:nvSpPr>
        <p:spPr>
          <a:xfrm>
            <a:off x="3707904" y="1474967"/>
            <a:ext cx="5112600" cy="2586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Public class DhakaStylePizza implements  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public void toppings(){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print(“Dhaka </a:t>
            </a:r>
            <a:r>
              <a:rPr lang="en-US" sz="1800">
                <a:solidFill>
                  <a:schemeClr val="lt1"/>
                </a:solidFill>
                <a:latin typeface="Century Gothic"/>
                <a:ea typeface="Century Gothic"/>
                <a:cs typeface="Century Gothic"/>
                <a:sym typeface="Century Gothic"/>
              </a:rPr>
              <a:t>cheese</a:t>
            </a:r>
            <a:r>
              <a:rPr b="0" i="0" lang="en-US" sz="1800" u="none" cap="none" strike="noStrike">
                <a:solidFill>
                  <a:schemeClr val="lt1"/>
                </a:solidFill>
                <a:latin typeface="Century Gothic"/>
                <a:ea typeface="Century Gothic"/>
                <a:cs typeface="Century Gothic"/>
                <a:sym typeface="Century Gothic"/>
              </a:rPr>
              <a:t> toppings”);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public void bun(){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print(“Dhaka bread bun”);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304" name="Google Shape;304;p13"/>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05" name="Google Shape;305;p13"/>
          <p:cNvPicPr preferRelativeResize="0"/>
          <p:nvPr/>
        </p:nvPicPr>
        <p:blipFill rotWithShape="1">
          <a:blip r:embed="rId4">
            <a:alphaModFix/>
          </a:blip>
          <a:srcRect b="0" l="0" r="0" t="0"/>
          <a:stretch/>
        </p:blipFill>
        <p:spPr>
          <a:xfrm>
            <a:off x="7772400" y="5829300"/>
            <a:ext cx="1371600" cy="1066800"/>
          </a:xfrm>
          <a:prstGeom prst="rect">
            <a:avLst/>
          </a:prstGeom>
          <a:noFill/>
          <a:ln>
            <a:noFill/>
          </a:ln>
        </p:spPr>
      </p:pic>
      <p:sp>
        <p:nvSpPr>
          <p:cNvPr id="306" name="Google Shape;306;p13"/>
          <p:cNvSpPr txBox="1"/>
          <p:nvPr>
            <p:ph idx="1" type="body"/>
          </p:nvPr>
        </p:nvSpPr>
        <p:spPr>
          <a:xfrm>
            <a:off x="484700" y="5340256"/>
            <a:ext cx="8229600" cy="3930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00000"/>
              </a:lnSpc>
              <a:spcBef>
                <a:spcPts val="0"/>
              </a:spcBef>
              <a:spcAft>
                <a:spcPts val="0"/>
              </a:spcAft>
              <a:buSzPts val="1600"/>
              <a:buNone/>
            </a:pPr>
            <a:r>
              <a:rPr lang="en-US"/>
              <a:t>Python Example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gtEl>
                                        <p:attrNameLst>
                                          <p:attrName>style.visibility</p:attrName>
                                        </p:attrNameLst>
                                      </p:cBhvr>
                                      <p:to>
                                        <p:strVal val="visible"/>
                                      </p:to>
                                    </p:set>
                                    <p:animEffect filter="fade" transition="in">
                                      <p:cBhvr>
                                        <p:cTn dur="1000"/>
                                        <p:tgtEl>
                                          <p:spTgt spid="3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gtEl>
                                        <p:attrNameLst>
                                          <p:attrName>style.visibility</p:attrName>
                                        </p:attrNameLst>
                                      </p:cBhvr>
                                      <p:to>
                                        <p:strVal val="visible"/>
                                      </p:to>
                                    </p:set>
                                    <p:animEffect filter="fade" transition="in">
                                      <p:cBhvr>
                                        <p:cTn dur="1000"/>
                                        <p:tgtEl>
                                          <p:spTgt spid="3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14"/>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Class Adapter</a:t>
            </a:r>
            <a:endParaRPr/>
          </a:p>
        </p:txBody>
      </p:sp>
      <p:sp>
        <p:nvSpPr>
          <p:cNvPr id="312" name="Google Shape;312;p14"/>
          <p:cNvSpPr txBox="1"/>
          <p:nvPr>
            <p:ph idx="1" type="body"/>
          </p:nvPr>
        </p:nvSpPr>
        <p:spPr>
          <a:xfrm>
            <a:off x="179512" y="1600201"/>
            <a:ext cx="8856984" cy="1468760"/>
          </a:xfrm>
          <a:prstGeom prst="rect">
            <a:avLst/>
          </a:prstGeom>
          <a:noFill/>
          <a:ln>
            <a:noFill/>
          </a:ln>
        </p:spPr>
        <p:txBody>
          <a:bodyPr anchorCtr="0" anchor="t" bIns="45700" lIns="91425" spcFirstLastPara="1" rIns="91425" wrap="square" tIns="45700">
            <a:normAutofit fontScale="77500" lnSpcReduction="20000"/>
          </a:bodyPr>
          <a:lstStyle/>
          <a:p>
            <a:pPr indent="-335286" lvl="0" marL="342906" rtl="0" algn="l">
              <a:lnSpc>
                <a:spcPct val="100000"/>
              </a:lnSpc>
              <a:spcBef>
                <a:spcPts val="0"/>
              </a:spcBef>
              <a:spcAft>
                <a:spcPts val="0"/>
              </a:spcAft>
              <a:buSzPct val="80000"/>
              <a:buChar char="►"/>
            </a:pPr>
            <a:r>
              <a:rPr lang="en-US"/>
              <a:t>Now we want to support ChittagongStylePizza.</a:t>
            </a:r>
            <a:endParaRPr/>
          </a:p>
          <a:p>
            <a:pPr indent="-335286" lvl="0" marL="342906" rtl="0" algn="l">
              <a:lnSpc>
                <a:spcPct val="100000"/>
              </a:lnSpc>
              <a:spcBef>
                <a:spcPts val="1000"/>
              </a:spcBef>
              <a:spcAft>
                <a:spcPts val="0"/>
              </a:spcAft>
              <a:buSzPct val="80000"/>
              <a:buChar char="►"/>
            </a:pPr>
            <a:r>
              <a:rPr lang="en-US">
                <a:solidFill>
                  <a:srgbClr val="FFFF00"/>
                </a:solidFill>
              </a:rPr>
              <a:t>The customer of Chittagong are rigid. They want to use the authentic </a:t>
            </a:r>
            <a:r>
              <a:rPr b="1" lang="en-US">
                <a:solidFill>
                  <a:srgbClr val="FFFF00"/>
                </a:solidFill>
              </a:rPr>
              <a:t>existing class, ChittagongPizza</a:t>
            </a:r>
            <a:endParaRPr b="1">
              <a:solidFill>
                <a:srgbClr val="FFFF00"/>
              </a:solidFill>
            </a:endParaRPr>
          </a:p>
          <a:p>
            <a:pPr indent="-335286" lvl="0" marL="342906" rtl="0" algn="l">
              <a:lnSpc>
                <a:spcPct val="100000"/>
              </a:lnSpc>
              <a:spcBef>
                <a:spcPts val="1000"/>
              </a:spcBef>
              <a:spcAft>
                <a:spcPts val="0"/>
              </a:spcAft>
              <a:buSzPct val="80000"/>
              <a:buChar char="►"/>
            </a:pPr>
            <a:r>
              <a:rPr b="1" lang="en-US"/>
              <a:t>But we can not call it directly, </a:t>
            </a:r>
            <a:r>
              <a:rPr lang="en-US"/>
              <a:t>as </a:t>
            </a:r>
            <a:r>
              <a:rPr lang="en-US"/>
              <a:t>it's</a:t>
            </a:r>
            <a:r>
              <a:rPr lang="en-US"/>
              <a:t> not name same as</a:t>
            </a:r>
            <a:r>
              <a:rPr b="1" lang="en-US"/>
              <a:t> our Pizza interface.</a:t>
            </a:r>
            <a:endParaRPr/>
          </a:p>
          <a:p>
            <a:pPr indent="-256546" lvl="0" marL="342906" rtl="0" algn="l">
              <a:lnSpc>
                <a:spcPct val="100000"/>
              </a:lnSpc>
              <a:spcBef>
                <a:spcPts val="1000"/>
              </a:spcBef>
              <a:spcAft>
                <a:spcPts val="0"/>
              </a:spcAft>
              <a:buSzPct val="80000"/>
              <a:buNone/>
            </a:pPr>
            <a:r>
              <a:t/>
            </a:r>
            <a:endParaRPr/>
          </a:p>
        </p:txBody>
      </p:sp>
      <p:sp>
        <p:nvSpPr>
          <p:cNvPr id="313" name="Google Shape;313;p14"/>
          <p:cNvSpPr txBox="1"/>
          <p:nvPr/>
        </p:nvSpPr>
        <p:spPr>
          <a:xfrm>
            <a:off x="683568" y="2996952"/>
            <a:ext cx="4104456" cy="258532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public class ChittagongPizza{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public void sausage(){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print(“Ctg 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public void bread(){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print(“Ctg bread”);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0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314" name="Google Shape;314;p14"/>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sp>
        <p:nvSpPr>
          <p:cNvPr id="315" name="Google Shape;315;p14"/>
          <p:cNvSpPr txBox="1"/>
          <p:nvPr/>
        </p:nvSpPr>
        <p:spPr>
          <a:xfrm>
            <a:off x="4794054" y="3108606"/>
            <a:ext cx="4032448"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Public Interface 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abstract void toppings();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abstract void bun();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pic>
        <p:nvPicPr>
          <p:cNvPr descr="brac.png" id="316" name="Google Shape;316;p14"/>
          <p:cNvPicPr preferRelativeResize="0"/>
          <p:nvPr/>
        </p:nvPicPr>
        <p:blipFill rotWithShape="1">
          <a:blip r:embed="rId3">
            <a:alphaModFix/>
          </a:blip>
          <a:srcRect b="0" l="0" r="0" t="0"/>
          <a:stretch/>
        </p:blipFill>
        <p:spPr>
          <a:xfrm>
            <a:off x="7772400" y="5829300"/>
            <a:ext cx="1371600" cy="1066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xEl>
                                              <p:pRg end="0" st="0"/>
                                            </p:txEl>
                                          </p:spTgt>
                                        </p:tgtEl>
                                        <p:attrNameLst>
                                          <p:attrName>style.visibility</p:attrName>
                                        </p:attrNameLst>
                                      </p:cBhvr>
                                      <p:to>
                                        <p:strVal val="visible"/>
                                      </p:to>
                                    </p:set>
                                    <p:animEffect filter="fade" transition="in">
                                      <p:cBhvr>
                                        <p:cTn dur="1000"/>
                                        <p:tgtEl>
                                          <p:spTgt spid="31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xEl>
                                              <p:pRg end="1" st="1"/>
                                            </p:txEl>
                                          </p:spTgt>
                                        </p:tgtEl>
                                        <p:attrNameLst>
                                          <p:attrName>style.visibility</p:attrName>
                                        </p:attrNameLst>
                                      </p:cBhvr>
                                      <p:to>
                                        <p:strVal val="visible"/>
                                      </p:to>
                                    </p:set>
                                    <p:animEffect filter="fade" transition="in">
                                      <p:cBhvr>
                                        <p:cTn dur="1000"/>
                                        <p:tgtEl>
                                          <p:spTgt spid="31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xEl>
                                              <p:pRg end="2" st="2"/>
                                            </p:txEl>
                                          </p:spTgt>
                                        </p:tgtEl>
                                        <p:attrNameLst>
                                          <p:attrName>style.visibility</p:attrName>
                                        </p:attrNameLst>
                                      </p:cBhvr>
                                      <p:to>
                                        <p:strVal val="visible"/>
                                      </p:to>
                                    </p:set>
                                    <p:animEffect filter="fade" transition="in">
                                      <p:cBhvr>
                                        <p:cTn dur="1000"/>
                                        <p:tgtEl>
                                          <p:spTgt spid="31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xEl>
                                              <p:pRg end="3" st="3"/>
                                            </p:txEl>
                                          </p:spTgt>
                                        </p:tgtEl>
                                        <p:attrNameLst>
                                          <p:attrName>style.visibility</p:attrName>
                                        </p:attrNameLst>
                                      </p:cBhvr>
                                      <p:to>
                                        <p:strVal val="visible"/>
                                      </p:to>
                                    </p:set>
                                    <p:animEffect filter="fade" transition="in">
                                      <p:cBhvr>
                                        <p:cTn dur="1000"/>
                                        <p:tgtEl>
                                          <p:spTgt spid="312">
                                            <p:txEl>
                                              <p:pRg end="3" st="3"/>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13"/>
                                        </p:tgtEl>
                                        <p:attrNameLst>
                                          <p:attrName>style.visibility</p:attrName>
                                        </p:attrNameLst>
                                      </p:cBhvr>
                                      <p:to>
                                        <p:strVal val="visible"/>
                                      </p:to>
                                    </p:set>
                                    <p:animEffect filter="fade" transition="in">
                                      <p:cBhvr>
                                        <p:cTn dur="1000"/>
                                        <p:tgtEl>
                                          <p:spTgt spid="3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5"/>
                                        </p:tgtEl>
                                        <p:attrNameLst>
                                          <p:attrName>style.visibility</p:attrName>
                                        </p:attrNameLst>
                                      </p:cBhvr>
                                      <p:to>
                                        <p:strVal val="visible"/>
                                      </p:to>
                                    </p:set>
                                    <p:animEffect filter="fade" transition="in">
                                      <p:cBhvr>
                                        <p:cTn dur="1000"/>
                                        <p:tgtEl>
                                          <p:spTgt spid="3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15"/>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Class Adapter</a:t>
            </a:r>
            <a:endParaRPr/>
          </a:p>
        </p:txBody>
      </p:sp>
      <p:sp>
        <p:nvSpPr>
          <p:cNvPr id="322" name="Google Shape;322;p15"/>
          <p:cNvSpPr txBox="1"/>
          <p:nvPr>
            <p:ph idx="1" type="body"/>
          </p:nvPr>
        </p:nvSpPr>
        <p:spPr>
          <a:xfrm>
            <a:off x="0" y="1600200"/>
            <a:ext cx="9144000" cy="1143001"/>
          </a:xfrm>
          <a:prstGeom prst="rect">
            <a:avLst/>
          </a:prstGeom>
          <a:noFill/>
          <a:ln>
            <a:noFill/>
          </a:ln>
        </p:spPr>
        <p:txBody>
          <a:bodyPr anchorCtr="0" anchor="t" bIns="45700" lIns="91425" spcFirstLastPara="1" rIns="91425" wrap="square" tIns="45700">
            <a:normAutofit/>
          </a:bodyPr>
          <a:lstStyle/>
          <a:p>
            <a:pPr indent="-342906" lvl="0" marL="342906" rtl="0" algn="l">
              <a:lnSpc>
                <a:spcPct val="100000"/>
              </a:lnSpc>
              <a:spcBef>
                <a:spcPts val="0"/>
              </a:spcBef>
              <a:spcAft>
                <a:spcPts val="0"/>
              </a:spcAft>
              <a:buSzPts val="1600"/>
              <a:buChar char="►"/>
            </a:pPr>
            <a:r>
              <a:rPr lang="en-US">
                <a:solidFill>
                  <a:srgbClr val="FFFF00"/>
                </a:solidFill>
              </a:rPr>
              <a:t>We want to adapt the existing ChittagongPizza, so it’s a Adaptee.</a:t>
            </a:r>
            <a:endParaRPr>
              <a:solidFill>
                <a:srgbClr val="FFFF00"/>
              </a:solidFill>
            </a:endParaRPr>
          </a:p>
          <a:p>
            <a:pPr indent="-342906" lvl="0" marL="342906" rtl="0" algn="l">
              <a:lnSpc>
                <a:spcPct val="100000"/>
              </a:lnSpc>
              <a:spcBef>
                <a:spcPts val="1000"/>
              </a:spcBef>
              <a:spcAft>
                <a:spcPts val="0"/>
              </a:spcAft>
              <a:buSzPts val="1440"/>
              <a:buChar char="►"/>
            </a:pPr>
            <a:r>
              <a:rPr lang="en-US" sz="1800"/>
              <a:t>To do so, </a:t>
            </a:r>
            <a:r>
              <a:rPr b="1" lang="en-US" sz="1800"/>
              <a:t>introduce a </a:t>
            </a:r>
            <a:r>
              <a:rPr lang="en-US" sz="1800"/>
              <a:t>Class Adapater</a:t>
            </a:r>
            <a:r>
              <a:rPr b="1" lang="en-US" sz="1800"/>
              <a:t>, ChittagongClassAdapter</a:t>
            </a:r>
            <a:endParaRPr b="1" sz="1800"/>
          </a:p>
        </p:txBody>
      </p:sp>
      <p:sp>
        <p:nvSpPr>
          <p:cNvPr id="323" name="Google Shape;323;p15"/>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sp>
        <p:nvSpPr>
          <p:cNvPr id="324" name="Google Shape;324;p15"/>
          <p:cNvSpPr txBox="1"/>
          <p:nvPr/>
        </p:nvSpPr>
        <p:spPr>
          <a:xfrm>
            <a:off x="227001" y="2636912"/>
            <a:ext cx="8686800" cy="286232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Public class ChittagongClassAdapter extends ChittagongPizza implements 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public void toppings(){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this.sausage();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public void bun(){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this.bread();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325" name="Google Shape;325;p15"/>
          <p:cNvSpPr txBox="1"/>
          <p:nvPr/>
        </p:nvSpPr>
        <p:spPr>
          <a:xfrm>
            <a:off x="4781328" y="3212976"/>
            <a:ext cx="4104456" cy="258532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public class ChittagongPizza{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public void sausage(){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print(“Ctg 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public void bread(){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print(“Ctg bread”);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0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cxnSp>
        <p:nvCxnSpPr>
          <p:cNvPr id="326" name="Google Shape;326;p15"/>
          <p:cNvCxnSpPr/>
          <p:nvPr/>
        </p:nvCxnSpPr>
        <p:spPr>
          <a:xfrm>
            <a:off x="2915816" y="3645024"/>
            <a:ext cx="2160240" cy="72008"/>
          </a:xfrm>
          <a:prstGeom prst="straightConnector1">
            <a:avLst/>
          </a:prstGeom>
          <a:noFill/>
          <a:ln cap="flat" cmpd="sng" w="25400">
            <a:solidFill>
              <a:srgbClr val="86D1D8"/>
            </a:solidFill>
            <a:prstDash val="solid"/>
            <a:round/>
            <a:headEnd len="sm" w="sm" type="none"/>
            <a:tailEnd len="med" w="med" type="stealth"/>
          </a:ln>
        </p:spPr>
      </p:cxnSp>
      <p:cxnSp>
        <p:nvCxnSpPr>
          <p:cNvPr id="327" name="Google Shape;327;p15"/>
          <p:cNvCxnSpPr/>
          <p:nvPr/>
        </p:nvCxnSpPr>
        <p:spPr>
          <a:xfrm>
            <a:off x="2621088" y="4469633"/>
            <a:ext cx="2526976" cy="72008"/>
          </a:xfrm>
          <a:prstGeom prst="straightConnector1">
            <a:avLst/>
          </a:prstGeom>
          <a:noFill/>
          <a:ln cap="flat" cmpd="sng" w="25400">
            <a:solidFill>
              <a:srgbClr val="86D1D8"/>
            </a:solidFill>
            <a:prstDash val="solid"/>
            <a:round/>
            <a:headEnd len="sm" w="sm" type="none"/>
            <a:tailEnd len="med" w="med" type="stealth"/>
          </a:ln>
        </p:spPr>
      </p:cxnSp>
      <p:pic>
        <p:nvPicPr>
          <p:cNvPr descr="brac.png" id="328" name="Google Shape;328;p15"/>
          <p:cNvPicPr preferRelativeResize="0"/>
          <p:nvPr/>
        </p:nvPicPr>
        <p:blipFill rotWithShape="1">
          <a:blip r:embed="rId3">
            <a:alphaModFix/>
          </a:blip>
          <a:srcRect b="0" l="0" r="0" t="0"/>
          <a:stretch/>
        </p:blipFill>
        <p:spPr>
          <a:xfrm>
            <a:off x="7772400" y="5829300"/>
            <a:ext cx="1371600" cy="1066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xEl>
                                              <p:pRg end="0" st="0"/>
                                            </p:txEl>
                                          </p:spTgt>
                                        </p:tgtEl>
                                        <p:attrNameLst>
                                          <p:attrName>style.visibility</p:attrName>
                                        </p:attrNameLst>
                                      </p:cBhvr>
                                      <p:to>
                                        <p:strVal val="visible"/>
                                      </p:to>
                                    </p:set>
                                    <p:animEffect filter="fade" transition="in">
                                      <p:cBhvr>
                                        <p:cTn dur="1000"/>
                                        <p:tgtEl>
                                          <p:spTgt spid="32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xEl>
                                              <p:pRg end="1" st="1"/>
                                            </p:txEl>
                                          </p:spTgt>
                                        </p:tgtEl>
                                        <p:attrNameLst>
                                          <p:attrName>style.visibility</p:attrName>
                                        </p:attrNameLst>
                                      </p:cBhvr>
                                      <p:to>
                                        <p:strVal val="visible"/>
                                      </p:to>
                                    </p:set>
                                    <p:animEffect filter="fade" transition="in">
                                      <p:cBhvr>
                                        <p:cTn dur="1000"/>
                                        <p:tgtEl>
                                          <p:spTgt spid="32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
                                        </p:tgtEl>
                                        <p:attrNameLst>
                                          <p:attrName>style.visibility</p:attrName>
                                        </p:attrNameLst>
                                      </p:cBhvr>
                                      <p:to>
                                        <p:strVal val="visible"/>
                                      </p:to>
                                    </p:set>
                                    <p:animEffect filter="fade" transition="in">
                                      <p:cBhvr>
                                        <p:cTn dur="1000"/>
                                        <p:tgtEl>
                                          <p:spTgt spid="3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gtEl>
                                        <p:attrNameLst>
                                          <p:attrName>style.visibility</p:attrName>
                                        </p:attrNameLst>
                                      </p:cBhvr>
                                      <p:to>
                                        <p:strVal val="visible"/>
                                      </p:to>
                                    </p:set>
                                    <p:animEffect filter="fade" transition="in">
                                      <p:cBhvr>
                                        <p:cTn dur="1000"/>
                                        <p:tgtEl>
                                          <p:spTgt spid="3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16"/>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Class Adapter</a:t>
            </a:r>
            <a:endParaRPr/>
          </a:p>
        </p:txBody>
      </p:sp>
      <p:sp>
        <p:nvSpPr>
          <p:cNvPr id="334" name="Google Shape;334;p16"/>
          <p:cNvSpPr txBox="1"/>
          <p:nvPr>
            <p:ph idx="1" type="body"/>
          </p:nvPr>
        </p:nvSpPr>
        <p:spPr>
          <a:xfrm>
            <a:off x="0" y="1600200"/>
            <a:ext cx="9144000" cy="1143001"/>
          </a:xfrm>
          <a:prstGeom prst="rect">
            <a:avLst/>
          </a:prstGeom>
          <a:noFill/>
          <a:ln>
            <a:noFill/>
          </a:ln>
        </p:spPr>
        <p:txBody>
          <a:bodyPr anchorCtr="0" anchor="t" bIns="45700" lIns="91425" spcFirstLastPara="1" rIns="91425" wrap="square" tIns="45700">
            <a:normAutofit lnSpcReduction="10000"/>
          </a:bodyPr>
          <a:lstStyle/>
          <a:p>
            <a:pPr indent="-342906" lvl="0" marL="342906" rtl="0" algn="l">
              <a:lnSpc>
                <a:spcPct val="100000"/>
              </a:lnSpc>
              <a:spcBef>
                <a:spcPts val="0"/>
              </a:spcBef>
              <a:spcAft>
                <a:spcPts val="0"/>
              </a:spcAft>
              <a:buSzPts val="1600"/>
              <a:buChar char="►"/>
            </a:pPr>
            <a:r>
              <a:rPr lang="en-US">
                <a:solidFill>
                  <a:srgbClr val="FFFF00"/>
                </a:solidFill>
              </a:rPr>
              <a:t>We want to adapt the existing ChittagongPizza, so it’s a Adaptee</a:t>
            </a:r>
            <a:r>
              <a:rPr lang="en-US"/>
              <a:t>.</a:t>
            </a:r>
            <a:endParaRPr/>
          </a:p>
          <a:p>
            <a:pPr indent="-342906" lvl="0" marL="342906" rtl="0" algn="l">
              <a:lnSpc>
                <a:spcPct val="100000"/>
              </a:lnSpc>
              <a:spcBef>
                <a:spcPts val="1000"/>
              </a:spcBef>
              <a:spcAft>
                <a:spcPts val="0"/>
              </a:spcAft>
              <a:buSzPts val="1440"/>
              <a:buChar char="►"/>
            </a:pPr>
            <a:r>
              <a:rPr lang="en-US" sz="1800"/>
              <a:t>To do so, </a:t>
            </a:r>
            <a:r>
              <a:rPr b="1" lang="en-US" sz="1800"/>
              <a:t>introduce a </a:t>
            </a:r>
            <a:r>
              <a:rPr lang="en-US" sz="1800"/>
              <a:t>Class Adapater</a:t>
            </a:r>
            <a:r>
              <a:rPr b="1" lang="en-US" sz="1800"/>
              <a:t>, ChittagongClassAdapter</a:t>
            </a:r>
            <a:endParaRPr b="1" sz="1800"/>
          </a:p>
          <a:p>
            <a:pPr indent="-342906" lvl="0" marL="342906" rtl="0" algn="l">
              <a:lnSpc>
                <a:spcPct val="100000"/>
              </a:lnSpc>
              <a:spcBef>
                <a:spcPts val="1000"/>
              </a:spcBef>
              <a:spcAft>
                <a:spcPts val="0"/>
              </a:spcAft>
              <a:buSzPts val="1440"/>
              <a:buChar char="►"/>
            </a:pPr>
            <a:r>
              <a:rPr b="1" lang="en-US" sz="1800">
                <a:solidFill>
                  <a:srgbClr val="86D1D8"/>
                </a:solidFill>
              </a:rPr>
              <a:t>Customer use the adapter to adapt the adaptee.</a:t>
            </a:r>
            <a:endParaRPr b="1" sz="1800">
              <a:solidFill>
                <a:srgbClr val="86D1D8"/>
              </a:solidFill>
            </a:endParaRPr>
          </a:p>
        </p:txBody>
      </p:sp>
      <p:sp>
        <p:nvSpPr>
          <p:cNvPr id="335" name="Google Shape;335;p16"/>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sp>
        <p:nvSpPr>
          <p:cNvPr id="336" name="Google Shape;336;p16"/>
          <p:cNvSpPr txBox="1"/>
          <p:nvPr/>
        </p:nvSpPr>
        <p:spPr>
          <a:xfrm>
            <a:off x="227001" y="2636912"/>
            <a:ext cx="8686800" cy="258532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Public class ChittagongClassAdapter extends ChittagongPizza implements 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public void toppings(){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this.sausage();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public void bun(){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this.bread();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337" name="Google Shape;337;p16"/>
          <p:cNvSpPr txBox="1"/>
          <p:nvPr/>
        </p:nvSpPr>
        <p:spPr>
          <a:xfrm>
            <a:off x="4781328" y="3212976"/>
            <a:ext cx="4104456" cy="258532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public class ChittagongPizza{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public void sausage(){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print(“Ctg 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public void bread(){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print(“Ctg bread”);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0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cxnSp>
        <p:nvCxnSpPr>
          <p:cNvPr id="338" name="Google Shape;338;p16"/>
          <p:cNvCxnSpPr/>
          <p:nvPr/>
        </p:nvCxnSpPr>
        <p:spPr>
          <a:xfrm>
            <a:off x="2915816" y="3645024"/>
            <a:ext cx="2160240" cy="72008"/>
          </a:xfrm>
          <a:prstGeom prst="straightConnector1">
            <a:avLst/>
          </a:prstGeom>
          <a:noFill/>
          <a:ln cap="flat" cmpd="sng" w="25400">
            <a:solidFill>
              <a:srgbClr val="FF0000"/>
            </a:solidFill>
            <a:prstDash val="solid"/>
            <a:round/>
            <a:headEnd len="sm" w="sm" type="none"/>
            <a:tailEnd len="med" w="med" type="stealth"/>
          </a:ln>
        </p:spPr>
      </p:cxnSp>
      <p:cxnSp>
        <p:nvCxnSpPr>
          <p:cNvPr id="339" name="Google Shape;339;p16"/>
          <p:cNvCxnSpPr/>
          <p:nvPr/>
        </p:nvCxnSpPr>
        <p:spPr>
          <a:xfrm>
            <a:off x="2621088" y="4469633"/>
            <a:ext cx="2526976" cy="72008"/>
          </a:xfrm>
          <a:prstGeom prst="straightConnector1">
            <a:avLst/>
          </a:prstGeom>
          <a:noFill/>
          <a:ln cap="flat" cmpd="sng" w="25400">
            <a:solidFill>
              <a:srgbClr val="FF0000"/>
            </a:solidFill>
            <a:prstDash val="solid"/>
            <a:round/>
            <a:headEnd len="sm" w="sm" type="none"/>
            <a:tailEnd len="med" w="med" type="stealth"/>
          </a:ln>
        </p:spPr>
      </p:cxnSp>
      <p:sp>
        <p:nvSpPr>
          <p:cNvPr id="340" name="Google Shape;340;p16"/>
          <p:cNvSpPr txBox="1"/>
          <p:nvPr/>
        </p:nvSpPr>
        <p:spPr>
          <a:xfrm>
            <a:off x="227001" y="5397818"/>
            <a:ext cx="8686800"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EFD37E"/>
                </a:solidFill>
                <a:latin typeface="Century Gothic"/>
                <a:ea typeface="Century Gothic"/>
                <a:cs typeface="Century Gothic"/>
                <a:sym typeface="Century Gothic"/>
              </a:rPr>
              <a:t>From main method, customer call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86D1D8"/>
                </a:solidFill>
                <a:latin typeface="Century Gothic"/>
                <a:ea typeface="Century Gothic"/>
                <a:cs typeface="Century Gothic"/>
                <a:sym typeface="Century Gothic"/>
              </a:rPr>
              <a:t>Pizza adaptedPizza = new ChittagongClassAdapter();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86D1D8"/>
                </a:solidFill>
                <a:latin typeface="Century Gothic"/>
                <a:ea typeface="Century Gothic"/>
                <a:cs typeface="Century Gothic"/>
                <a:sym typeface="Century Gothic"/>
              </a:rPr>
              <a:t>adaptedPizza.toppings();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86D1D8"/>
                </a:solidFill>
                <a:latin typeface="Century Gothic"/>
                <a:ea typeface="Century Gothic"/>
                <a:cs typeface="Century Gothic"/>
                <a:sym typeface="Century Gothic"/>
              </a:rPr>
              <a:t>adaptedPizza.bun();</a:t>
            </a:r>
            <a:endParaRPr b="0" i="0" sz="1800" u="none" cap="none" strike="noStrike">
              <a:solidFill>
                <a:srgbClr val="86D1D8"/>
              </a:solidFill>
              <a:latin typeface="Century Gothic"/>
              <a:ea typeface="Century Gothic"/>
              <a:cs typeface="Century Gothic"/>
              <a:sym typeface="Century Gothic"/>
            </a:endParaRPr>
          </a:p>
        </p:txBody>
      </p:sp>
      <p:cxnSp>
        <p:nvCxnSpPr>
          <p:cNvPr id="341" name="Google Shape;341;p16"/>
          <p:cNvCxnSpPr/>
          <p:nvPr/>
        </p:nvCxnSpPr>
        <p:spPr>
          <a:xfrm rot="-5400000">
            <a:off x="-631937" y="4226095"/>
            <a:ext cx="2369400" cy="693600"/>
          </a:xfrm>
          <a:prstGeom prst="bentConnector3">
            <a:avLst>
              <a:gd fmla="val 99163" name="adj1"/>
            </a:avLst>
          </a:prstGeom>
          <a:noFill/>
          <a:ln cap="flat" cmpd="sng" w="25400">
            <a:solidFill>
              <a:srgbClr val="FF0000"/>
            </a:solidFill>
            <a:prstDash val="solid"/>
            <a:round/>
            <a:headEnd len="sm" w="sm" type="none"/>
            <a:tailEnd len="med" w="med" type="stealth"/>
          </a:ln>
        </p:spPr>
      </p:cxnSp>
      <p:pic>
        <p:nvPicPr>
          <p:cNvPr descr="brac.png" id="342" name="Google Shape;342;p16"/>
          <p:cNvPicPr preferRelativeResize="0"/>
          <p:nvPr/>
        </p:nvPicPr>
        <p:blipFill rotWithShape="1">
          <a:blip r:embed="rId3">
            <a:alphaModFix/>
          </a:blip>
          <a:srcRect b="0" l="0" r="0" t="0"/>
          <a:stretch/>
        </p:blipFill>
        <p:spPr>
          <a:xfrm>
            <a:off x="7772400" y="5829300"/>
            <a:ext cx="1371600" cy="1066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4">
                                            <p:txEl>
                                              <p:pRg end="0" st="0"/>
                                            </p:txEl>
                                          </p:spTgt>
                                        </p:tgtEl>
                                        <p:attrNameLst>
                                          <p:attrName>style.visibility</p:attrName>
                                        </p:attrNameLst>
                                      </p:cBhvr>
                                      <p:to>
                                        <p:strVal val="visible"/>
                                      </p:to>
                                    </p:set>
                                    <p:animEffect filter="fade" transition="in">
                                      <p:cBhvr>
                                        <p:cTn dur="1000"/>
                                        <p:tgtEl>
                                          <p:spTgt spid="33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4">
                                            <p:txEl>
                                              <p:pRg end="1" st="1"/>
                                            </p:txEl>
                                          </p:spTgt>
                                        </p:tgtEl>
                                        <p:attrNameLst>
                                          <p:attrName>style.visibility</p:attrName>
                                        </p:attrNameLst>
                                      </p:cBhvr>
                                      <p:to>
                                        <p:strVal val="visible"/>
                                      </p:to>
                                    </p:set>
                                    <p:animEffect filter="fade" transition="in">
                                      <p:cBhvr>
                                        <p:cTn dur="1000"/>
                                        <p:tgtEl>
                                          <p:spTgt spid="33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4">
                                            <p:txEl>
                                              <p:pRg end="2" st="2"/>
                                            </p:txEl>
                                          </p:spTgt>
                                        </p:tgtEl>
                                        <p:attrNameLst>
                                          <p:attrName>style.visibility</p:attrName>
                                        </p:attrNameLst>
                                      </p:cBhvr>
                                      <p:to>
                                        <p:strVal val="visible"/>
                                      </p:to>
                                    </p:set>
                                    <p:animEffect filter="fade" transition="in">
                                      <p:cBhvr>
                                        <p:cTn dur="1000"/>
                                        <p:tgtEl>
                                          <p:spTgt spid="33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7"/>
                                        </p:tgtEl>
                                        <p:attrNameLst>
                                          <p:attrName>style.visibility</p:attrName>
                                        </p:attrNameLst>
                                      </p:cBhvr>
                                      <p:to>
                                        <p:strVal val="visible"/>
                                      </p:to>
                                    </p:set>
                                    <p:animEffect filter="fade" transition="in">
                                      <p:cBhvr>
                                        <p:cTn dur="1000"/>
                                        <p:tgtEl>
                                          <p:spTgt spid="3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6"/>
                                        </p:tgtEl>
                                        <p:attrNameLst>
                                          <p:attrName>style.visibility</p:attrName>
                                        </p:attrNameLst>
                                      </p:cBhvr>
                                      <p:to>
                                        <p:strVal val="visible"/>
                                      </p:to>
                                    </p:set>
                                    <p:animEffect filter="fade" transition="in">
                                      <p:cBhvr>
                                        <p:cTn dur="1000"/>
                                        <p:tgtEl>
                                          <p:spTgt spid="3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17"/>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Adapter Pattern</a:t>
            </a:r>
            <a:endParaRPr/>
          </a:p>
        </p:txBody>
      </p:sp>
      <p:sp>
        <p:nvSpPr>
          <p:cNvPr id="348" name="Google Shape;348;p17"/>
          <p:cNvSpPr txBox="1"/>
          <p:nvPr>
            <p:ph idx="1" type="body"/>
          </p:nvPr>
        </p:nvSpPr>
        <p:spPr>
          <a:xfrm>
            <a:off x="483974" y="1412777"/>
            <a:ext cx="8552522" cy="483563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600"/>
              <a:buNone/>
            </a:pPr>
            <a:r>
              <a:rPr b="1" lang="en-US"/>
              <a:t>Participants: </a:t>
            </a:r>
            <a:endParaRPr/>
          </a:p>
          <a:p>
            <a:pPr indent="-342906" lvl="0" marL="342906" rtl="0" algn="l">
              <a:lnSpc>
                <a:spcPct val="100000"/>
              </a:lnSpc>
              <a:spcBef>
                <a:spcPts val="1000"/>
              </a:spcBef>
              <a:spcAft>
                <a:spcPts val="0"/>
              </a:spcAft>
              <a:buSzPts val="1600"/>
              <a:buChar char="►"/>
            </a:pPr>
            <a:r>
              <a:rPr b="1" lang="en-US">
                <a:solidFill>
                  <a:srgbClr val="EFD37E"/>
                </a:solidFill>
              </a:rPr>
              <a:t>Target: </a:t>
            </a:r>
            <a:r>
              <a:rPr lang="en-US"/>
              <a:t>defines the domain-specific interface that Client uses. (ex: Pizza)</a:t>
            </a:r>
            <a:endParaRPr/>
          </a:p>
          <a:p>
            <a:pPr indent="-342906" lvl="0" marL="342906" rtl="0" algn="l">
              <a:lnSpc>
                <a:spcPct val="100000"/>
              </a:lnSpc>
              <a:spcBef>
                <a:spcPts val="1000"/>
              </a:spcBef>
              <a:spcAft>
                <a:spcPts val="0"/>
              </a:spcAft>
              <a:buSzPts val="1600"/>
              <a:buChar char="►"/>
            </a:pPr>
            <a:r>
              <a:rPr b="1" lang="en-US">
                <a:solidFill>
                  <a:srgbClr val="EFD37E"/>
                </a:solidFill>
              </a:rPr>
              <a:t>Client: </a:t>
            </a:r>
            <a:r>
              <a:rPr lang="en-US"/>
              <a:t>collaborates with objects conforming to the Target interface.</a:t>
            </a:r>
            <a:endParaRPr/>
          </a:p>
          <a:p>
            <a:pPr indent="-342906" lvl="0" marL="342906" rtl="0" algn="l">
              <a:lnSpc>
                <a:spcPct val="100000"/>
              </a:lnSpc>
              <a:spcBef>
                <a:spcPts val="1000"/>
              </a:spcBef>
              <a:spcAft>
                <a:spcPts val="0"/>
              </a:spcAft>
              <a:buSzPts val="1600"/>
              <a:buChar char="►"/>
            </a:pPr>
            <a:r>
              <a:rPr b="1" lang="en-US">
                <a:solidFill>
                  <a:srgbClr val="EFD37E"/>
                </a:solidFill>
              </a:rPr>
              <a:t>Adaptee: </a:t>
            </a:r>
            <a:r>
              <a:rPr lang="en-US"/>
              <a:t>defines an existing interface that needs adapting (ex: ChittagongPizza)</a:t>
            </a:r>
            <a:endParaRPr b="1"/>
          </a:p>
          <a:p>
            <a:pPr indent="-342906" lvl="0" marL="342906" rtl="0" algn="l">
              <a:lnSpc>
                <a:spcPct val="100000"/>
              </a:lnSpc>
              <a:spcBef>
                <a:spcPts val="1000"/>
              </a:spcBef>
              <a:spcAft>
                <a:spcPts val="0"/>
              </a:spcAft>
              <a:buSzPts val="1600"/>
              <a:buChar char="►"/>
            </a:pPr>
            <a:r>
              <a:rPr b="1" lang="en-US">
                <a:solidFill>
                  <a:srgbClr val="EFD37E"/>
                </a:solidFill>
              </a:rPr>
              <a:t>Adapter: </a:t>
            </a:r>
            <a:r>
              <a:rPr lang="en-US"/>
              <a:t>adapts the interface of Adaptee to the Target interface. (ex: ChittagongClassAdapter)</a:t>
            </a:r>
            <a:endParaRPr/>
          </a:p>
          <a:p>
            <a:pPr indent="0" lvl="0" marL="0" rtl="0" algn="l">
              <a:lnSpc>
                <a:spcPct val="100000"/>
              </a:lnSpc>
              <a:spcBef>
                <a:spcPts val="1000"/>
              </a:spcBef>
              <a:spcAft>
                <a:spcPts val="0"/>
              </a:spcAft>
              <a:buSzPts val="1600"/>
              <a:buNone/>
            </a:pPr>
            <a:r>
              <a:t/>
            </a:r>
            <a:endParaRPr/>
          </a:p>
        </p:txBody>
      </p:sp>
      <p:sp>
        <p:nvSpPr>
          <p:cNvPr id="349" name="Google Shape;349;p17"/>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50" name="Google Shape;350;p17"/>
          <p:cNvPicPr preferRelativeResize="0"/>
          <p:nvPr/>
        </p:nvPicPr>
        <p:blipFill rotWithShape="1">
          <a:blip r:embed="rId3">
            <a:alphaModFix/>
          </a:blip>
          <a:srcRect b="0" l="0" r="0" t="0"/>
          <a:stretch/>
        </p:blipFill>
        <p:spPr>
          <a:xfrm>
            <a:off x="7772400" y="5829300"/>
            <a:ext cx="1371600" cy="10668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18"/>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Adapter Pattern</a:t>
            </a:r>
            <a:endParaRPr/>
          </a:p>
        </p:txBody>
      </p:sp>
      <p:sp>
        <p:nvSpPr>
          <p:cNvPr id="356" name="Google Shape;356;p18"/>
          <p:cNvSpPr txBox="1"/>
          <p:nvPr>
            <p:ph idx="1" type="body"/>
          </p:nvPr>
        </p:nvSpPr>
        <p:spPr>
          <a:xfrm>
            <a:off x="827700" y="2052925"/>
            <a:ext cx="6711654" cy="4195481"/>
          </a:xfrm>
          <a:prstGeom prst="rect">
            <a:avLst/>
          </a:prstGeom>
          <a:noFill/>
          <a:ln>
            <a:noFill/>
          </a:ln>
        </p:spPr>
        <p:txBody>
          <a:bodyPr anchorCtr="0" anchor="t" bIns="45700" lIns="91425" spcFirstLastPara="1" rIns="91425" wrap="square" tIns="45700">
            <a:normAutofit/>
          </a:bodyPr>
          <a:lstStyle/>
          <a:p>
            <a:pPr indent="-342906" lvl="0" marL="342906" rtl="0" algn="l">
              <a:lnSpc>
                <a:spcPct val="100000"/>
              </a:lnSpc>
              <a:spcBef>
                <a:spcPts val="0"/>
              </a:spcBef>
              <a:spcAft>
                <a:spcPts val="0"/>
              </a:spcAft>
              <a:buSzPts val="1600"/>
              <a:buChar char="►"/>
            </a:pPr>
            <a:r>
              <a:rPr b="1" lang="en-US"/>
              <a:t>Structure:</a:t>
            </a:r>
            <a:endParaRPr/>
          </a:p>
          <a:p>
            <a:pPr indent="0" lvl="0" marL="0" rtl="0" algn="l">
              <a:lnSpc>
                <a:spcPct val="100000"/>
              </a:lnSpc>
              <a:spcBef>
                <a:spcPts val="1000"/>
              </a:spcBef>
              <a:spcAft>
                <a:spcPts val="0"/>
              </a:spcAft>
              <a:buSzPts val="1600"/>
              <a:buNone/>
            </a:pPr>
            <a:r>
              <a:t/>
            </a:r>
            <a:endParaRPr/>
          </a:p>
        </p:txBody>
      </p:sp>
      <p:pic>
        <p:nvPicPr>
          <p:cNvPr id="357" name="Google Shape;357;p18"/>
          <p:cNvPicPr preferRelativeResize="0"/>
          <p:nvPr/>
        </p:nvPicPr>
        <p:blipFill rotWithShape="1">
          <a:blip r:embed="rId3">
            <a:alphaModFix/>
          </a:blip>
          <a:srcRect b="0" l="0" r="0" t="0"/>
          <a:stretch/>
        </p:blipFill>
        <p:spPr>
          <a:xfrm>
            <a:off x="1479722" y="2996952"/>
            <a:ext cx="6184556" cy="2814754"/>
          </a:xfrm>
          <a:prstGeom prst="rect">
            <a:avLst/>
          </a:prstGeom>
          <a:noFill/>
          <a:ln>
            <a:noFill/>
          </a:ln>
        </p:spPr>
      </p:pic>
      <p:sp>
        <p:nvSpPr>
          <p:cNvPr id="358" name="Google Shape;358;p18"/>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59" name="Google Shape;359;p18"/>
          <p:cNvPicPr preferRelativeResize="0"/>
          <p:nvPr/>
        </p:nvPicPr>
        <p:blipFill rotWithShape="1">
          <a:blip r:embed="rId4">
            <a:alphaModFix/>
          </a:blip>
          <a:srcRect b="0" l="0" r="0" t="0"/>
          <a:stretch/>
        </p:blipFill>
        <p:spPr>
          <a:xfrm>
            <a:off x="7772400" y="5829300"/>
            <a:ext cx="1371600" cy="10668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19"/>
          <p:cNvSpPr txBox="1"/>
          <p:nvPr>
            <p:ph type="title"/>
          </p:nvPr>
        </p:nvSpPr>
        <p:spPr>
          <a:xfrm>
            <a:off x="457200" y="274638"/>
            <a:ext cx="8229600" cy="70609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100000"/>
              </a:lnSpc>
              <a:spcBef>
                <a:spcPts val="0"/>
              </a:spcBef>
              <a:spcAft>
                <a:spcPts val="0"/>
              </a:spcAft>
              <a:buClr>
                <a:schemeClr val="lt2"/>
              </a:buClr>
              <a:buSzPct val="100000"/>
              <a:buFont typeface="Century Gothic"/>
              <a:buNone/>
            </a:pPr>
            <a:r>
              <a:rPr lang="en-US"/>
              <a:t>Object Adapter</a:t>
            </a:r>
            <a:endParaRPr/>
          </a:p>
        </p:txBody>
      </p:sp>
      <p:sp>
        <p:nvSpPr>
          <p:cNvPr id="365" name="Google Shape;365;p19"/>
          <p:cNvSpPr txBox="1"/>
          <p:nvPr>
            <p:ph idx="1" type="body"/>
          </p:nvPr>
        </p:nvSpPr>
        <p:spPr>
          <a:xfrm>
            <a:off x="539552" y="1196753"/>
            <a:ext cx="8229600" cy="864096"/>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100000"/>
              </a:lnSpc>
              <a:spcBef>
                <a:spcPts val="0"/>
              </a:spcBef>
              <a:spcAft>
                <a:spcPts val="0"/>
              </a:spcAft>
              <a:buSzPct val="80000"/>
              <a:buNone/>
            </a:pPr>
            <a:r>
              <a:rPr lang="en-US">
                <a:solidFill>
                  <a:srgbClr val="FFFF00"/>
                </a:solidFill>
              </a:rPr>
              <a:t>We have the existing adpatee.</a:t>
            </a:r>
            <a:endParaRPr/>
          </a:p>
          <a:p>
            <a:pPr indent="0" lvl="0" marL="0" rtl="0" algn="l">
              <a:lnSpc>
                <a:spcPct val="100000"/>
              </a:lnSpc>
              <a:spcBef>
                <a:spcPts val="1000"/>
              </a:spcBef>
              <a:spcAft>
                <a:spcPts val="0"/>
              </a:spcAft>
              <a:buSzPct val="80000"/>
              <a:buNone/>
            </a:pPr>
            <a:r>
              <a:rPr lang="en-US"/>
              <a:t>Now, create a object adapter for adapting the same ChittagongPizza </a:t>
            </a:r>
            <a:r>
              <a:rPr b="1" lang="en-US"/>
              <a:t>existing class</a:t>
            </a:r>
            <a:r>
              <a:rPr lang="en-US"/>
              <a:t>. </a:t>
            </a:r>
            <a:endParaRPr/>
          </a:p>
        </p:txBody>
      </p:sp>
      <p:sp>
        <p:nvSpPr>
          <p:cNvPr id="366" name="Google Shape;366;p19"/>
          <p:cNvSpPr txBox="1"/>
          <p:nvPr/>
        </p:nvSpPr>
        <p:spPr>
          <a:xfrm>
            <a:off x="251520" y="2204864"/>
            <a:ext cx="8147100" cy="369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public class ChittagongObjectAdapter implements 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t>
            </a:r>
            <a:r>
              <a:rPr b="1" i="0" lang="en-US" sz="1800" u="none" cap="none" strike="noStrike">
                <a:solidFill>
                  <a:srgbClr val="4CB9C3"/>
                </a:solidFill>
                <a:latin typeface="Century Gothic"/>
                <a:ea typeface="Century Gothic"/>
                <a:cs typeface="Century Gothic"/>
                <a:sym typeface="Century Gothic"/>
              </a:rPr>
              <a:t>private ChittagongPizza ctgPizza;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public ChittagongObjectAdapter(){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t>
            </a:r>
            <a:r>
              <a:rPr b="1" i="0" lang="en-US" sz="1800" u="none" cap="none" strike="noStrike">
                <a:solidFill>
                  <a:srgbClr val="4CB9C3"/>
                </a:solidFill>
                <a:latin typeface="Century Gothic"/>
                <a:ea typeface="Century Gothic"/>
                <a:cs typeface="Century Gothic"/>
                <a:sym typeface="Century Gothic"/>
              </a:rPr>
              <a:t>ctgPizza = new ChittagongPizza();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public void toppings(){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ctgPizza.sausage();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public void bun(){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ctgPizza.bread();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367" name="Google Shape;367;p19"/>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sp>
        <p:nvSpPr>
          <p:cNvPr id="368" name="Google Shape;368;p19"/>
          <p:cNvSpPr txBox="1"/>
          <p:nvPr/>
        </p:nvSpPr>
        <p:spPr>
          <a:xfrm>
            <a:off x="5017174" y="3573016"/>
            <a:ext cx="4104456" cy="258532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public class ChittagongPizza{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public void sausage(){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print(“Ctg 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public void bread(){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print(“Ctg bread”);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0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cxnSp>
        <p:nvCxnSpPr>
          <p:cNvPr id="369" name="Google Shape;369;p19"/>
          <p:cNvCxnSpPr/>
          <p:nvPr/>
        </p:nvCxnSpPr>
        <p:spPr>
          <a:xfrm flipH="1" rot="10800000">
            <a:off x="3459224" y="4067987"/>
            <a:ext cx="2016224" cy="241574"/>
          </a:xfrm>
          <a:prstGeom prst="straightConnector1">
            <a:avLst/>
          </a:prstGeom>
          <a:noFill/>
          <a:ln cap="flat" cmpd="sng" w="25400">
            <a:solidFill>
              <a:srgbClr val="86D1D8"/>
            </a:solidFill>
            <a:prstDash val="solid"/>
            <a:round/>
            <a:headEnd len="sm" w="sm" type="none"/>
            <a:tailEnd len="med" w="med" type="stealth"/>
          </a:ln>
        </p:spPr>
      </p:cxnSp>
      <p:cxnSp>
        <p:nvCxnSpPr>
          <p:cNvPr id="370" name="Google Shape;370;p19"/>
          <p:cNvCxnSpPr/>
          <p:nvPr/>
        </p:nvCxnSpPr>
        <p:spPr>
          <a:xfrm flipH="1" rot="10800000">
            <a:off x="3164496" y="4865677"/>
            <a:ext cx="2310952" cy="268492"/>
          </a:xfrm>
          <a:prstGeom prst="straightConnector1">
            <a:avLst/>
          </a:prstGeom>
          <a:noFill/>
          <a:ln cap="flat" cmpd="sng" w="25400">
            <a:solidFill>
              <a:srgbClr val="86D1D8"/>
            </a:solidFill>
            <a:prstDash val="solid"/>
            <a:round/>
            <a:headEnd len="sm" w="sm" type="none"/>
            <a:tailEnd len="med" w="med" type="stealth"/>
          </a:ln>
        </p:spPr>
      </p:cxnSp>
      <p:pic>
        <p:nvPicPr>
          <p:cNvPr descr="brac.png" id="371" name="Google Shape;371;p19"/>
          <p:cNvPicPr preferRelativeResize="0"/>
          <p:nvPr/>
        </p:nvPicPr>
        <p:blipFill rotWithShape="1">
          <a:blip r:embed="rId3">
            <a:alphaModFix/>
          </a:blip>
          <a:srcRect b="0" l="0" r="0" t="0"/>
          <a:stretch/>
        </p:blipFill>
        <p:spPr>
          <a:xfrm>
            <a:off x="7772400" y="5829300"/>
            <a:ext cx="1371600" cy="1066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5">
                                            <p:txEl>
                                              <p:pRg end="0" st="0"/>
                                            </p:txEl>
                                          </p:spTgt>
                                        </p:tgtEl>
                                        <p:attrNameLst>
                                          <p:attrName>style.visibility</p:attrName>
                                        </p:attrNameLst>
                                      </p:cBhvr>
                                      <p:to>
                                        <p:strVal val="visible"/>
                                      </p:to>
                                    </p:set>
                                    <p:animEffect filter="fade" transition="in">
                                      <p:cBhvr>
                                        <p:cTn dur="1000"/>
                                        <p:tgtEl>
                                          <p:spTgt spid="36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5">
                                            <p:txEl>
                                              <p:pRg end="1" st="1"/>
                                            </p:txEl>
                                          </p:spTgt>
                                        </p:tgtEl>
                                        <p:attrNameLst>
                                          <p:attrName>style.visibility</p:attrName>
                                        </p:attrNameLst>
                                      </p:cBhvr>
                                      <p:to>
                                        <p:strVal val="visible"/>
                                      </p:to>
                                    </p:set>
                                    <p:animEffect filter="fade" transition="in">
                                      <p:cBhvr>
                                        <p:cTn dur="1000"/>
                                        <p:tgtEl>
                                          <p:spTgt spid="36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8"/>
                                        </p:tgtEl>
                                        <p:attrNameLst>
                                          <p:attrName>style.visibility</p:attrName>
                                        </p:attrNameLst>
                                      </p:cBhvr>
                                      <p:to>
                                        <p:strVal val="visible"/>
                                      </p:to>
                                    </p:set>
                                    <p:animEffect filter="fade" transition="in">
                                      <p:cBhvr>
                                        <p:cTn dur="1000"/>
                                        <p:tgtEl>
                                          <p:spTgt spid="3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6"/>
                                        </p:tgtEl>
                                        <p:attrNameLst>
                                          <p:attrName>style.visibility</p:attrName>
                                        </p:attrNameLst>
                                      </p:cBhvr>
                                      <p:to>
                                        <p:strVal val="visible"/>
                                      </p:to>
                                    </p:set>
                                    <p:animEffect filter="fade" transition="in">
                                      <p:cBhvr>
                                        <p:cTn dur="1000"/>
                                        <p:tgtEl>
                                          <p:spTgt spid="3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20"/>
          <p:cNvSpPr txBox="1"/>
          <p:nvPr>
            <p:ph type="title"/>
          </p:nvPr>
        </p:nvSpPr>
        <p:spPr>
          <a:xfrm>
            <a:off x="484710" y="452718"/>
            <a:ext cx="7055380" cy="74403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US"/>
              <a:t>Pros and Cons</a:t>
            </a:r>
            <a:endParaRPr/>
          </a:p>
        </p:txBody>
      </p:sp>
      <p:sp>
        <p:nvSpPr>
          <p:cNvPr id="377" name="Google Shape;377;p20"/>
          <p:cNvSpPr txBox="1"/>
          <p:nvPr>
            <p:ph idx="1" type="body"/>
          </p:nvPr>
        </p:nvSpPr>
        <p:spPr>
          <a:xfrm>
            <a:off x="323528" y="1268761"/>
            <a:ext cx="7215826" cy="4979646"/>
          </a:xfrm>
          <a:prstGeom prst="rect">
            <a:avLst/>
          </a:prstGeom>
          <a:noFill/>
          <a:ln>
            <a:noFill/>
          </a:ln>
        </p:spPr>
        <p:txBody>
          <a:bodyPr anchorCtr="0" anchor="t" bIns="45700" lIns="91425" spcFirstLastPara="1" rIns="91425" wrap="square" tIns="45700">
            <a:normAutofit/>
          </a:bodyPr>
          <a:lstStyle/>
          <a:p>
            <a:pPr indent="-342906" lvl="0" marL="342906" rtl="0" algn="l">
              <a:lnSpc>
                <a:spcPct val="100000"/>
              </a:lnSpc>
              <a:spcBef>
                <a:spcPts val="0"/>
              </a:spcBef>
              <a:spcAft>
                <a:spcPts val="0"/>
              </a:spcAft>
              <a:buSzPts val="1600"/>
              <a:buChar char="►"/>
            </a:pPr>
            <a:r>
              <a:rPr b="1" lang="en-US">
                <a:solidFill>
                  <a:srgbClr val="EFD37E"/>
                </a:solidFill>
              </a:rPr>
              <a:t>Class Adapter: </a:t>
            </a:r>
            <a:r>
              <a:rPr lang="en-US">
                <a:solidFill>
                  <a:srgbClr val="FFFF00"/>
                </a:solidFill>
              </a:rPr>
              <a:t>in this case, as it extends the adaptee</a:t>
            </a:r>
            <a:r>
              <a:rPr lang="en-US"/>
              <a:t>, it can override the adaptee’s methods. But, It can not use the adaptee’s subclasses.</a:t>
            </a:r>
            <a:endParaRPr/>
          </a:p>
          <a:p>
            <a:pPr indent="-342906" lvl="0" marL="342906" rtl="0" algn="l">
              <a:lnSpc>
                <a:spcPct val="100000"/>
              </a:lnSpc>
              <a:spcBef>
                <a:spcPts val="1000"/>
              </a:spcBef>
              <a:spcAft>
                <a:spcPts val="0"/>
              </a:spcAft>
              <a:buSzPts val="1600"/>
              <a:buChar char="►"/>
            </a:pPr>
            <a:r>
              <a:rPr b="1" lang="en-US">
                <a:solidFill>
                  <a:srgbClr val="EFD37E"/>
                </a:solidFill>
              </a:rPr>
              <a:t>Object Adapter: </a:t>
            </a:r>
            <a:r>
              <a:rPr lang="en-US">
                <a:solidFill>
                  <a:srgbClr val="FFFF00"/>
                </a:solidFill>
              </a:rPr>
              <a:t>As we use object</a:t>
            </a:r>
            <a:r>
              <a:rPr lang="en-US">
                <a:solidFill>
                  <a:srgbClr val="EFD37E"/>
                </a:solidFill>
              </a:rPr>
              <a:t>, a </a:t>
            </a:r>
            <a:r>
              <a:rPr lang="en-US"/>
              <a:t>parent class object can store subclass object. So,</a:t>
            </a:r>
            <a:r>
              <a:rPr lang="en-US">
                <a:solidFill>
                  <a:srgbClr val="EFD37E"/>
                </a:solidFill>
              </a:rPr>
              <a:t> </a:t>
            </a:r>
            <a:r>
              <a:rPr lang="en-US"/>
              <a:t>It can adapt the subclasses as well. However, it can not override any behaviour of adaptee.</a:t>
            </a:r>
            <a:endParaRPr/>
          </a:p>
          <a:p>
            <a:pPr indent="0" lvl="0" marL="0" rtl="0" algn="l">
              <a:lnSpc>
                <a:spcPct val="100000"/>
              </a:lnSpc>
              <a:spcBef>
                <a:spcPts val="1000"/>
              </a:spcBef>
              <a:spcAft>
                <a:spcPts val="0"/>
              </a:spcAft>
              <a:buNone/>
            </a:pPr>
            <a:r>
              <a:t/>
            </a:r>
            <a:endParaRPr/>
          </a:p>
          <a:p>
            <a:pPr indent="0" lvl="0" marL="0" rtl="0" algn="l">
              <a:lnSpc>
                <a:spcPct val="100000"/>
              </a:lnSpc>
              <a:spcBef>
                <a:spcPts val="1000"/>
              </a:spcBef>
              <a:spcAft>
                <a:spcPts val="0"/>
              </a:spcAft>
              <a:buNone/>
            </a:pPr>
            <a:r>
              <a:t/>
            </a:r>
            <a:endParaRPr/>
          </a:p>
          <a:p>
            <a:pPr indent="0" lvl="0" marL="0" rtl="0" algn="l">
              <a:lnSpc>
                <a:spcPct val="100000"/>
              </a:lnSpc>
              <a:spcBef>
                <a:spcPts val="1000"/>
              </a:spcBef>
              <a:spcAft>
                <a:spcPts val="0"/>
              </a:spcAft>
              <a:buSzPts val="1600"/>
              <a:buNone/>
            </a:pPr>
            <a:r>
              <a:rPr lang="en-US"/>
              <a:t>Read more: </a:t>
            </a:r>
            <a:r>
              <a:rPr lang="en-US" u="sng">
                <a:solidFill>
                  <a:schemeClr val="hlink"/>
                </a:solidFill>
                <a:hlinkClick r:id="rId3"/>
              </a:rPr>
              <a:t>https://medium.com/@akshatsharma0610/adapter-design-pattern-in-java-fa20d6df25b8</a:t>
            </a:r>
            <a:endParaRPr/>
          </a:p>
          <a:p>
            <a:pPr indent="0" lvl="0" marL="0" rtl="0" algn="l">
              <a:lnSpc>
                <a:spcPct val="100000"/>
              </a:lnSpc>
              <a:spcBef>
                <a:spcPts val="1000"/>
              </a:spcBef>
              <a:spcAft>
                <a:spcPts val="0"/>
              </a:spcAft>
              <a:buSzPts val="1600"/>
              <a:buNone/>
            </a:pPr>
            <a:r>
              <a:t/>
            </a:r>
            <a:endParaRPr/>
          </a:p>
        </p:txBody>
      </p:sp>
      <p:sp>
        <p:nvSpPr>
          <p:cNvPr id="378" name="Google Shape;378;p20"/>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79" name="Google Shape;379;p20"/>
          <p:cNvPicPr preferRelativeResize="0"/>
          <p:nvPr/>
        </p:nvPicPr>
        <p:blipFill rotWithShape="1">
          <a:blip r:embed="rId4">
            <a:alphaModFix/>
          </a:blip>
          <a:srcRect b="0" l="0" r="0" t="0"/>
          <a:stretch/>
        </p:blipFill>
        <p:spPr>
          <a:xfrm>
            <a:off x="7772400" y="5829300"/>
            <a:ext cx="1371600" cy="10668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Ion">
  <a:themeElements>
    <a:clrScheme name="Ion">
      <a:dk1>
        <a:srgbClr val="000000"/>
      </a:dk1>
      <a:lt1>
        <a:srgbClr val="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2019-10-18T18:42:01Z</dcterms:created>
  <dc:creator>afrin</dc:creator>
</cp:coreProperties>
</file>