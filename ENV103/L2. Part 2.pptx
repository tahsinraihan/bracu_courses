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7" r:id="rId2"/>
    <p:sldId id="276" r:id="rId3"/>
    <p:sldId id="266" r:id="rId4"/>
    <p:sldId id="263" r:id="rId5"/>
    <p:sldId id="260" r:id="rId6"/>
    <p:sldId id="261" r:id="rId7"/>
    <p:sldId id="262" r:id="rId8"/>
    <p:sldId id="264" r:id="rId9"/>
    <p:sldId id="277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157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7/5/2020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7/5/2020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7/5/2020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7/5/2020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endParaRPr lang="en-US" sz="4400" b="1" dirty="0">
              <a:latin typeface="Comic Sans MS" pitchFamily="66" charset="0"/>
            </a:endParaRPr>
          </a:p>
          <a:p>
            <a:pPr algn="ctr">
              <a:buNone/>
            </a:pPr>
            <a:endParaRPr lang="en-US" sz="4400" b="1" dirty="0">
              <a:latin typeface="Comic Sans MS" pitchFamily="66" charset="0"/>
            </a:endParaRPr>
          </a:p>
          <a:p>
            <a:pPr algn="ctr">
              <a:buNone/>
            </a:pPr>
            <a:r>
              <a:rPr lang="en-US" sz="4400" b="1" dirty="0">
                <a:latin typeface="Comic Sans MS" pitchFamily="66" charset="0"/>
              </a:rPr>
              <a:t>Water Resource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225"/>
    </mc:Choice>
    <mc:Fallback xmlns="">
      <p:transition spd="slow" advTm="1722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1366421"/>
            <a:ext cx="86106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2400" dirty="0">
                <a:latin typeface="Comic Sans MS" pitchFamily="66" charset="0"/>
              </a:rPr>
              <a:t>We already know that water covers about three-quarters of the Earth’s surface, and</a:t>
            </a:r>
          </a:p>
          <a:p>
            <a:pPr algn="just">
              <a:buFont typeface="Arial" pitchFamily="34" charset="0"/>
              <a:buChar char="•"/>
            </a:pPr>
            <a:r>
              <a:rPr lang="en-US" sz="2400" dirty="0">
                <a:latin typeface="Comic Sans MS" pitchFamily="66" charset="0"/>
              </a:rPr>
              <a:t>It is essential to life (plants, animals, humans) </a:t>
            </a:r>
          </a:p>
          <a:p>
            <a:pPr algn="just">
              <a:buFont typeface="Arial" pitchFamily="34" charset="0"/>
              <a:buChar char="•"/>
            </a:pPr>
            <a:r>
              <a:rPr lang="en-US" sz="2400" dirty="0">
                <a:latin typeface="Comic Sans MS" pitchFamily="66" charset="0"/>
              </a:rPr>
              <a:t>Water is a renewable resource- that is after it has been used it returns to the water cycle and in time it will be used again.</a:t>
            </a:r>
          </a:p>
          <a:p>
            <a:pPr algn="just">
              <a:buFont typeface="Arial" pitchFamily="34" charset="0"/>
              <a:buChar char="•"/>
            </a:pPr>
            <a:r>
              <a:rPr lang="en-US" sz="2400" dirty="0">
                <a:latin typeface="Comic Sans MS" pitchFamily="66" charset="0"/>
              </a:rPr>
              <a:t>The total abundance of water on Earth might not seem to be a problem.</a:t>
            </a:r>
          </a:p>
          <a:p>
            <a:pPr algn="just">
              <a:buFont typeface="Arial" pitchFamily="34" charset="0"/>
              <a:buChar char="•"/>
            </a:pPr>
            <a:r>
              <a:rPr lang="en-US" sz="2400" dirty="0">
                <a:latin typeface="Comic Sans MS" pitchFamily="66" charset="0"/>
              </a:rPr>
              <a:t>people rely heavily on </a:t>
            </a:r>
            <a:r>
              <a:rPr lang="en-US" sz="2400" b="1" dirty="0">
                <a:latin typeface="Comic Sans MS" pitchFamily="66" charset="0"/>
              </a:rPr>
              <a:t>fresh water </a:t>
            </a:r>
            <a:r>
              <a:rPr lang="en-US" sz="2400" dirty="0">
                <a:latin typeface="Comic Sans MS" pitchFamily="66" charset="0"/>
              </a:rPr>
              <a:t>and its amount is limited   ( 3.5%) in comparison to the rising world population and increasing demand. </a:t>
            </a:r>
          </a:p>
          <a:p>
            <a:pPr algn="just">
              <a:buFont typeface="Arial" pitchFamily="34" charset="0"/>
              <a:buChar char="•"/>
            </a:pPr>
            <a:r>
              <a:rPr lang="en-US" sz="2400" dirty="0">
                <a:latin typeface="Comic Sans MS" pitchFamily="66" charset="0"/>
              </a:rPr>
              <a:t>Huge amount of water is being polluted and also wasted. </a:t>
            </a:r>
          </a:p>
          <a:p>
            <a:pPr algn="just">
              <a:buFont typeface="Arial" pitchFamily="34" charset="0"/>
              <a:buChar char="•"/>
            </a:pPr>
            <a:r>
              <a:rPr lang="en-US" sz="2400" dirty="0">
                <a:latin typeface="Comic Sans MS" pitchFamily="66" charset="0"/>
              </a:rPr>
              <a:t>Making water available where and when it is needed is a problem.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543"/>
    </mc:Choice>
    <mc:Fallback xmlns="">
      <p:transition spd="slow" advTm="18354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reen Shot 2014-01-30 at 1.42.5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469972"/>
            <a:ext cx="8677880" cy="477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057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462"/>
    </mc:Choice>
    <mc:Fallback xmlns="">
      <p:transition spd="slow" advTm="5446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b="1" dirty="0">
                <a:solidFill>
                  <a:schemeClr val="tx1"/>
                </a:solidFill>
                <a:latin typeface="Comic Sans MS" pitchFamily="66" charset="0"/>
              </a:rPr>
              <a:t>Use of Water</a:t>
            </a:r>
            <a:endParaRPr lang="en-US" sz="2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5026152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en-US" sz="2400" dirty="0">
                <a:latin typeface="Comic Sans MS" pitchFamily="66" charset="0"/>
              </a:rPr>
              <a:t>Water is used in many different ways, including:</a:t>
            </a:r>
          </a:p>
          <a:p>
            <a:pPr algn="just"/>
            <a:r>
              <a:rPr lang="en-US" sz="2400" u="sng" dirty="0">
                <a:latin typeface="Comic Sans MS" pitchFamily="66" charset="0"/>
              </a:rPr>
              <a:t>Domestic use</a:t>
            </a:r>
            <a:r>
              <a:rPr lang="en-US" sz="2400" dirty="0">
                <a:latin typeface="Comic Sans MS" pitchFamily="66" charset="0"/>
              </a:rPr>
              <a:t>: for showering, washing clothes, watering lawns and gardens etc.</a:t>
            </a:r>
          </a:p>
          <a:p>
            <a:pPr algn="just"/>
            <a:r>
              <a:rPr lang="en-US" sz="2400" u="sng" dirty="0">
                <a:latin typeface="Comic Sans MS" pitchFamily="66" charset="0"/>
              </a:rPr>
              <a:t>Agricultural use</a:t>
            </a:r>
            <a:r>
              <a:rPr lang="en-US" sz="2400" dirty="0">
                <a:latin typeface="Comic Sans MS" pitchFamily="66" charset="0"/>
              </a:rPr>
              <a:t>: includes water used in irrigation.</a:t>
            </a:r>
          </a:p>
          <a:p>
            <a:pPr algn="just"/>
            <a:r>
              <a:rPr lang="en-US" sz="2400" u="sng" dirty="0">
                <a:latin typeface="Comic Sans MS" pitchFamily="66" charset="0"/>
              </a:rPr>
              <a:t>Industrial use</a:t>
            </a:r>
            <a:r>
              <a:rPr lang="en-US" sz="2400" dirty="0">
                <a:latin typeface="Comic Sans MS" pitchFamily="66" charset="0"/>
              </a:rPr>
              <a:t>: water used for processing, washing and cooling in facilities that manufacture products. </a:t>
            </a:r>
          </a:p>
          <a:p>
            <a:pPr algn="just"/>
            <a:r>
              <a:rPr lang="en-US" sz="2400" u="sng" dirty="0">
                <a:latin typeface="Comic Sans MS" pitchFamily="66" charset="0"/>
              </a:rPr>
              <a:t>In-stream uses</a:t>
            </a:r>
            <a:r>
              <a:rPr lang="en-US" sz="2400" dirty="0">
                <a:latin typeface="Comic Sans MS" pitchFamily="66" charset="0"/>
              </a:rPr>
              <a:t>: hydroelectric power generation, navigation, recreation, fish and wildlife habitats (ecosystems).</a:t>
            </a:r>
          </a:p>
          <a:p>
            <a:pPr algn="just">
              <a:buNone/>
            </a:pPr>
            <a:r>
              <a:rPr lang="en-US" sz="2400" dirty="0">
                <a:latin typeface="Comic Sans MS" pitchFamily="66" charset="0"/>
              </a:rPr>
              <a:t>Worldwide, 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>
                <a:latin typeface="Comic Sans MS" pitchFamily="66" charset="0"/>
              </a:rPr>
              <a:t>irrigation agriculture consumes over 70% of all the water used by people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>
                <a:latin typeface="Comic Sans MS" pitchFamily="66" charset="0"/>
              </a:rPr>
              <a:t>industry accounts for a further 20 % and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>
                <a:latin typeface="Comic Sans MS" pitchFamily="66" charset="0"/>
              </a:rPr>
              <a:t>domestic &amp; municipal uses account for most of the remainder (10%).</a:t>
            </a:r>
          </a:p>
          <a:p>
            <a:pPr algn="just">
              <a:buNone/>
            </a:pPr>
            <a:r>
              <a:rPr lang="en-US" sz="2400" dirty="0">
                <a:latin typeface="Comic Sans MS" pitchFamily="66" charset="0"/>
              </a:rPr>
              <a:t>The amount used, and what it is used for, varies a great deal from country to country. </a:t>
            </a:r>
          </a:p>
          <a:p>
            <a:endParaRPr lang="en-US" sz="2400" dirty="0">
              <a:latin typeface="Comic Sans MS" pitchFamily="66" charset="0"/>
            </a:endParaRPr>
          </a:p>
          <a:p>
            <a:pPr lvl="2">
              <a:buNone/>
            </a:pPr>
            <a:endParaRPr lang="en-US" dirty="0">
              <a:latin typeface="Comic Sans MS" pitchFamily="66" charset="0"/>
            </a:endParaRPr>
          </a:p>
          <a:p>
            <a:endParaRPr lang="en-US" sz="2200" dirty="0">
              <a:latin typeface="Comic Sans MS" pitchFamily="66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983"/>
    </mc:Choice>
    <mc:Fallback xmlns="">
      <p:transition spd="slow" advTm="8298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b="1" dirty="0">
                <a:solidFill>
                  <a:schemeClr val="tx1"/>
                </a:solidFill>
                <a:latin typeface="Comic Sans MS" pitchFamily="66" charset="0"/>
              </a:rPr>
              <a:t>Increasing Demand For Water (Fresh Water)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200" dirty="0">
                <a:latin typeface="Comic Sans MS" pitchFamily="66" charset="0"/>
              </a:rPr>
              <a:t>Water is the most basic and most important of all natural resources. </a:t>
            </a:r>
          </a:p>
          <a:p>
            <a:r>
              <a:rPr lang="en-US" sz="2200" dirty="0">
                <a:latin typeface="Comic Sans MS" pitchFamily="66" charset="0"/>
              </a:rPr>
              <a:t>We require regular supplies of water but it must be </a:t>
            </a:r>
            <a:r>
              <a:rPr lang="en-US" sz="2200" b="1" dirty="0">
                <a:latin typeface="Comic Sans MS" pitchFamily="66" charset="0"/>
              </a:rPr>
              <a:t>fresh water. </a:t>
            </a:r>
          </a:p>
          <a:p>
            <a:r>
              <a:rPr lang="en-US" sz="2200" dirty="0">
                <a:latin typeface="Comic Sans MS" pitchFamily="66" charset="0"/>
              </a:rPr>
              <a:t>Most comes from rivers, lakes and underground aquifers. </a:t>
            </a:r>
          </a:p>
          <a:p>
            <a:r>
              <a:rPr lang="en-US" sz="2200" dirty="0">
                <a:latin typeface="Comic Sans MS" pitchFamily="66" charset="0"/>
              </a:rPr>
              <a:t>Sea water can be used but the salts dissolved in it must first be removed (by desalination) before it is suitable for people to drink or use directly. </a:t>
            </a:r>
          </a:p>
          <a:p>
            <a:r>
              <a:rPr lang="en-US" sz="2200" dirty="0">
                <a:latin typeface="Comic Sans MS" pitchFamily="66" charset="0"/>
              </a:rPr>
              <a:t>Demand for water has increased markedly in recent centuries. </a:t>
            </a:r>
          </a:p>
          <a:p>
            <a:r>
              <a:rPr lang="en-US" sz="2200" dirty="0">
                <a:latin typeface="Comic Sans MS" pitchFamily="66" charset="0"/>
              </a:rPr>
              <a:t>During the twentieth century world water use increased seven times.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218"/>
    </mc:Choice>
    <mc:Fallback xmlns="">
      <p:transition spd="slow" advTm="19121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ENV 103 SGR\Spring'13\New folder (3)\Scan.BMP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599" y="1524000"/>
            <a:ext cx="8686801" cy="50292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81"/>
    </mc:Choice>
    <mc:Fallback xmlns="">
      <p:transition spd="slow" advTm="2508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758952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Comic Sans MS" pitchFamily="66" charset="0"/>
              </a:rPr>
              <a:t>Water conservation</a:t>
            </a:r>
            <a:endParaRPr lang="en-US" sz="2400" dirty="0">
              <a:solidFill>
                <a:schemeClr val="tx1"/>
              </a:solidFill>
              <a:latin typeface="Comic Sans MS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613648" cy="5102352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US" sz="2200" dirty="0">
                <a:latin typeface="Comic Sans MS" pitchFamily="66" charset="0"/>
              </a:rPr>
              <a:t>Water conservation is the </a:t>
            </a:r>
            <a:r>
              <a:rPr lang="en-US" sz="2200" b="1" dirty="0">
                <a:latin typeface="Comic Sans MS" pitchFamily="66" charset="0"/>
              </a:rPr>
              <a:t>careful use</a:t>
            </a:r>
            <a:r>
              <a:rPr lang="en-US" sz="2200" dirty="0">
                <a:latin typeface="Comic Sans MS" pitchFamily="66" charset="0"/>
              </a:rPr>
              <a:t> and the </a:t>
            </a:r>
            <a:r>
              <a:rPr lang="en-US" sz="2200" b="1" dirty="0">
                <a:latin typeface="Comic Sans MS" pitchFamily="66" charset="0"/>
              </a:rPr>
              <a:t>protection</a:t>
            </a:r>
            <a:r>
              <a:rPr lang="en-US" sz="2200" dirty="0">
                <a:latin typeface="Comic Sans MS" pitchFamily="66" charset="0"/>
              </a:rPr>
              <a:t> of </a:t>
            </a:r>
            <a:r>
              <a:rPr lang="en-US" sz="2200" b="1" dirty="0">
                <a:latin typeface="Comic Sans MS" pitchFamily="66" charset="0"/>
              </a:rPr>
              <a:t>water resources</a:t>
            </a:r>
            <a:r>
              <a:rPr lang="en-US" sz="2200" dirty="0">
                <a:latin typeface="Comic Sans MS" pitchFamily="66" charset="0"/>
              </a:rPr>
              <a:t>. It involves both the </a:t>
            </a:r>
            <a:r>
              <a:rPr lang="en-US" sz="2200" b="1" dirty="0">
                <a:latin typeface="Comic Sans MS" pitchFamily="66" charset="0"/>
              </a:rPr>
              <a:t>quantity</a:t>
            </a:r>
            <a:r>
              <a:rPr lang="en-US" sz="2200" dirty="0">
                <a:latin typeface="Comic Sans MS" pitchFamily="66" charset="0"/>
              </a:rPr>
              <a:t> of water used and its </a:t>
            </a:r>
            <a:r>
              <a:rPr lang="en-US" sz="2200" b="1" dirty="0">
                <a:latin typeface="Comic Sans MS" pitchFamily="66" charset="0"/>
              </a:rPr>
              <a:t>quality</a:t>
            </a:r>
            <a:r>
              <a:rPr lang="en-US" sz="2200" dirty="0">
                <a:latin typeface="Comic Sans MS" pitchFamily="66" charset="0"/>
              </a:rPr>
              <a:t>. Conservation is an important component of sustainable water use.</a:t>
            </a:r>
          </a:p>
          <a:p>
            <a:pPr>
              <a:buNone/>
            </a:pPr>
            <a:r>
              <a:rPr lang="en-US" sz="2200" u="sng" dirty="0">
                <a:latin typeface="Comic Sans MS" pitchFamily="66" charset="0"/>
              </a:rPr>
              <a:t>Steps that can be followed for water conservation:</a:t>
            </a:r>
          </a:p>
          <a:p>
            <a:pPr lvl="2" algn="just">
              <a:buFont typeface="Wingdings" pitchFamily="2" charset="2"/>
              <a:buChar char="Ø"/>
            </a:pPr>
            <a:r>
              <a:rPr lang="en-US" dirty="0"/>
              <a:t> </a:t>
            </a:r>
            <a:r>
              <a:rPr lang="en-US" dirty="0">
                <a:latin typeface="Comic Sans MS" pitchFamily="66" charset="0"/>
              </a:rPr>
              <a:t>Use improved agricultural irrigation system</a:t>
            </a:r>
          </a:p>
          <a:p>
            <a:pPr lvl="2" algn="just">
              <a:buFont typeface="Wingdings" pitchFamily="2" charset="2"/>
              <a:buChar char="Ø"/>
            </a:pPr>
            <a:r>
              <a:rPr lang="en-US" dirty="0">
                <a:latin typeface="Comic Sans MS" pitchFamily="66" charset="0"/>
              </a:rPr>
              <a:t> Use computer monitoring and schedule release of water for maximum efficiency</a:t>
            </a:r>
          </a:p>
          <a:p>
            <a:pPr lvl="2" algn="just">
              <a:buFont typeface="Wingdings" pitchFamily="2" charset="2"/>
              <a:buChar char="Ø"/>
            </a:pPr>
            <a:r>
              <a:rPr lang="en-US" dirty="0">
                <a:latin typeface="Comic Sans MS" pitchFamily="66" charset="0"/>
              </a:rPr>
              <a:t>Integrate the use of surface water and ground water to more effectively use the total resources </a:t>
            </a:r>
          </a:p>
          <a:p>
            <a:pPr lvl="2" algn="just">
              <a:buFont typeface="Wingdings" pitchFamily="2" charset="2"/>
              <a:buChar char="Ø"/>
            </a:pPr>
            <a:r>
              <a:rPr lang="en-US" dirty="0">
                <a:latin typeface="Comic Sans MS" pitchFamily="66" charset="0"/>
              </a:rPr>
              <a:t>Turn off water when absolutely not needed for washing, brushing and so on</a:t>
            </a:r>
          </a:p>
          <a:p>
            <a:pPr lvl="2" algn="just">
              <a:buFont typeface="Wingdings" pitchFamily="2" charset="2"/>
              <a:buChar char="Ø"/>
            </a:pPr>
            <a:r>
              <a:rPr lang="en-US" dirty="0">
                <a:latin typeface="Comic Sans MS" pitchFamily="66" charset="0"/>
              </a:rPr>
              <a:t>Take a long bath rather than a long shower</a:t>
            </a:r>
          </a:p>
          <a:p>
            <a:pPr lvl="2" algn="just">
              <a:buFont typeface="Wingdings" pitchFamily="2" charset="2"/>
              <a:buChar char="Ø"/>
            </a:pPr>
            <a:r>
              <a:rPr lang="en-US" dirty="0">
                <a:latin typeface="Comic Sans MS" pitchFamily="66" charset="0"/>
              </a:rPr>
              <a:t>Don’t wash sidewalks and driveways with water rather sweep the</a:t>
            </a:r>
            <a:r>
              <a:rPr lang="en-US" dirty="0"/>
              <a:t>m</a:t>
            </a:r>
          </a:p>
          <a:p>
            <a:pPr lvl="2" algn="just">
              <a:buFont typeface="Wingdings" pitchFamily="2" charset="2"/>
              <a:buChar char="Ø"/>
            </a:pPr>
            <a:r>
              <a:rPr lang="en-US" dirty="0">
                <a:latin typeface="Comic Sans MS" pitchFamily="66" charset="0"/>
              </a:rPr>
              <a:t>Industries might curb water usage by increasing in-plant treatment and recycling of water or by developing new equipment and processes that require less water.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3598"/>
    </mc:Choice>
    <mc:Fallback xmlns="">
      <p:transition spd="slow" advTm="15359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Comic Sans MS" pitchFamily="66" charset="0"/>
              </a:rPr>
              <a:t>Sustainable water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492752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200" dirty="0">
                <a:latin typeface="Comic Sans MS" pitchFamily="66" charset="0"/>
              </a:rPr>
              <a:t>Water is essential for life. It is also necessary for maintaining ecological systems necessary for the survival of humans. As a result water plays important roles in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200" dirty="0">
                <a:latin typeface="Comic Sans MS" pitchFamily="66" charset="0"/>
              </a:rPr>
              <a:t>ecosystem support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200" dirty="0">
                <a:latin typeface="Comic Sans MS" pitchFamily="66" charset="0"/>
              </a:rPr>
              <a:t>economic development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200" dirty="0">
                <a:latin typeface="Comic Sans MS" pitchFamily="66" charset="0"/>
              </a:rPr>
              <a:t>community well-being</a:t>
            </a:r>
          </a:p>
          <a:p>
            <a:pPr algn="just">
              <a:buNone/>
            </a:pPr>
            <a:r>
              <a:rPr lang="en-US" sz="2200" dirty="0">
                <a:latin typeface="Comic Sans MS" pitchFamily="66" charset="0"/>
              </a:rPr>
              <a:t>From water supply use and management perspective, </a:t>
            </a:r>
            <a:r>
              <a:rPr lang="en-US" sz="2200" u="sng" dirty="0">
                <a:solidFill>
                  <a:srgbClr val="002060"/>
                </a:solidFill>
                <a:latin typeface="Comic Sans MS" pitchFamily="66" charset="0"/>
              </a:rPr>
              <a:t>sustainable water use </a:t>
            </a:r>
            <a:r>
              <a:rPr lang="en-US" sz="2200" dirty="0">
                <a:latin typeface="Comic Sans MS" pitchFamily="66" charset="0"/>
              </a:rPr>
              <a:t>can be defined as use of water resources by people in a way that allows society to develop and flourish into an indefinite future without degrading the various components of the hydrologic cycle or ecological systems that depend on it.</a:t>
            </a:r>
          </a:p>
          <a:p>
            <a:endParaRPr lang="en-US" sz="2200" dirty="0">
              <a:latin typeface="Comic Sans MS" pitchFamily="66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581"/>
    </mc:Choice>
    <mc:Fallback xmlns="">
      <p:transition spd="slow" advTm="4758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442F0-8EF2-4BA4-898D-B8A9D300509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ctr"/>
            <a:endParaRPr lang="en-US" sz="4000" dirty="0"/>
          </a:p>
          <a:p>
            <a:pPr algn="ctr"/>
            <a:endParaRPr lang="en-US" sz="4000" dirty="0"/>
          </a:p>
          <a:p>
            <a:pPr algn="ctr"/>
            <a:r>
              <a:rPr lang="en-US" sz="4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73150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24"/>
    </mc:Choice>
    <mc:Fallback xmlns="">
      <p:transition spd="slow" advTm="3624"/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1024</TotalTime>
  <Words>573</Words>
  <Application>Microsoft Office PowerPoint</Application>
  <PresentationFormat>On-screen Show (4:3)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Comic Sans MS</vt:lpstr>
      <vt:lpstr>Georgia</vt:lpstr>
      <vt:lpstr>Wingdings</vt:lpstr>
      <vt:lpstr>Wingdings 2</vt:lpstr>
      <vt:lpstr>Civic</vt:lpstr>
      <vt:lpstr>PowerPoint Presentation</vt:lpstr>
      <vt:lpstr>PowerPoint Presentation</vt:lpstr>
      <vt:lpstr>PowerPoint Presentation</vt:lpstr>
      <vt:lpstr>Use of Water</vt:lpstr>
      <vt:lpstr>Increasing Demand For Water (Fresh Water)</vt:lpstr>
      <vt:lpstr>PowerPoint Presentation</vt:lpstr>
      <vt:lpstr>Water conservation</vt:lpstr>
      <vt:lpstr>Sustainable water use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Shagufta Gaffar</dc:creator>
  <cp:lastModifiedBy>user</cp:lastModifiedBy>
  <cp:revision>39</cp:revision>
  <dcterms:created xsi:type="dcterms:W3CDTF">2006-08-16T00:00:00Z</dcterms:created>
  <dcterms:modified xsi:type="dcterms:W3CDTF">2020-07-05T12:58:24Z</dcterms:modified>
</cp:coreProperties>
</file>