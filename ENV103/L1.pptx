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3" r:id="rId1"/>
  </p:sldMasterIdLst>
  <p:notesMasterIdLst>
    <p:notesMasterId r:id="rId17"/>
  </p:notesMasterIdLst>
  <p:handoutMasterIdLst>
    <p:handoutMasterId r:id="rId18"/>
  </p:handoutMasterIdLst>
  <p:sldIdLst>
    <p:sldId id="277" r:id="rId2"/>
    <p:sldId id="292" r:id="rId3"/>
    <p:sldId id="278" r:id="rId4"/>
    <p:sldId id="291" r:id="rId5"/>
    <p:sldId id="279" r:id="rId6"/>
    <p:sldId id="280" r:id="rId7"/>
    <p:sldId id="287" r:id="rId8"/>
    <p:sldId id="288" r:id="rId9"/>
    <p:sldId id="281" r:id="rId10"/>
    <p:sldId id="282" r:id="rId11"/>
    <p:sldId id="283" r:id="rId12"/>
    <p:sldId id="284" r:id="rId13"/>
    <p:sldId id="293" r:id="rId14"/>
    <p:sldId id="285" r:id="rId15"/>
    <p:sldId id="294" r:id="rId16"/>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272" autoAdjust="0"/>
  </p:normalViewPr>
  <p:slideViewPr>
    <p:cSldViewPr>
      <p:cViewPr varScale="1">
        <p:scale>
          <a:sx n="62" d="100"/>
          <a:sy n="62" d="100"/>
        </p:scale>
        <p:origin x="154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B2E5E116-FD73-41BD-87E2-F10E2ACE2F82}" type="datetimeFigureOut">
              <a:rPr lang="en-US" smtClean="0"/>
              <a:pPr/>
              <a:t>7/2/2020</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3644A90C-A23C-48FE-B27E-8096649BAE34}"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16FCC08E-A9EE-40B5-9B18-A6B7C6E9B50E}" type="datetimeFigureOut">
              <a:rPr lang="en-US" smtClean="0"/>
              <a:pPr/>
              <a:t>7/2/2020</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8CA5FAA-C76A-4C59-9D53-BFE6E4534DA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B46F711-C1D1-4004-B5D6-7D0DFA7809BC}"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0A2A0D2-CE87-4289-BFD6-4DE09FC9B5DB}" type="slidenum">
              <a:rPr lang="en-US" smtClean="0"/>
              <a:pPr>
                <a:defRPr/>
              </a:pPr>
              <a:t>‹#›</a:t>
            </a:fld>
            <a:endParaRPr lang="en-US"/>
          </a:p>
        </p:txBody>
      </p:sp>
    </p:spTree>
    <p:extLst>
      <p:ext uri="{BB962C8B-B14F-4D97-AF65-F5344CB8AC3E}">
        <p14:creationId xmlns:p14="http://schemas.microsoft.com/office/powerpoint/2010/main" val="2054231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674CF56-EF6D-456C-B959-3C7720E14217}" type="slidenum">
              <a:rPr lang="en-US" smtClean="0"/>
              <a:pPr>
                <a:defRPr/>
              </a:pPr>
              <a:t>‹#›</a:t>
            </a:fld>
            <a:endParaRPr lang="en-US"/>
          </a:p>
        </p:txBody>
      </p:sp>
    </p:spTree>
    <p:extLst>
      <p:ext uri="{BB962C8B-B14F-4D97-AF65-F5344CB8AC3E}">
        <p14:creationId xmlns:p14="http://schemas.microsoft.com/office/powerpoint/2010/main" val="246394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F6C77EE-DF40-4293-AD6C-BD4592E6B3A2}" type="slidenum">
              <a:rPr lang="en-US" smtClean="0"/>
              <a:pPr>
                <a:defRPr/>
              </a:pPr>
              <a:t>‹#›</a:t>
            </a:fld>
            <a:endParaRPr lang="en-US"/>
          </a:p>
        </p:txBody>
      </p:sp>
    </p:spTree>
    <p:extLst>
      <p:ext uri="{BB962C8B-B14F-4D97-AF65-F5344CB8AC3E}">
        <p14:creationId xmlns:p14="http://schemas.microsoft.com/office/powerpoint/2010/main" val="1381230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7FF9FA3-1B3E-4307-9568-C489DDCCD427}" type="slidenum">
              <a:rPr lang="en-US" smtClean="0"/>
              <a:pPr>
                <a:defRPr/>
              </a:pPr>
              <a:t>‹#›</a:t>
            </a:fld>
            <a:endParaRPr lang="en-US"/>
          </a:p>
        </p:txBody>
      </p:sp>
    </p:spTree>
    <p:extLst>
      <p:ext uri="{BB962C8B-B14F-4D97-AF65-F5344CB8AC3E}">
        <p14:creationId xmlns:p14="http://schemas.microsoft.com/office/powerpoint/2010/main" val="3619232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C9C3BFF-187C-422B-8C09-4543357CC65D}" type="slidenum">
              <a:rPr lang="en-US" smtClean="0"/>
              <a:pPr>
                <a:defRPr/>
              </a:pPr>
              <a:t>‹#›</a:t>
            </a:fld>
            <a:endParaRPr lang="en-US"/>
          </a:p>
        </p:txBody>
      </p:sp>
    </p:spTree>
    <p:extLst>
      <p:ext uri="{BB962C8B-B14F-4D97-AF65-F5344CB8AC3E}">
        <p14:creationId xmlns:p14="http://schemas.microsoft.com/office/powerpoint/2010/main" val="725945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C2F3E72-73C1-4A35-BC73-5ECF4649393B}" type="slidenum">
              <a:rPr lang="en-US" smtClean="0"/>
              <a:pPr>
                <a:defRPr/>
              </a:pPr>
              <a:t>‹#›</a:t>
            </a:fld>
            <a:endParaRPr lang="en-US"/>
          </a:p>
        </p:txBody>
      </p:sp>
    </p:spTree>
    <p:extLst>
      <p:ext uri="{BB962C8B-B14F-4D97-AF65-F5344CB8AC3E}">
        <p14:creationId xmlns:p14="http://schemas.microsoft.com/office/powerpoint/2010/main" val="1708984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AC88B4F-F065-4024-A4FB-C34F89EFE2F9}" type="slidenum">
              <a:rPr lang="en-US" smtClean="0"/>
              <a:pPr>
                <a:defRPr/>
              </a:pPr>
              <a:t>‹#›</a:t>
            </a:fld>
            <a:endParaRPr lang="en-US"/>
          </a:p>
        </p:txBody>
      </p:sp>
    </p:spTree>
    <p:extLst>
      <p:ext uri="{BB962C8B-B14F-4D97-AF65-F5344CB8AC3E}">
        <p14:creationId xmlns:p14="http://schemas.microsoft.com/office/powerpoint/2010/main" val="4103258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A7CE77E-91F9-4488-90E3-E8BCA469FBC9}" type="slidenum">
              <a:rPr lang="en-US" smtClean="0"/>
              <a:pPr>
                <a:defRPr/>
              </a:pPr>
              <a:t>‹#›</a:t>
            </a:fld>
            <a:endParaRPr lang="en-US"/>
          </a:p>
        </p:txBody>
      </p:sp>
    </p:spTree>
    <p:extLst>
      <p:ext uri="{BB962C8B-B14F-4D97-AF65-F5344CB8AC3E}">
        <p14:creationId xmlns:p14="http://schemas.microsoft.com/office/powerpoint/2010/main" val="3280972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2D484FF-DA55-45B4-8346-21D9625F2E2D}" type="slidenum">
              <a:rPr lang="en-US" smtClean="0"/>
              <a:pPr>
                <a:defRPr/>
              </a:pPr>
              <a:t>‹#›</a:t>
            </a:fld>
            <a:endParaRPr lang="en-US"/>
          </a:p>
        </p:txBody>
      </p:sp>
    </p:spTree>
    <p:extLst>
      <p:ext uri="{BB962C8B-B14F-4D97-AF65-F5344CB8AC3E}">
        <p14:creationId xmlns:p14="http://schemas.microsoft.com/office/powerpoint/2010/main" val="21289002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C39F87E-FB65-42B3-8F77-98EBE17BDD2C}" type="slidenum">
              <a:rPr lang="en-US" smtClean="0"/>
              <a:pPr>
                <a:defRPr/>
              </a:pPr>
              <a:t>‹#›</a:t>
            </a:fld>
            <a:endParaRPr lang="en-US"/>
          </a:p>
        </p:txBody>
      </p:sp>
    </p:spTree>
    <p:extLst>
      <p:ext uri="{BB962C8B-B14F-4D97-AF65-F5344CB8AC3E}">
        <p14:creationId xmlns:p14="http://schemas.microsoft.com/office/powerpoint/2010/main" val="294973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C39F87E-FB65-42B3-8F77-98EBE17BDD2C}"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234626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C39F87E-FB65-42B3-8F77-98EBE17BDD2C}" type="slidenum">
              <a:rPr lang="en-US" smtClean="0"/>
              <a:pPr>
                <a:defRPr/>
              </a:pPr>
              <a:t>‹#›</a:t>
            </a:fld>
            <a:endParaRPr lang="en-US"/>
          </a:p>
        </p:txBody>
      </p:sp>
    </p:spTree>
    <p:extLst>
      <p:ext uri="{BB962C8B-B14F-4D97-AF65-F5344CB8AC3E}">
        <p14:creationId xmlns:p14="http://schemas.microsoft.com/office/powerpoint/2010/main" val="17861156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C39F87E-FB65-42B3-8F77-98EBE17BDD2C}" type="slidenum">
              <a:rPr lang="en-US" smtClean="0"/>
              <a:pPr>
                <a:defRPr/>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796264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C39F87E-FB65-42B3-8F77-98EBE17BDD2C}" type="slidenum">
              <a:rPr lang="en-US" smtClean="0"/>
              <a:pPr>
                <a:defRPr/>
              </a:pPr>
              <a:t>‹#›</a:t>
            </a:fld>
            <a:endParaRPr lang="en-US"/>
          </a:p>
        </p:txBody>
      </p:sp>
    </p:spTree>
    <p:extLst>
      <p:ext uri="{BB962C8B-B14F-4D97-AF65-F5344CB8AC3E}">
        <p14:creationId xmlns:p14="http://schemas.microsoft.com/office/powerpoint/2010/main" val="1724046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5FD1E00-34DD-4162-9F31-25D99F58948F}" type="slidenum">
              <a:rPr lang="en-US" smtClean="0"/>
              <a:pPr>
                <a:defRPr/>
              </a:pPr>
              <a:t>‹#›</a:t>
            </a:fld>
            <a:endParaRPr lang="en-US"/>
          </a:p>
        </p:txBody>
      </p:sp>
    </p:spTree>
    <p:extLst>
      <p:ext uri="{BB962C8B-B14F-4D97-AF65-F5344CB8AC3E}">
        <p14:creationId xmlns:p14="http://schemas.microsoft.com/office/powerpoint/2010/main" val="3100772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0A1E326-4577-4408-B1BF-D89BF918FBE8}" type="slidenum">
              <a:rPr lang="en-US" smtClean="0"/>
              <a:pPr>
                <a:defRPr/>
              </a:pPr>
              <a:t>‹#›</a:t>
            </a:fld>
            <a:endParaRPr lang="en-US"/>
          </a:p>
        </p:txBody>
      </p:sp>
    </p:spTree>
    <p:extLst>
      <p:ext uri="{BB962C8B-B14F-4D97-AF65-F5344CB8AC3E}">
        <p14:creationId xmlns:p14="http://schemas.microsoft.com/office/powerpoint/2010/main" val="1164474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9C39F87E-FB65-42B3-8F77-98EBE17BDD2C}" type="slidenum">
              <a:rPr lang="en-US" smtClean="0"/>
              <a:pPr>
                <a:defRPr/>
              </a:pPr>
              <a:t>‹#›</a:t>
            </a:fld>
            <a:endParaRPr lang="en-US"/>
          </a:p>
        </p:txBody>
      </p:sp>
    </p:spTree>
    <p:extLst>
      <p:ext uri="{BB962C8B-B14F-4D97-AF65-F5344CB8AC3E}">
        <p14:creationId xmlns:p14="http://schemas.microsoft.com/office/powerpoint/2010/main" val="3728892941"/>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 id="2147483967" r:id="rId14"/>
    <p:sldLayoutId id="2147483968" r:id="rId15"/>
    <p:sldLayoutId id="214748396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514600"/>
            <a:ext cx="7269480" cy="1143000"/>
          </a:xfrm>
        </p:spPr>
        <p:txBody>
          <a:bodyPr>
            <a:normAutofit/>
          </a:bodyPr>
          <a:lstStyle/>
          <a:p>
            <a:r>
              <a:rPr lang="en-US" sz="4400" b="1" u="sng" dirty="0">
                <a:solidFill>
                  <a:schemeClr val="tx1"/>
                </a:solidFill>
                <a:effectLst/>
                <a:latin typeface="Garamond" pitchFamily="18" charset="0"/>
              </a:rPr>
              <a:t>Introduction to Environment </a:t>
            </a:r>
            <a:endParaRPr lang="en-US" dirty="0">
              <a:solidFill>
                <a:schemeClr val="tx1"/>
              </a:solidFill>
              <a:effectLst/>
            </a:endParaRPr>
          </a:p>
        </p:txBody>
      </p:sp>
    </p:spTree>
  </p:cSld>
  <p:clrMapOvr>
    <a:masterClrMapping/>
  </p:clrMapOvr>
  <mc:AlternateContent xmlns:mc="http://schemas.openxmlformats.org/markup-compatibility/2006" xmlns:p14="http://schemas.microsoft.com/office/powerpoint/2010/main">
    <mc:Choice Requires="p14">
      <p:transition spd="slow" p14:dur="3000" advTm="21292">
        <p:randomBar dir="vert"/>
      </p:transition>
    </mc:Choice>
    <mc:Fallback xmlns="">
      <p:transition spd="slow" advTm="21292">
        <p:randomBar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D8EB8-62EA-4659-8E29-529AE35E2930}"/>
              </a:ext>
            </a:extLst>
          </p:cNvPr>
          <p:cNvSpPr>
            <a:spLocks noGrp="1"/>
          </p:cNvSpPr>
          <p:nvPr>
            <p:ph type="title"/>
          </p:nvPr>
        </p:nvSpPr>
        <p:spPr/>
        <p:txBody>
          <a:bodyPr/>
          <a:lstStyle/>
          <a:p>
            <a:r>
              <a:rPr lang="en-US" dirty="0"/>
              <a:t>Overview of Lecture</a:t>
            </a:r>
          </a:p>
        </p:txBody>
      </p:sp>
      <p:sp>
        <p:nvSpPr>
          <p:cNvPr id="3" name="Content Placeholder 2">
            <a:extLst>
              <a:ext uri="{FF2B5EF4-FFF2-40B4-BE49-F238E27FC236}">
                <a16:creationId xmlns:a16="http://schemas.microsoft.com/office/drawing/2014/main" id="{EC866E45-8027-48F9-871E-74BE602E024E}"/>
              </a:ext>
            </a:extLst>
          </p:cNvPr>
          <p:cNvSpPr>
            <a:spLocks noGrp="1"/>
          </p:cNvSpPr>
          <p:nvPr>
            <p:ph idx="1"/>
          </p:nvPr>
        </p:nvSpPr>
        <p:spPr>
          <a:xfrm>
            <a:off x="609598" y="1488613"/>
            <a:ext cx="6347714" cy="3880773"/>
          </a:xfrm>
        </p:spPr>
        <p:txBody>
          <a:bodyPr>
            <a:normAutofit fontScale="92500" lnSpcReduction="20000"/>
          </a:bodyPr>
          <a:lstStyle/>
          <a:p>
            <a:r>
              <a:rPr lang="en-US" dirty="0"/>
              <a:t>Definition of Environment</a:t>
            </a:r>
          </a:p>
          <a:p>
            <a:r>
              <a:rPr lang="en-US" dirty="0"/>
              <a:t>Components of Environment</a:t>
            </a:r>
          </a:p>
          <a:p>
            <a:r>
              <a:rPr lang="en-US" dirty="0"/>
              <a:t>Types of Environment</a:t>
            </a:r>
          </a:p>
          <a:p>
            <a:r>
              <a:rPr lang="en-US" dirty="0"/>
              <a:t>Environmental Science</a:t>
            </a:r>
          </a:p>
          <a:p>
            <a:r>
              <a:rPr lang="en-US" dirty="0"/>
              <a:t>Current Environmental conditions</a:t>
            </a:r>
          </a:p>
          <a:p>
            <a:r>
              <a:rPr lang="en-US" dirty="0"/>
              <a:t>Causes of Environmental degradation</a:t>
            </a:r>
          </a:p>
          <a:p>
            <a:r>
              <a:rPr lang="en-US" dirty="0"/>
              <a:t>Goals of Environmental Science</a:t>
            </a:r>
          </a:p>
          <a:p>
            <a:r>
              <a:rPr lang="en-US" dirty="0"/>
              <a:t>Environmentalism</a:t>
            </a:r>
          </a:p>
          <a:p>
            <a:r>
              <a:rPr lang="en-US" dirty="0"/>
              <a:t>Sustainability</a:t>
            </a:r>
          </a:p>
          <a:p>
            <a:r>
              <a:rPr lang="en-US" dirty="0"/>
              <a:t>Environmental Management System</a:t>
            </a:r>
          </a:p>
          <a:p>
            <a:r>
              <a:rPr lang="en-US" dirty="0"/>
              <a:t>Spheres of Earth</a:t>
            </a:r>
          </a:p>
          <a:p>
            <a:endParaRPr lang="en-US" dirty="0"/>
          </a:p>
        </p:txBody>
      </p:sp>
    </p:spTree>
    <p:custDataLst>
      <p:tags r:id="rId1"/>
    </p:custDataLst>
    <p:extLst>
      <p:ext uri="{BB962C8B-B14F-4D97-AF65-F5344CB8AC3E}">
        <p14:creationId xmlns:p14="http://schemas.microsoft.com/office/powerpoint/2010/main" val="2733246829"/>
      </p:ext>
    </p:extLst>
  </p:cSld>
  <p:clrMapOvr>
    <a:masterClrMapping/>
  </p:clrMapOvr>
  <mc:AlternateContent xmlns:mc="http://schemas.openxmlformats.org/markup-compatibility/2006" xmlns:p14="http://schemas.microsoft.com/office/powerpoint/2010/main">
    <mc:Choice Requires="p14">
      <p:transition spd="slow" p14:dur="2000" advTm="37370"/>
    </mc:Choice>
    <mc:Fallback xmlns="">
      <p:transition spd="slow" advTm="373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152400"/>
            <a:ext cx="7772400" cy="6172200"/>
          </a:xfrm>
        </p:spPr>
        <p:txBody>
          <a:bodyPr>
            <a:noAutofit/>
          </a:bodyPr>
          <a:lstStyle/>
          <a:p>
            <a:pPr algn="l">
              <a:buClr>
                <a:schemeClr val="tx1"/>
              </a:buClr>
              <a:buSzPct val="100000"/>
              <a:defRPr/>
            </a:pPr>
            <a:r>
              <a:rPr lang="en-US" sz="2200" b="1" dirty="0">
                <a:solidFill>
                  <a:schemeClr val="tx1">
                    <a:lumMod val="75000"/>
                    <a:lumOff val="25000"/>
                  </a:schemeClr>
                </a:solidFill>
              </a:rPr>
              <a:t>Environment</a:t>
            </a:r>
            <a:r>
              <a:rPr lang="en-US" sz="2200" b="1" dirty="0"/>
              <a:t>: </a:t>
            </a:r>
          </a:p>
          <a:p>
            <a:pPr algn="just">
              <a:buClr>
                <a:schemeClr val="tx1"/>
              </a:buClr>
              <a:buSzPct val="100000"/>
              <a:buFont typeface="Arial" pitchFamily="34" charset="0"/>
              <a:buChar char="•"/>
              <a:defRPr/>
            </a:pPr>
            <a:r>
              <a:rPr lang="en-US" sz="2200" dirty="0">
                <a:solidFill>
                  <a:schemeClr val="tx1">
                    <a:lumMod val="75000"/>
                    <a:lumOff val="25000"/>
                  </a:schemeClr>
                </a:solidFill>
                <a:latin typeface="Comic Sans MS" pitchFamily="66" charset="0"/>
                <a:cs typeface="Tahoma" pitchFamily="34" charset="0"/>
              </a:rPr>
              <a:t> </a:t>
            </a:r>
            <a:r>
              <a:rPr lang="en-US" sz="2400" dirty="0">
                <a:solidFill>
                  <a:schemeClr val="tx1">
                    <a:lumMod val="75000"/>
                    <a:lumOff val="25000"/>
                  </a:schemeClr>
                </a:solidFill>
                <a:latin typeface="Comic Sans MS" pitchFamily="66" charset="0"/>
                <a:cs typeface="Tahoma" pitchFamily="34" charset="0"/>
              </a:rPr>
              <a:t>The complex of physical, chemical, and biotic factors (such as climate, soil, and living things) that act upon an organism or an ecological community and ultimately determine its form and survival </a:t>
            </a:r>
          </a:p>
          <a:p>
            <a:pPr algn="just">
              <a:buClr>
                <a:schemeClr val="tx1"/>
              </a:buClr>
              <a:buSzPct val="100000"/>
              <a:buFont typeface="Arial" pitchFamily="34" charset="0"/>
              <a:buChar char="•"/>
              <a:defRPr/>
            </a:pPr>
            <a:r>
              <a:rPr lang="en-US" sz="2400" dirty="0">
                <a:solidFill>
                  <a:schemeClr val="tx1">
                    <a:lumMod val="75000"/>
                    <a:lumOff val="25000"/>
                  </a:schemeClr>
                </a:solidFill>
                <a:latin typeface="Comic Sans MS" pitchFamily="66" charset="0"/>
                <a:cs typeface="Tahoma" pitchFamily="34" charset="0"/>
              </a:rPr>
              <a:t> Environment is the aggregate of social and cultural conditions that influence the life of an individual or community</a:t>
            </a:r>
          </a:p>
          <a:p>
            <a:pPr algn="just">
              <a:buClr>
                <a:schemeClr val="tx1"/>
              </a:buClr>
              <a:buSzPct val="100000"/>
              <a:buFont typeface="Arial" pitchFamily="34" charset="0"/>
              <a:buChar char="•"/>
              <a:defRPr/>
            </a:pPr>
            <a:r>
              <a:rPr lang="en-US" sz="2400" dirty="0">
                <a:solidFill>
                  <a:schemeClr val="tx1">
                    <a:lumMod val="75000"/>
                    <a:lumOff val="25000"/>
                  </a:schemeClr>
                </a:solidFill>
                <a:latin typeface="Comic Sans MS" pitchFamily="66" charset="0"/>
                <a:cs typeface="Tahoma" pitchFamily="34" charset="0"/>
              </a:rPr>
              <a:t> Environment: from the French word ‘environner ‘- to encircle or surround</a:t>
            </a:r>
          </a:p>
          <a:p>
            <a:pPr algn="just">
              <a:buClr>
                <a:schemeClr val="tx1"/>
              </a:buClr>
              <a:buSzPct val="100000"/>
              <a:buFont typeface="Arial" pitchFamily="34" charset="0"/>
              <a:buChar char="•"/>
              <a:defRPr/>
            </a:pPr>
            <a:r>
              <a:rPr lang="en-US" sz="2400" dirty="0">
                <a:solidFill>
                  <a:schemeClr val="tx1">
                    <a:lumMod val="75000"/>
                    <a:lumOff val="25000"/>
                  </a:schemeClr>
                </a:solidFill>
                <a:latin typeface="Comic Sans MS" pitchFamily="66" charset="0"/>
                <a:cs typeface="Tahoma" pitchFamily="34" charset="0"/>
              </a:rPr>
              <a:t> Whatever is around us constitutes our Environment</a:t>
            </a:r>
          </a:p>
          <a:p>
            <a:pPr algn="just">
              <a:buClr>
                <a:schemeClr val="tx1"/>
              </a:buClr>
              <a:buSzPct val="100000"/>
              <a:buFont typeface="Arial" pitchFamily="34" charset="0"/>
              <a:buChar char="•"/>
              <a:defRPr/>
            </a:pPr>
            <a:r>
              <a:rPr lang="en-US" sz="2400" dirty="0">
                <a:solidFill>
                  <a:schemeClr val="tx1">
                    <a:lumMod val="75000"/>
                    <a:lumOff val="25000"/>
                  </a:schemeClr>
                </a:solidFill>
                <a:latin typeface="Comic Sans MS" pitchFamily="66" charset="0"/>
                <a:cs typeface="Tahoma" pitchFamily="34" charset="0"/>
              </a:rPr>
              <a:t> The circumstances and conditions that surround an organism or group of organism</a:t>
            </a:r>
            <a:r>
              <a:rPr lang="en-US" sz="2400" dirty="0">
                <a:solidFill>
                  <a:schemeClr val="tx1">
                    <a:lumMod val="75000"/>
                    <a:lumOff val="25000"/>
                  </a:schemeClr>
                </a:solidFill>
              </a:rPr>
              <a:t>. </a:t>
            </a:r>
          </a:p>
          <a:p>
            <a:pPr algn="just">
              <a:buClr>
                <a:schemeClr val="tx1"/>
              </a:buClr>
              <a:buSzPct val="100000"/>
              <a:defRPr/>
            </a:pPr>
            <a:endParaRPr lang="en-US" sz="2400" dirty="0"/>
          </a:p>
          <a:p>
            <a:pPr algn="l"/>
            <a:endParaRPr lang="en-US" sz="2200" dirty="0"/>
          </a:p>
        </p:txBody>
      </p:sp>
    </p:spTree>
  </p:cSld>
  <p:clrMapOvr>
    <a:masterClrMapping/>
  </p:clrMapOvr>
  <p:transition spd="slow" advTm="85486">
    <p:randomBar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4CCB9B-8412-4240-B45A-000136D880D6}"/>
              </a:ext>
            </a:extLst>
          </p:cNvPr>
          <p:cNvSpPr/>
          <p:nvPr/>
        </p:nvSpPr>
        <p:spPr>
          <a:xfrm>
            <a:off x="533400" y="562103"/>
            <a:ext cx="6477000" cy="1200329"/>
          </a:xfrm>
          <a:prstGeom prst="rect">
            <a:avLst/>
          </a:prstGeom>
        </p:spPr>
        <p:txBody>
          <a:bodyPr wrap="square">
            <a:spAutoFit/>
          </a:bodyPr>
          <a:lstStyle/>
          <a:p>
            <a:pPr algn="ctr"/>
            <a:r>
              <a:rPr lang="en-US" sz="3600" u="sng" dirty="0">
                <a:latin typeface="Comic Sans MS" pitchFamily="66" charset="0"/>
                <a:cs typeface="Tahoma" pitchFamily="34" charset="0"/>
              </a:rPr>
              <a:t>Components of Environment</a:t>
            </a:r>
            <a:r>
              <a:rPr lang="en-US" sz="3600" dirty="0">
                <a:latin typeface="Comic Sans MS" pitchFamily="66" charset="0"/>
                <a:cs typeface="Tahoma" pitchFamily="34" charset="0"/>
              </a:rPr>
              <a:t>:</a:t>
            </a:r>
            <a:br>
              <a:rPr lang="en-US" sz="3600" dirty="0">
                <a:latin typeface="Comic Sans MS" pitchFamily="66" charset="0"/>
                <a:cs typeface="Tahoma" pitchFamily="34" charset="0"/>
              </a:rPr>
            </a:br>
            <a:endParaRPr lang="en-US" sz="3600" dirty="0"/>
          </a:p>
        </p:txBody>
      </p:sp>
      <p:sp>
        <p:nvSpPr>
          <p:cNvPr id="13" name="Title 1">
            <a:extLst>
              <a:ext uri="{FF2B5EF4-FFF2-40B4-BE49-F238E27FC236}">
                <a16:creationId xmlns:a16="http://schemas.microsoft.com/office/drawing/2014/main" id="{4408DC04-1EE0-452B-A496-A4C9BF7B79DB}"/>
              </a:ext>
            </a:extLst>
          </p:cNvPr>
          <p:cNvSpPr>
            <a:spLocks noGrp="1"/>
          </p:cNvSpPr>
          <p:nvPr>
            <p:ph idx="1"/>
          </p:nvPr>
        </p:nvSpPr>
        <p:spPr>
          <a:xfrm>
            <a:off x="609600" y="2160588"/>
            <a:ext cx="6348413" cy="3881437"/>
          </a:xfrm>
        </p:spPr>
        <p:txBody>
          <a:bodyPr>
            <a:normAutofit fontScale="97500"/>
          </a:bodyPr>
          <a:lstStyle/>
          <a:p>
            <a:r>
              <a:rPr lang="en-US" sz="3700" dirty="0">
                <a:latin typeface="Comic Sans MS" pitchFamily="66" charset="0"/>
                <a:cs typeface="Tahoma" pitchFamily="34" charset="0"/>
              </a:rPr>
              <a:t>Abiotic components</a:t>
            </a:r>
          </a:p>
          <a:p>
            <a:pPr marL="0" indent="0">
              <a:buNone/>
            </a:pPr>
            <a:endParaRPr lang="en-US" sz="3700" dirty="0">
              <a:latin typeface="Comic Sans MS" pitchFamily="66" charset="0"/>
              <a:cs typeface="Tahoma" pitchFamily="34" charset="0"/>
            </a:endParaRPr>
          </a:p>
          <a:p>
            <a:r>
              <a:rPr lang="en-US" sz="3700" dirty="0">
                <a:latin typeface="Comic Sans MS" pitchFamily="66" charset="0"/>
                <a:cs typeface="Tahoma" pitchFamily="34" charset="0"/>
              </a:rPr>
              <a:t>Biotic components</a:t>
            </a:r>
          </a:p>
          <a:p>
            <a:pPr marL="0" indent="0">
              <a:buNone/>
            </a:pPr>
            <a:br>
              <a:rPr lang="en-US" dirty="0">
                <a:latin typeface="Comic Sans MS" pitchFamily="66" charset="0"/>
                <a:cs typeface="Tahoma" pitchFamily="34" charset="0"/>
              </a:rPr>
            </a:br>
            <a:br>
              <a:rPr lang="en-US" dirty="0">
                <a:latin typeface="Comic Sans MS" pitchFamily="66" charset="0"/>
                <a:cs typeface="Tahoma" pitchFamily="34" charset="0"/>
              </a:rPr>
            </a:br>
            <a:endParaRPr lang="en-US" dirty="0"/>
          </a:p>
        </p:txBody>
      </p:sp>
    </p:spTree>
    <p:custDataLst>
      <p:tags r:id="rId1"/>
    </p:custDataLst>
    <p:extLst>
      <p:ext uri="{BB962C8B-B14F-4D97-AF65-F5344CB8AC3E}">
        <p14:creationId xmlns:p14="http://schemas.microsoft.com/office/powerpoint/2010/main" val="4042307536"/>
      </p:ext>
    </p:extLst>
  </p:cSld>
  <p:clrMapOvr>
    <a:masterClrMapping/>
  </p:clrMapOvr>
  <mc:AlternateContent xmlns:mc="http://schemas.openxmlformats.org/markup-compatibility/2006" xmlns:p14="http://schemas.microsoft.com/office/powerpoint/2010/main">
    <mc:Choice Requires="p14">
      <p:transition spd="slow" p14:dur="1600" advTm="71816">
        <p:blinds dir="vert"/>
      </p:transition>
    </mc:Choice>
    <mc:Fallback xmlns="">
      <p:transition spd="slow" advTm="71816">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2000"/>
                                        <p:tgtEl>
                                          <p:spTgt spid="13"/>
                                        </p:tgtEl>
                                      </p:cBhvr>
                                    </p:animEffect>
                                    <p:anim calcmode="lin" valueType="num">
                                      <p:cBhvr>
                                        <p:cTn id="8" dur="2000" fill="hold"/>
                                        <p:tgtEl>
                                          <p:spTgt spid="13"/>
                                        </p:tgtEl>
                                        <p:attrNameLst>
                                          <p:attrName>ppt_w</p:attrName>
                                        </p:attrNameLst>
                                      </p:cBhvr>
                                      <p:tavLst>
                                        <p:tav tm="0" fmla="#ppt_w*sin(2.5*pi*$)">
                                          <p:val>
                                            <p:fltVal val="0"/>
                                          </p:val>
                                        </p:tav>
                                        <p:tav tm="100000">
                                          <p:val>
                                            <p:fltVal val="1"/>
                                          </p:val>
                                        </p:tav>
                                      </p:tavLst>
                                    </p:anim>
                                    <p:anim calcmode="lin" valueType="num">
                                      <p:cBhvr>
                                        <p:cTn id="9"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Effect transition="in" filter="fade">
                                      <p:cBhvr>
                                        <p:cTn id="14" dur="1000"/>
                                        <p:tgtEl>
                                          <p:spTgt spid="13">
                                            <p:txEl>
                                              <p:pRg st="0" end="0"/>
                                            </p:txEl>
                                          </p:spTgt>
                                        </p:tgtEl>
                                      </p:cBhvr>
                                    </p:animEffect>
                                    <p:anim calcmode="lin" valueType="num">
                                      <p:cBhvr>
                                        <p:cTn id="15"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3">
                                            <p:txEl>
                                              <p:pRg st="2" end="2"/>
                                            </p:txEl>
                                          </p:spTgt>
                                        </p:tgtEl>
                                        <p:attrNameLst>
                                          <p:attrName>style.visibility</p:attrName>
                                        </p:attrNameLst>
                                      </p:cBhvr>
                                      <p:to>
                                        <p:strVal val="visible"/>
                                      </p:to>
                                    </p:set>
                                    <p:animEffect transition="in" filter="fade">
                                      <p:cBhvr>
                                        <p:cTn id="21" dur="1000"/>
                                        <p:tgtEl>
                                          <p:spTgt spid="13">
                                            <p:txEl>
                                              <p:pRg st="2" end="2"/>
                                            </p:txEl>
                                          </p:spTgt>
                                        </p:tgtEl>
                                      </p:cBhvr>
                                    </p:animEffect>
                                    <p:anim calcmode="lin" valueType="num">
                                      <p:cBhvr>
                                        <p:cTn id="22"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xEl>
                                              <p:pRg st="3" end="3"/>
                                            </p:txEl>
                                          </p:spTgt>
                                        </p:tgtEl>
                                        <p:attrNameLst>
                                          <p:attrName>style.visibility</p:attrName>
                                        </p:attrNameLst>
                                      </p:cBhvr>
                                      <p:to>
                                        <p:strVal val="visible"/>
                                      </p:to>
                                    </p:set>
                                    <p:animEffect transition="in" filter="fade">
                                      <p:cBhvr>
                                        <p:cTn id="28" dur="1000"/>
                                        <p:tgtEl>
                                          <p:spTgt spid="13">
                                            <p:txEl>
                                              <p:pRg st="3" end="3"/>
                                            </p:txEl>
                                          </p:spTgt>
                                        </p:tgtEl>
                                      </p:cBhvr>
                                    </p:animEffect>
                                    <p:anim calcmode="lin" valueType="num">
                                      <p:cBhvr>
                                        <p:cTn id="29"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685800"/>
            <a:ext cx="7620000" cy="5355312"/>
          </a:xfrm>
          <a:prstGeom prst="rect">
            <a:avLst/>
          </a:prstGeom>
          <a:noFill/>
        </p:spPr>
        <p:txBody>
          <a:bodyPr wrap="square" rtlCol="0">
            <a:spAutoFit/>
          </a:bodyPr>
          <a:lstStyle/>
          <a:p>
            <a:pPr algn="just"/>
            <a:r>
              <a:rPr lang="en-US" sz="3000" b="1" dirty="0">
                <a:solidFill>
                  <a:schemeClr val="tx2"/>
                </a:solidFill>
                <a:latin typeface="Comic Sans MS" pitchFamily="66" charset="0"/>
              </a:rPr>
              <a:t>Types of Environment :</a:t>
            </a:r>
          </a:p>
          <a:p>
            <a:pPr algn="just"/>
            <a:endParaRPr lang="en-US" sz="3000" dirty="0">
              <a:solidFill>
                <a:schemeClr val="tx2"/>
              </a:solidFill>
              <a:latin typeface="Comic Sans MS" pitchFamily="66" charset="0"/>
              <a:cs typeface="Tahoma" pitchFamily="34" charset="0"/>
            </a:endParaRPr>
          </a:p>
          <a:p>
            <a:pPr algn="just"/>
            <a:r>
              <a:rPr lang="en-US" sz="2400" dirty="0">
                <a:latin typeface="Comic Sans MS" pitchFamily="66" charset="0"/>
              </a:rPr>
              <a:t>- </a:t>
            </a:r>
            <a:r>
              <a:rPr lang="en-US" sz="2400" b="1" u="sng" dirty="0">
                <a:latin typeface="Comic Sans MS" pitchFamily="66" charset="0"/>
              </a:rPr>
              <a:t>Natural environment</a:t>
            </a:r>
            <a:r>
              <a:rPr lang="en-US" sz="2400" dirty="0">
                <a:latin typeface="Comic Sans MS" pitchFamily="66" charset="0"/>
              </a:rPr>
              <a:t>: all living and non-living things that occur naturally on Earth.</a:t>
            </a:r>
          </a:p>
          <a:p>
            <a:pPr algn="just"/>
            <a:endParaRPr lang="en-US" sz="2400" dirty="0">
              <a:latin typeface="Comic Sans MS" pitchFamily="66" charset="0"/>
            </a:endParaRPr>
          </a:p>
          <a:p>
            <a:pPr algn="just"/>
            <a:r>
              <a:rPr lang="en-US" sz="2400" dirty="0">
                <a:latin typeface="Comic Sans MS" pitchFamily="66" charset="0"/>
              </a:rPr>
              <a:t>- </a:t>
            </a:r>
            <a:r>
              <a:rPr lang="en-US" sz="2400" b="1" u="sng" dirty="0">
                <a:latin typeface="Comic Sans MS" pitchFamily="66" charset="0"/>
              </a:rPr>
              <a:t>Built environment</a:t>
            </a:r>
            <a:r>
              <a:rPr lang="en-US" sz="2400" dirty="0">
                <a:latin typeface="Comic Sans MS" pitchFamily="66" charset="0"/>
              </a:rPr>
              <a:t>: constructed surroundings that provide the setting for human activity, ranging from the large-scale civic surroundings to the personal places.</a:t>
            </a:r>
          </a:p>
          <a:p>
            <a:pPr algn="just"/>
            <a:endParaRPr lang="en-US" sz="2400" dirty="0">
              <a:latin typeface="Comic Sans MS" pitchFamily="66" charset="0"/>
            </a:endParaRPr>
          </a:p>
          <a:p>
            <a:pPr algn="just"/>
            <a:r>
              <a:rPr lang="en-US" sz="2400" dirty="0">
                <a:latin typeface="Comic Sans MS" pitchFamily="66" charset="0"/>
              </a:rPr>
              <a:t>- </a:t>
            </a:r>
            <a:r>
              <a:rPr lang="en-US" sz="2400" b="1" u="sng" dirty="0">
                <a:latin typeface="Comic Sans MS" pitchFamily="66" charset="0"/>
              </a:rPr>
              <a:t>Social environment</a:t>
            </a:r>
            <a:r>
              <a:rPr lang="en-US" sz="2400" dirty="0">
                <a:latin typeface="Comic Sans MS" pitchFamily="66" charset="0"/>
              </a:rPr>
              <a:t>: the culture that an individual lives in, and the people and institutions with whom they interact.</a:t>
            </a:r>
            <a:endParaRPr lang="en-US" sz="2400" dirty="0">
              <a:latin typeface="Comic Sans MS" pitchFamily="66" charset="0"/>
              <a:cs typeface="Tahoma" pitchFamily="34" charset="0"/>
            </a:endParaRPr>
          </a:p>
          <a:p>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424"/>
    </mc:Choice>
    <mc:Fallback xmlns="">
      <p:transition spd="slow" advTm="5642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p:cTn id="7"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8"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9" dur="1000"/>
                                        <p:tgtEl>
                                          <p:spTgt spid="4">
                                            <p:txEl>
                                              <p:pRg st="2" end="2"/>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 calcmode="lin" valueType="num">
                                      <p:cBhvr>
                                        <p:cTn id="14" dur="1000" fill="hold"/>
                                        <p:tgtEl>
                                          <p:spTgt spid="4">
                                            <p:txEl>
                                              <p:pRg st="4" end="4"/>
                                            </p:txEl>
                                          </p:spTgt>
                                        </p:tgtEl>
                                        <p:attrNameLst>
                                          <p:attrName>ppt_w</p:attrName>
                                        </p:attrNameLst>
                                      </p:cBhvr>
                                      <p:tavLst>
                                        <p:tav tm="0">
                                          <p:val>
                                            <p:strVal val="#ppt_w*0.70"/>
                                          </p:val>
                                        </p:tav>
                                        <p:tav tm="100000">
                                          <p:val>
                                            <p:strVal val="#ppt_w"/>
                                          </p:val>
                                        </p:tav>
                                      </p:tavLst>
                                    </p:anim>
                                    <p:anim calcmode="lin" valueType="num">
                                      <p:cBhvr>
                                        <p:cTn id="15" dur="1000" fill="hold"/>
                                        <p:tgtEl>
                                          <p:spTgt spid="4">
                                            <p:txEl>
                                              <p:pRg st="4" end="4"/>
                                            </p:txEl>
                                          </p:spTgt>
                                        </p:tgtEl>
                                        <p:attrNameLst>
                                          <p:attrName>ppt_h</p:attrName>
                                        </p:attrNameLst>
                                      </p:cBhvr>
                                      <p:tavLst>
                                        <p:tav tm="0">
                                          <p:val>
                                            <p:strVal val="#ppt_h"/>
                                          </p:val>
                                        </p:tav>
                                        <p:tav tm="100000">
                                          <p:val>
                                            <p:strVal val="#ppt_h"/>
                                          </p:val>
                                        </p:tav>
                                      </p:tavLst>
                                    </p:anim>
                                    <p:animEffect transition="in" filter="fade">
                                      <p:cBhvr>
                                        <p:cTn id="16" dur="1000"/>
                                        <p:tgtEl>
                                          <p:spTgt spid="4">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 calcmode="lin" valueType="num">
                                      <p:cBhvr>
                                        <p:cTn id="21" dur="1000" fill="hold"/>
                                        <p:tgtEl>
                                          <p:spTgt spid="4">
                                            <p:txEl>
                                              <p:pRg st="6" end="6"/>
                                            </p:txEl>
                                          </p:spTgt>
                                        </p:tgtEl>
                                        <p:attrNameLst>
                                          <p:attrName>ppt_w</p:attrName>
                                        </p:attrNameLst>
                                      </p:cBhvr>
                                      <p:tavLst>
                                        <p:tav tm="0">
                                          <p:val>
                                            <p:strVal val="#ppt_w*0.70"/>
                                          </p:val>
                                        </p:tav>
                                        <p:tav tm="100000">
                                          <p:val>
                                            <p:strVal val="#ppt_w"/>
                                          </p:val>
                                        </p:tav>
                                      </p:tavLst>
                                    </p:anim>
                                    <p:anim calcmode="lin" valueType="num">
                                      <p:cBhvr>
                                        <p:cTn id="22" dur="1000" fill="hold"/>
                                        <p:tgtEl>
                                          <p:spTgt spid="4">
                                            <p:txEl>
                                              <p:pRg st="6" end="6"/>
                                            </p:txEl>
                                          </p:spTgt>
                                        </p:tgtEl>
                                        <p:attrNameLst>
                                          <p:attrName>ppt_h</p:attrName>
                                        </p:attrNameLst>
                                      </p:cBhvr>
                                      <p:tavLst>
                                        <p:tav tm="0">
                                          <p:val>
                                            <p:strVal val="#ppt_h"/>
                                          </p:val>
                                        </p:tav>
                                        <p:tav tm="100000">
                                          <p:val>
                                            <p:strVal val="#ppt_h"/>
                                          </p:val>
                                        </p:tav>
                                      </p:tavLst>
                                    </p:anim>
                                    <p:animEffect transition="in" filter="fade">
                                      <p:cBhvr>
                                        <p:cTn id="23"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359898"/>
            <a:ext cx="7406640" cy="478302"/>
          </a:xfrm>
        </p:spPr>
        <p:txBody>
          <a:bodyPr>
            <a:noAutofit/>
          </a:bodyPr>
          <a:lstStyle/>
          <a:p>
            <a:pPr algn="ctr"/>
            <a:r>
              <a:rPr lang="en-US" sz="2800" b="1" dirty="0">
                <a:solidFill>
                  <a:schemeClr val="tx2"/>
                </a:solidFill>
                <a:effectLst/>
                <a:latin typeface="Comic Sans MS" pitchFamily="66" charset="0"/>
              </a:rPr>
              <a:t>Environmental Science</a:t>
            </a:r>
            <a:endParaRPr lang="en-US" sz="2800" dirty="0">
              <a:solidFill>
                <a:schemeClr val="tx2"/>
              </a:solidFill>
              <a:latin typeface="Comic Sans MS" pitchFamily="66" charset="0"/>
            </a:endParaRPr>
          </a:p>
        </p:txBody>
      </p:sp>
      <p:sp>
        <p:nvSpPr>
          <p:cNvPr id="3" name="Subtitle 2"/>
          <p:cNvSpPr>
            <a:spLocks noGrp="1"/>
          </p:cNvSpPr>
          <p:nvPr>
            <p:ph type="subTitle" idx="1"/>
          </p:nvPr>
        </p:nvSpPr>
        <p:spPr>
          <a:xfrm>
            <a:off x="567559" y="953895"/>
            <a:ext cx="7848600" cy="5562600"/>
          </a:xfrm>
        </p:spPr>
        <p:txBody>
          <a:bodyPr>
            <a:normAutofit fontScale="92500" lnSpcReduction="10000"/>
          </a:bodyPr>
          <a:lstStyle/>
          <a:p>
            <a:pPr algn="just">
              <a:buClr>
                <a:schemeClr val="tx1"/>
              </a:buClr>
              <a:buSzPct val="100000"/>
              <a:buFont typeface="Wingdings" pitchFamily="2" charset="2"/>
              <a:buChar char="§"/>
            </a:pPr>
            <a:r>
              <a:rPr lang="en-US" sz="2000" dirty="0">
                <a:solidFill>
                  <a:schemeClr val="tx1">
                    <a:lumMod val="75000"/>
                    <a:lumOff val="25000"/>
                  </a:schemeClr>
                </a:solidFill>
                <a:latin typeface="Comic Sans MS" pitchFamily="66" charset="0"/>
                <a:cs typeface="Times New Roman" pitchFamily="18" charset="0"/>
              </a:rPr>
              <a:t> </a:t>
            </a:r>
            <a:r>
              <a:rPr lang="en-US" sz="2400" dirty="0">
                <a:solidFill>
                  <a:schemeClr val="tx1">
                    <a:lumMod val="75000"/>
                    <a:lumOff val="25000"/>
                  </a:schemeClr>
                </a:solidFill>
                <a:latin typeface="Comic Sans MS" pitchFamily="66" charset="0"/>
                <a:cs typeface="Times New Roman" pitchFamily="18" charset="0"/>
              </a:rPr>
              <a:t>Environmental science is the systematic study of our  environment</a:t>
            </a:r>
          </a:p>
          <a:p>
            <a:pPr algn="just">
              <a:buClr>
                <a:schemeClr val="tx1"/>
              </a:buClr>
              <a:buSzPct val="100000"/>
            </a:pPr>
            <a:endParaRPr lang="en-US" sz="2400" dirty="0">
              <a:solidFill>
                <a:schemeClr val="tx1">
                  <a:lumMod val="75000"/>
                  <a:lumOff val="25000"/>
                </a:schemeClr>
              </a:solidFill>
              <a:latin typeface="Comic Sans MS" pitchFamily="66" charset="0"/>
              <a:cs typeface="Times New Roman" pitchFamily="18" charset="0"/>
            </a:endParaRPr>
          </a:p>
          <a:p>
            <a:pPr algn="just">
              <a:buFont typeface="Wingdings" pitchFamily="2" charset="2"/>
              <a:buChar char="§"/>
            </a:pPr>
            <a:r>
              <a:rPr lang="en-US" sz="2400" dirty="0">
                <a:solidFill>
                  <a:schemeClr val="tx1">
                    <a:lumMod val="75000"/>
                    <a:lumOff val="25000"/>
                  </a:schemeClr>
                </a:solidFill>
                <a:latin typeface="Comic Sans MS" pitchFamily="66" charset="0"/>
              </a:rPr>
              <a:t> Environmental science is the science of the relationship between man and the natural world in which he lives.</a:t>
            </a:r>
          </a:p>
          <a:p>
            <a:pPr algn="just"/>
            <a:endParaRPr lang="en-US" sz="2400" dirty="0">
              <a:solidFill>
                <a:schemeClr val="tx1">
                  <a:lumMod val="75000"/>
                  <a:lumOff val="25000"/>
                </a:schemeClr>
              </a:solidFill>
              <a:latin typeface="Comic Sans MS" pitchFamily="66" charset="0"/>
              <a:cs typeface="Times New Roman" pitchFamily="18" charset="0"/>
            </a:endParaRPr>
          </a:p>
          <a:p>
            <a:pPr algn="just">
              <a:buClr>
                <a:schemeClr val="tx1"/>
              </a:buClr>
              <a:buSzPct val="100000"/>
              <a:buFont typeface="Wingdings" pitchFamily="2" charset="2"/>
              <a:buChar char="§"/>
            </a:pPr>
            <a:r>
              <a:rPr lang="en-US" sz="2400" dirty="0">
                <a:solidFill>
                  <a:schemeClr val="tx1">
                    <a:lumMod val="75000"/>
                    <a:lumOff val="25000"/>
                  </a:schemeClr>
                </a:solidFill>
                <a:latin typeface="Comic Sans MS" pitchFamily="66" charset="0"/>
                <a:cs typeface="Times New Roman" pitchFamily="18" charset="0"/>
              </a:rPr>
              <a:t>It </a:t>
            </a:r>
            <a:r>
              <a:rPr lang="en-US" sz="2400" dirty="0">
                <a:solidFill>
                  <a:schemeClr val="tx1">
                    <a:lumMod val="75000"/>
                    <a:lumOff val="25000"/>
                  </a:schemeClr>
                </a:solidFill>
                <a:latin typeface="Comic Sans MS" pitchFamily="66" charset="0"/>
              </a:rPr>
              <a:t>is an interdisciplinary academic field that integrates physical and biological sciences (including physics, chemistry, biology, geology, soil science and geography) and social sciences (economics, demography, political science and humanities). </a:t>
            </a:r>
          </a:p>
          <a:p>
            <a:pPr algn="just">
              <a:buClr>
                <a:schemeClr val="tx1"/>
              </a:buClr>
              <a:buSzPct val="100000"/>
            </a:pPr>
            <a:endParaRPr lang="en-US" sz="2400" dirty="0">
              <a:solidFill>
                <a:schemeClr val="tx1">
                  <a:lumMod val="75000"/>
                  <a:lumOff val="25000"/>
                </a:schemeClr>
              </a:solidFill>
              <a:latin typeface="Comic Sans MS" pitchFamily="66" charset="0"/>
            </a:endParaRPr>
          </a:p>
          <a:p>
            <a:pPr algn="just">
              <a:buClr>
                <a:schemeClr val="tx1"/>
              </a:buClr>
              <a:buSzPct val="100000"/>
              <a:buFont typeface="Wingdings" pitchFamily="2" charset="2"/>
              <a:buChar char="§"/>
            </a:pPr>
            <a:r>
              <a:rPr lang="en-US" sz="2400" dirty="0">
                <a:solidFill>
                  <a:schemeClr val="tx1">
                    <a:lumMod val="75000"/>
                    <a:lumOff val="25000"/>
                  </a:schemeClr>
                </a:solidFill>
                <a:latin typeface="Comic Sans MS" pitchFamily="66" charset="0"/>
              </a:rPr>
              <a:t> Environmental science provides an integrated, quantitative and interdisciplinary approach to the study of the environment.</a:t>
            </a:r>
          </a:p>
          <a:p>
            <a:pPr algn="just">
              <a:buClr>
                <a:schemeClr val="tx1"/>
              </a:buClr>
              <a:buSzPct val="100000"/>
            </a:pPr>
            <a:endParaRPr lang="en-US" sz="2400" dirty="0">
              <a:solidFill>
                <a:schemeClr val="tx1">
                  <a:lumMod val="75000"/>
                  <a:lumOff val="25000"/>
                </a:schemeClr>
              </a:solidFill>
              <a:latin typeface="Comic Sans MS" pitchFamily="66" charset="0"/>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58506"/>
    </mc:Choice>
    <mc:Fallback xmlns="">
      <p:transition spd="slow" advTm="58506"/>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212590-2525-6.jpg"/>
          <p:cNvPicPr>
            <a:picLocks noChangeAspect="1"/>
          </p:cNvPicPr>
          <p:nvPr/>
        </p:nvPicPr>
        <p:blipFill>
          <a:blip r:embed="rId3"/>
          <a:stretch>
            <a:fillRect/>
          </a:stretch>
        </p:blipFill>
        <p:spPr>
          <a:xfrm>
            <a:off x="1142999" y="0"/>
            <a:ext cx="6019801" cy="6945925"/>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2472"/>
    </mc:Choice>
    <mc:Fallback xmlns="">
      <p:transition spd="slow" advTm="224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nvironmental-Problems-Rainforest-Destruction.jpg"/>
          <p:cNvPicPr>
            <a:picLocks noChangeAspect="1"/>
          </p:cNvPicPr>
          <p:nvPr/>
        </p:nvPicPr>
        <p:blipFill>
          <a:blip r:embed="rId3"/>
          <a:stretch>
            <a:fillRect/>
          </a:stretch>
        </p:blipFill>
        <p:spPr>
          <a:xfrm>
            <a:off x="3978796" y="0"/>
            <a:ext cx="5165204" cy="3869976"/>
          </a:xfrm>
          <a:prstGeom prst="rect">
            <a:avLst/>
          </a:prstGeom>
        </p:spPr>
      </p:pic>
      <p:pic>
        <p:nvPicPr>
          <p:cNvPr id="5" name="Picture 4" descr="286355-31104-7.jpg"/>
          <p:cNvPicPr>
            <a:picLocks noChangeAspect="1"/>
          </p:cNvPicPr>
          <p:nvPr/>
        </p:nvPicPr>
        <p:blipFill>
          <a:blip r:embed="rId4"/>
          <a:stretch>
            <a:fillRect/>
          </a:stretch>
        </p:blipFill>
        <p:spPr>
          <a:xfrm>
            <a:off x="0" y="0"/>
            <a:ext cx="3978796" cy="3869976"/>
          </a:xfrm>
          <a:prstGeom prst="rect">
            <a:avLst/>
          </a:prstGeom>
        </p:spPr>
      </p:pic>
      <p:pic>
        <p:nvPicPr>
          <p:cNvPr id="6" name="Picture 5" descr="tarsands-beforeafter.jpg">
            <a:extLst>
              <a:ext uri="{FF2B5EF4-FFF2-40B4-BE49-F238E27FC236}">
                <a16:creationId xmlns:a16="http://schemas.microsoft.com/office/drawing/2014/main" id="{9FC2B362-10C0-402C-ACA2-8D848FC455BB}"/>
              </a:ext>
            </a:extLst>
          </p:cNvPr>
          <p:cNvPicPr>
            <a:picLocks noChangeAspect="1"/>
          </p:cNvPicPr>
          <p:nvPr/>
        </p:nvPicPr>
        <p:blipFill>
          <a:blip r:embed="rId5"/>
          <a:stretch>
            <a:fillRect/>
          </a:stretch>
        </p:blipFill>
        <p:spPr>
          <a:xfrm>
            <a:off x="0" y="3869976"/>
            <a:ext cx="4334607" cy="3108960"/>
          </a:xfrm>
          <a:prstGeom prst="rect">
            <a:avLst/>
          </a:prstGeom>
        </p:spPr>
      </p:pic>
      <p:pic>
        <p:nvPicPr>
          <p:cNvPr id="7" name="Picture 6" descr="10.OPINION_Kachin.jpg">
            <a:extLst>
              <a:ext uri="{FF2B5EF4-FFF2-40B4-BE49-F238E27FC236}">
                <a16:creationId xmlns:a16="http://schemas.microsoft.com/office/drawing/2014/main" id="{9C5C65B9-953F-4ED9-8BC8-5D7C470C5F6B}"/>
              </a:ext>
            </a:extLst>
          </p:cNvPr>
          <p:cNvPicPr>
            <a:picLocks noChangeAspect="1"/>
          </p:cNvPicPr>
          <p:nvPr/>
        </p:nvPicPr>
        <p:blipFill>
          <a:blip r:embed="rId6"/>
          <a:stretch>
            <a:fillRect/>
          </a:stretch>
        </p:blipFill>
        <p:spPr>
          <a:xfrm>
            <a:off x="4334607" y="3840479"/>
            <a:ext cx="4794644" cy="3138457"/>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4195"/>
    </mc:Choice>
    <mc:Fallback xmlns="">
      <p:transition spd="slow" advTm="641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610600" cy="5715000"/>
          </a:xfrm>
        </p:spPr>
        <p:txBody>
          <a:bodyPr>
            <a:noAutofit/>
          </a:bodyPr>
          <a:lstStyle/>
          <a:p>
            <a:pPr>
              <a:buNone/>
            </a:pPr>
            <a:r>
              <a:rPr lang="en-US" sz="2000" u="sng" dirty="0">
                <a:latin typeface="Comic Sans MS" pitchFamily="66" charset="0"/>
              </a:rPr>
              <a:t>Current Environmental Conditions</a:t>
            </a:r>
          </a:p>
          <a:p>
            <a:r>
              <a:rPr lang="en-US" sz="2000" dirty="0">
                <a:latin typeface="Comic Sans MS" pitchFamily="66" charset="0"/>
              </a:rPr>
              <a:t>Widespread decline in the ability of the ecosystem to produce goods and services</a:t>
            </a:r>
          </a:p>
          <a:p>
            <a:r>
              <a:rPr lang="en-US" sz="2000" dirty="0">
                <a:latin typeface="Comic Sans MS" pitchFamily="66" charset="0"/>
              </a:rPr>
              <a:t>Land conversion have shrunk the world’s forest as much as half</a:t>
            </a:r>
          </a:p>
          <a:p>
            <a:r>
              <a:rPr lang="en-US" sz="2000" dirty="0">
                <a:latin typeface="Comic Sans MS" pitchFamily="66" charset="0"/>
              </a:rPr>
              <a:t>Soil degradation has affected two-thirds of the world’s agricultural land</a:t>
            </a:r>
          </a:p>
          <a:p>
            <a:r>
              <a:rPr lang="en-US" sz="2000" dirty="0">
                <a:latin typeface="Comic Sans MS" pitchFamily="66" charset="0"/>
              </a:rPr>
              <a:t>Marine fish stocks are over harvested</a:t>
            </a:r>
          </a:p>
          <a:p>
            <a:pPr>
              <a:buNone/>
            </a:pPr>
            <a:r>
              <a:rPr lang="en-US" sz="2000" dirty="0">
                <a:latin typeface="Comic Sans MS" pitchFamily="66" charset="0"/>
              </a:rPr>
              <a:t> </a:t>
            </a:r>
          </a:p>
          <a:p>
            <a:pPr>
              <a:buNone/>
            </a:pPr>
            <a:r>
              <a:rPr lang="en-US" sz="2000" u="sng" dirty="0">
                <a:latin typeface="Comic Sans MS" pitchFamily="66" charset="0"/>
              </a:rPr>
              <a:t>Causes of Environmental degradation</a:t>
            </a:r>
            <a:endParaRPr lang="en-US" sz="2000" dirty="0">
              <a:latin typeface="Comic Sans MS" pitchFamily="66" charset="0"/>
            </a:endParaRPr>
          </a:p>
          <a:p>
            <a:r>
              <a:rPr lang="en-US" sz="2000" dirty="0">
                <a:latin typeface="Comic Sans MS" pitchFamily="66" charset="0"/>
              </a:rPr>
              <a:t>About 85 million people are added every year causing stress on resources and services </a:t>
            </a:r>
          </a:p>
          <a:p>
            <a:r>
              <a:rPr lang="en-US" sz="2000" dirty="0">
                <a:latin typeface="Comic Sans MS" pitchFamily="66" charset="0"/>
              </a:rPr>
              <a:t>More land needed for housing and food production</a:t>
            </a:r>
          </a:p>
          <a:p>
            <a:r>
              <a:rPr lang="en-US" sz="2000" dirty="0">
                <a:latin typeface="Comic Sans MS" pitchFamily="66" charset="0"/>
              </a:rPr>
              <a:t>More urbanization causes air pollution, hazardous waste generation</a:t>
            </a:r>
          </a:p>
          <a:p>
            <a:r>
              <a:rPr lang="en-US" sz="2000" dirty="0">
                <a:latin typeface="Comic Sans MS" pitchFamily="66" charset="0"/>
              </a:rPr>
              <a:t>Extraction of ground water, fossil fuel and resources increase. </a:t>
            </a:r>
          </a:p>
          <a:p>
            <a:r>
              <a:rPr lang="en-US" sz="2000" dirty="0">
                <a:latin typeface="Comic Sans MS" pitchFamily="66" charset="0"/>
              </a:rPr>
              <a:t>Surface and ground water pollution threatens natural water habitats </a:t>
            </a:r>
          </a:p>
        </p:txBody>
      </p:sp>
      <p:cxnSp>
        <p:nvCxnSpPr>
          <p:cNvPr id="5" name="Straight Arrow Connector 4"/>
          <p:cNvCxnSpPr/>
          <p:nvPr/>
        </p:nvCxnSpPr>
        <p:spPr>
          <a:xfrm>
            <a:off x="6934200" y="37338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3838"/>
    </mc:Choice>
    <mc:Fallback xmlns="">
      <p:transition spd="slow" advTm="8383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10000"/>
                                  </p:stCondLst>
                                  <p:childTnLst>
                                    <p:set>
                                      <p:cBhvr>
                                        <p:cTn id="2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1000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wipe(down)">
                                      <p:cBhvr>
                                        <p:cTn id="29" dur="580">
                                          <p:stCondLst>
                                            <p:cond delay="0"/>
                                          </p:stCondLst>
                                        </p:cTn>
                                        <p:tgtEl>
                                          <p:spTgt spid="3">
                                            <p:txEl>
                                              <p:pRg st="2" end="2"/>
                                            </p:txEl>
                                          </p:spTgt>
                                        </p:tgtEl>
                                      </p:cBhvr>
                                    </p:animEffect>
                                    <p:anim calcmode="lin" valueType="num">
                                      <p:cBhvr>
                                        <p:cTn id="3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3">
                                            <p:txEl>
                                              <p:pRg st="2" end="2"/>
                                            </p:txEl>
                                          </p:spTgt>
                                        </p:tgtEl>
                                      </p:cBhvr>
                                      <p:to x="100000" y="60000"/>
                                    </p:animScale>
                                    <p:animScale>
                                      <p:cBhvr>
                                        <p:cTn id="36" dur="166" decel="50000">
                                          <p:stCondLst>
                                            <p:cond delay="676"/>
                                          </p:stCondLst>
                                        </p:cTn>
                                        <p:tgtEl>
                                          <p:spTgt spid="3">
                                            <p:txEl>
                                              <p:pRg st="2" end="2"/>
                                            </p:txEl>
                                          </p:spTgt>
                                        </p:tgtEl>
                                      </p:cBhvr>
                                      <p:to x="100000" y="100000"/>
                                    </p:animScale>
                                    <p:animScale>
                                      <p:cBhvr>
                                        <p:cTn id="37" dur="26">
                                          <p:stCondLst>
                                            <p:cond delay="1312"/>
                                          </p:stCondLst>
                                        </p:cTn>
                                        <p:tgtEl>
                                          <p:spTgt spid="3">
                                            <p:txEl>
                                              <p:pRg st="2" end="2"/>
                                            </p:txEl>
                                          </p:spTgt>
                                        </p:tgtEl>
                                      </p:cBhvr>
                                      <p:to x="100000" y="80000"/>
                                    </p:animScale>
                                    <p:animScale>
                                      <p:cBhvr>
                                        <p:cTn id="38" dur="166" decel="50000">
                                          <p:stCondLst>
                                            <p:cond delay="1338"/>
                                          </p:stCondLst>
                                        </p:cTn>
                                        <p:tgtEl>
                                          <p:spTgt spid="3">
                                            <p:txEl>
                                              <p:pRg st="2" end="2"/>
                                            </p:txEl>
                                          </p:spTgt>
                                        </p:tgtEl>
                                      </p:cBhvr>
                                      <p:to x="100000" y="100000"/>
                                    </p:animScale>
                                    <p:animScale>
                                      <p:cBhvr>
                                        <p:cTn id="39" dur="26">
                                          <p:stCondLst>
                                            <p:cond delay="1642"/>
                                          </p:stCondLst>
                                        </p:cTn>
                                        <p:tgtEl>
                                          <p:spTgt spid="3">
                                            <p:txEl>
                                              <p:pRg st="2" end="2"/>
                                            </p:txEl>
                                          </p:spTgt>
                                        </p:tgtEl>
                                      </p:cBhvr>
                                      <p:to x="100000" y="90000"/>
                                    </p:animScale>
                                    <p:animScale>
                                      <p:cBhvr>
                                        <p:cTn id="40" dur="166" decel="50000">
                                          <p:stCondLst>
                                            <p:cond delay="1668"/>
                                          </p:stCondLst>
                                        </p:cTn>
                                        <p:tgtEl>
                                          <p:spTgt spid="3">
                                            <p:txEl>
                                              <p:pRg st="2" end="2"/>
                                            </p:txEl>
                                          </p:spTgt>
                                        </p:tgtEl>
                                      </p:cBhvr>
                                      <p:to x="100000" y="100000"/>
                                    </p:animScale>
                                    <p:animScale>
                                      <p:cBhvr>
                                        <p:cTn id="41" dur="26">
                                          <p:stCondLst>
                                            <p:cond delay="1808"/>
                                          </p:stCondLst>
                                        </p:cTn>
                                        <p:tgtEl>
                                          <p:spTgt spid="3">
                                            <p:txEl>
                                              <p:pRg st="2" end="2"/>
                                            </p:txEl>
                                          </p:spTgt>
                                        </p:tgtEl>
                                      </p:cBhvr>
                                      <p:to x="100000" y="95000"/>
                                    </p:animScale>
                                    <p:animScale>
                                      <p:cBhvr>
                                        <p:cTn id="42" dur="166" decel="50000">
                                          <p:stCondLst>
                                            <p:cond delay="1834"/>
                                          </p:stCondLst>
                                        </p:cTn>
                                        <p:tgtEl>
                                          <p:spTgt spid="3">
                                            <p:txEl>
                                              <p:pRg st="2" end="2"/>
                                            </p:txEl>
                                          </p:spTgt>
                                        </p:tgtEl>
                                      </p:cBhvr>
                                      <p:to x="100000" y="100000"/>
                                    </p:animScale>
                                  </p:childTnLst>
                                </p:cTn>
                              </p:par>
                            </p:childTnLst>
                          </p:cTn>
                        </p:par>
                      </p:childTnLst>
                    </p:cTn>
                  </p:par>
                  <p:par>
                    <p:cTn id="43" fill="hold">
                      <p:stCondLst>
                        <p:cond delay="indefinite"/>
                      </p:stCondLst>
                      <p:childTnLst>
                        <p:par>
                          <p:cTn id="44" fill="hold">
                            <p:stCondLst>
                              <p:cond delay="0"/>
                            </p:stCondLst>
                            <p:childTnLst>
                              <p:par>
                                <p:cTn id="45" presetID="26" presetClass="entr" presetSubtype="0" fill="hold" nodeType="clickEffect">
                                  <p:stCondLst>
                                    <p:cond delay="10000"/>
                                  </p:stCondLst>
                                  <p:childTnLst>
                                    <p:set>
                                      <p:cBhvr>
                                        <p:cTn id="46" dur="1" fill="hold">
                                          <p:stCondLst>
                                            <p:cond delay="0"/>
                                          </p:stCondLst>
                                        </p:cTn>
                                        <p:tgtEl>
                                          <p:spTgt spid="3">
                                            <p:txEl>
                                              <p:pRg st="3" end="3"/>
                                            </p:txEl>
                                          </p:spTgt>
                                        </p:tgtEl>
                                        <p:attrNameLst>
                                          <p:attrName>style.visibility</p:attrName>
                                        </p:attrNameLst>
                                      </p:cBhvr>
                                      <p:to>
                                        <p:strVal val="visible"/>
                                      </p:to>
                                    </p:set>
                                    <p:animEffect transition="in" filter="wipe(down)">
                                      <p:cBhvr>
                                        <p:cTn id="47" dur="580">
                                          <p:stCondLst>
                                            <p:cond delay="0"/>
                                          </p:stCondLst>
                                        </p:cTn>
                                        <p:tgtEl>
                                          <p:spTgt spid="3">
                                            <p:txEl>
                                              <p:pRg st="3" end="3"/>
                                            </p:txEl>
                                          </p:spTgt>
                                        </p:tgtEl>
                                      </p:cBhvr>
                                    </p:animEffect>
                                    <p:anim calcmode="lin" valueType="num">
                                      <p:cBhvr>
                                        <p:cTn id="48"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53" dur="26">
                                          <p:stCondLst>
                                            <p:cond delay="650"/>
                                          </p:stCondLst>
                                        </p:cTn>
                                        <p:tgtEl>
                                          <p:spTgt spid="3">
                                            <p:txEl>
                                              <p:pRg st="3" end="3"/>
                                            </p:txEl>
                                          </p:spTgt>
                                        </p:tgtEl>
                                      </p:cBhvr>
                                      <p:to x="100000" y="60000"/>
                                    </p:animScale>
                                    <p:animScale>
                                      <p:cBhvr>
                                        <p:cTn id="54" dur="166" decel="50000">
                                          <p:stCondLst>
                                            <p:cond delay="676"/>
                                          </p:stCondLst>
                                        </p:cTn>
                                        <p:tgtEl>
                                          <p:spTgt spid="3">
                                            <p:txEl>
                                              <p:pRg st="3" end="3"/>
                                            </p:txEl>
                                          </p:spTgt>
                                        </p:tgtEl>
                                      </p:cBhvr>
                                      <p:to x="100000" y="100000"/>
                                    </p:animScale>
                                    <p:animScale>
                                      <p:cBhvr>
                                        <p:cTn id="55" dur="26">
                                          <p:stCondLst>
                                            <p:cond delay="1312"/>
                                          </p:stCondLst>
                                        </p:cTn>
                                        <p:tgtEl>
                                          <p:spTgt spid="3">
                                            <p:txEl>
                                              <p:pRg st="3" end="3"/>
                                            </p:txEl>
                                          </p:spTgt>
                                        </p:tgtEl>
                                      </p:cBhvr>
                                      <p:to x="100000" y="80000"/>
                                    </p:animScale>
                                    <p:animScale>
                                      <p:cBhvr>
                                        <p:cTn id="56" dur="166" decel="50000">
                                          <p:stCondLst>
                                            <p:cond delay="1338"/>
                                          </p:stCondLst>
                                        </p:cTn>
                                        <p:tgtEl>
                                          <p:spTgt spid="3">
                                            <p:txEl>
                                              <p:pRg st="3" end="3"/>
                                            </p:txEl>
                                          </p:spTgt>
                                        </p:tgtEl>
                                      </p:cBhvr>
                                      <p:to x="100000" y="100000"/>
                                    </p:animScale>
                                    <p:animScale>
                                      <p:cBhvr>
                                        <p:cTn id="57" dur="26">
                                          <p:stCondLst>
                                            <p:cond delay="1642"/>
                                          </p:stCondLst>
                                        </p:cTn>
                                        <p:tgtEl>
                                          <p:spTgt spid="3">
                                            <p:txEl>
                                              <p:pRg st="3" end="3"/>
                                            </p:txEl>
                                          </p:spTgt>
                                        </p:tgtEl>
                                      </p:cBhvr>
                                      <p:to x="100000" y="90000"/>
                                    </p:animScale>
                                    <p:animScale>
                                      <p:cBhvr>
                                        <p:cTn id="58" dur="166" decel="50000">
                                          <p:stCondLst>
                                            <p:cond delay="1668"/>
                                          </p:stCondLst>
                                        </p:cTn>
                                        <p:tgtEl>
                                          <p:spTgt spid="3">
                                            <p:txEl>
                                              <p:pRg st="3" end="3"/>
                                            </p:txEl>
                                          </p:spTgt>
                                        </p:tgtEl>
                                      </p:cBhvr>
                                      <p:to x="100000" y="100000"/>
                                    </p:animScale>
                                    <p:animScale>
                                      <p:cBhvr>
                                        <p:cTn id="59" dur="26">
                                          <p:stCondLst>
                                            <p:cond delay="1808"/>
                                          </p:stCondLst>
                                        </p:cTn>
                                        <p:tgtEl>
                                          <p:spTgt spid="3">
                                            <p:txEl>
                                              <p:pRg st="3" end="3"/>
                                            </p:txEl>
                                          </p:spTgt>
                                        </p:tgtEl>
                                      </p:cBhvr>
                                      <p:to x="100000" y="95000"/>
                                    </p:animScale>
                                    <p:animScale>
                                      <p:cBhvr>
                                        <p:cTn id="60" dur="166" decel="50000">
                                          <p:stCondLst>
                                            <p:cond delay="1834"/>
                                          </p:stCondLst>
                                        </p:cTn>
                                        <p:tgtEl>
                                          <p:spTgt spid="3">
                                            <p:txEl>
                                              <p:pRg st="3" end="3"/>
                                            </p:txEl>
                                          </p:spTgt>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26" presetClass="entr" presetSubtype="0" fill="hold" nodeType="clickEffect">
                                  <p:stCondLst>
                                    <p:cond delay="10000"/>
                                  </p:stCondLst>
                                  <p:childTnLst>
                                    <p:set>
                                      <p:cBhvr>
                                        <p:cTn id="64" dur="1" fill="hold">
                                          <p:stCondLst>
                                            <p:cond delay="0"/>
                                          </p:stCondLst>
                                        </p:cTn>
                                        <p:tgtEl>
                                          <p:spTgt spid="3">
                                            <p:txEl>
                                              <p:pRg st="4" end="4"/>
                                            </p:txEl>
                                          </p:spTgt>
                                        </p:tgtEl>
                                        <p:attrNameLst>
                                          <p:attrName>style.visibility</p:attrName>
                                        </p:attrNameLst>
                                      </p:cBhvr>
                                      <p:to>
                                        <p:strVal val="visible"/>
                                      </p:to>
                                    </p:set>
                                    <p:animEffect transition="in" filter="wipe(down)">
                                      <p:cBhvr>
                                        <p:cTn id="65" dur="580">
                                          <p:stCondLst>
                                            <p:cond delay="0"/>
                                          </p:stCondLst>
                                        </p:cTn>
                                        <p:tgtEl>
                                          <p:spTgt spid="3">
                                            <p:txEl>
                                              <p:pRg st="4" end="4"/>
                                            </p:txEl>
                                          </p:spTgt>
                                        </p:tgtEl>
                                      </p:cBhvr>
                                    </p:animEffect>
                                    <p:anim calcmode="lin" valueType="num">
                                      <p:cBhvr>
                                        <p:cTn id="6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6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6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6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7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71" dur="26">
                                          <p:stCondLst>
                                            <p:cond delay="650"/>
                                          </p:stCondLst>
                                        </p:cTn>
                                        <p:tgtEl>
                                          <p:spTgt spid="3">
                                            <p:txEl>
                                              <p:pRg st="4" end="4"/>
                                            </p:txEl>
                                          </p:spTgt>
                                        </p:tgtEl>
                                      </p:cBhvr>
                                      <p:to x="100000" y="60000"/>
                                    </p:animScale>
                                    <p:animScale>
                                      <p:cBhvr>
                                        <p:cTn id="72" dur="166" decel="50000">
                                          <p:stCondLst>
                                            <p:cond delay="676"/>
                                          </p:stCondLst>
                                        </p:cTn>
                                        <p:tgtEl>
                                          <p:spTgt spid="3">
                                            <p:txEl>
                                              <p:pRg st="4" end="4"/>
                                            </p:txEl>
                                          </p:spTgt>
                                        </p:tgtEl>
                                      </p:cBhvr>
                                      <p:to x="100000" y="100000"/>
                                    </p:animScale>
                                    <p:animScale>
                                      <p:cBhvr>
                                        <p:cTn id="73" dur="26">
                                          <p:stCondLst>
                                            <p:cond delay="1312"/>
                                          </p:stCondLst>
                                        </p:cTn>
                                        <p:tgtEl>
                                          <p:spTgt spid="3">
                                            <p:txEl>
                                              <p:pRg st="4" end="4"/>
                                            </p:txEl>
                                          </p:spTgt>
                                        </p:tgtEl>
                                      </p:cBhvr>
                                      <p:to x="100000" y="80000"/>
                                    </p:animScale>
                                    <p:animScale>
                                      <p:cBhvr>
                                        <p:cTn id="74" dur="166" decel="50000">
                                          <p:stCondLst>
                                            <p:cond delay="1338"/>
                                          </p:stCondLst>
                                        </p:cTn>
                                        <p:tgtEl>
                                          <p:spTgt spid="3">
                                            <p:txEl>
                                              <p:pRg st="4" end="4"/>
                                            </p:txEl>
                                          </p:spTgt>
                                        </p:tgtEl>
                                      </p:cBhvr>
                                      <p:to x="100000" y="100000"/>
                                    </p:animScale>
                                    <p:animScale>
                                      <p:cBhvr>
                                        <p:cTn id="75" dur="26">
                                          <p:stCondLst>
                                            <p:cond delay="1642"/>
                                          </p:stCondLst>
                                        </p:cTn>
                                        <p:tgtEl>
                                          <p:spTgt spid="3">
                                            <p:txEl>
                                              <p:pRg st="4" end="4"/>
                                            </p:txEl>
                                          </p:spTgt>
                                        </p:tgtEl>
                                      </p:cBhvr>
                                      <p:to x="100000" y="90000"/>
                                    </p:animScale>
                                    <p:animScale>
                                      <p:cBhvr>
                                        <p:cTn id="76" dur="166" decel="50000">
                                          <p:stCondLst>
                                            <p:cond delay="1668"/>
                                          </p:stCondLst>
                                        </p:cTn>
                                        <p:tgtEl>
                                          <p:spTgt spid="3">
                                            <p:txEl>
                                              <p:pRg st="4" end="4"/>
                                            </p:txEl>
                                          </p:spTgt>
                                        </p:tgtEl>
                                      </p:cBhvr>
                                      <p:to x="100000" y="100000"/>
                                    </p:animScale>
                                    <p:animScale>
                                      <p:cBhvr>
                                        <p:cTn id="77" dur="26">
                                          <p:stCondLst>
                                            <p:cond delay="1808"/>
                                          </p:stCondLst>
                                        </p:cTn>
                                        <p:tgtEl>
                                          <p:spTgt spid="3">
                                            <p:txEl>
                                              <p:pRg st="4" end="4"/>
                                            </p:txEl>
                                          </p:spTgt>
                                        </p:tgtEl>
                                      </p:cBhvr>
                                      <p:to x="100000" y="95000"/>
                                    </p:animScale>
                                    <p:animScale>
                                      <p:cBhvr>
                                        <p:cTn id="78" dur="166" decel="50000">
                                          <p:stCondLst>
                                            <p:cond delay="1834"/>
                                          </p:stCondLst>
                                        </p:cTn>
                                        <p:tgtEl>
                                          <p:spTgt spid="3">
                                            <p:txEl>
                                              <p:pRg st="4" end="4"/>
                                            </p:txEl>
                                          </p:spTgt>
                                        </p:tgtEl>
                                      </p:cBhvr>
                                      <p:to x="100000" y="100000"/>
                                    </p:animScale>
                                  </p:childTnLst>
                                </p:cTn>
                              </p:par>
                            </p:childTnLst>
                          </p:cTn>
                        </p:par>
                      </p:childTnLst>
                    </p:cTn>
                  </p:par>
                  <p:par>
                    <p:cTn id="79" fill="hold">
                      <p:stCondLst>
                        <p:cond delay="indefinite"/>
                      </p:stCondLst>
                      <p:childTnLst>
                        <p:par>
                          <p:cTn id="80" fill="hold">
                            <p:stCondLst>
                              <p:cond delay="0"/>
                            </p:stCondLst>
                            <p:childTnLst>
                              <p:par>
                                <p:cTn id="81" presetID="16" presetClass="entr" presetSubtype="21" fill="hold" nodeType="clickEffect">
                                  <p:stCondLst>
                                    <p:cond delay="10000"/>
                                  </p:stCondLst>
                                  <p:childTnLst>
                                    <p:set>
                                      <p:cBhvr>
                                        <p:cTn id="82" dur="1" fill="hold">
                                          <p:stCondLst>
                                            <p:cond delay="0"/>
                                          </p:stCondLst>
                                        </p:cTn>
                                        <p:tgtEl>
                                          <p:spTgt spid="3">
                                            <p:txEl>
                                              <p:pRg st="6" end="6"/>
                                            </p:txEl>
                                          </p:spTgt>
                                        </p:tgtEl>
                                        <p:attrNameLst>
                                          <p:attrName>style.visibility</p:attrName>
                                        </p:attrNameLst>
                                      </p:cBhvr>
                                      <p:to>
                                        <p:strVal val="visible"/>
                                      </p:to>
                                    </p:set>
                                    <p:animEffect transition="in" filter="barn(inVertical)">
                                      <p:cBhvr>
                                        <p:cTn id="83" dur="500"/>
                                        <p:tgtEl>
                                          <p:spTgt spid="3">
                                            <p:txEl>
                                              <p:pRg st="6" end="6"/>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6" presetClass="entr" presetSubtype="0" fill="hold" nodeType="clickEffect">
                                  <p:stCondLst>
                                    <p:cond delay="10000"/>
                                  </p:stCondLst>
                                  <p:childTnLst>
                                    <p:set>
                                      <p:cBhvr>
                                        <p:cTn id="87" dur="1" fill="hold">
                                          <p:stCondLst>
                                            <p:cond delay="0"/>
                                          </p:stCondLst>
                                        </p:cTn>
                                        <p:tgtEl>
                                          <p:spTgt spid="3">
                                            <p:txEl>
                                              <p:pRg st="7" end="7"/>
                                            </p:txEl>
                                          </p:spTgt>
                                        </p:tgtEl>
                                        <p:attrNameLst>
                                          <p:attrName>style.visibility</p:attrName>
                                        </p:attrNameLst>
                                      </p:cBhvr>
                                      <p:to>
                                        <p:strVal val="visible"/>
                                      </p:to>
                                    </p:set>
                                    <p:animEffect transition="in" filter="wipe(down)">
                                      <p:cBhvr>
                                        <p:cTn id="88" dur="580">
                                          <p:stCondLst>
                                            <p:cond delay="0"/>
                                          </p:stCondLst>
                                        </p:cTn>
                                        <p:tgtEl>
                                          <p:spTgt spid="3">
                                            <p:txEl>
                                              <p:pRg st="7" end="7"/>
                                            </p:txEl>
                                          </p:spTgt>
                                        </p:tgtEl>
                                      </p:cBhvr>
                                    </p:animEffect>
                                    <p:anim calcmode="lin" valueType="num">
                                      <p:cBhvr>
                                        <p:cTn id="89"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90"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91"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92"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93"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94" dur="26">
                                          <p:stCondLst>
                                            <p:cond delay="650"/>
                                          </p:stCondLst>
                                        </p:cTn>
                                        <p:tgtEl>
                                          <p:spTgt spid="3">
                                            <p:txEl>
                                              <p:pRg st="7" end="7"/>
                                            </p:txEl>
                                          </p:spTgt>
                                        </p:tgtEl>
                                      </p:cBhvr>
                                      <p:to x="100000" y="60000"/>
                                    </p:animScale>
                                    <p:animScale>
                                      <p:cBhvr>
                                        <p:cTn id="95" dur="166" decel="50000">
                                          <p:stCondLst>
                                            <p:cond delay="676"/>
                                          </p:stCondLst>
                                        </p:cTn>
                                        <p:tgtEl>
                                          <p:spTgt spid="3">
                                            <p:txEl>
                                              <p:pRg st="7" end="7"/>
                                            </p:txEl>
                                          </p:spTgt>
                                        </p:tgtEl>
                                      </p:cBhvr>
                                      <p:to x="100000" y="100000"/>
                                    </p:animScale>
                                    <p:animScale>
                                      <p:cBhvr>
                                        <p:cTn id="96" dur="26">
                                          <p:stCondLst>
                                            <p:cond delay="1312"/>
                                          </p:stCondLst>
                                        </p:cTn>
                                        <p:tgtEl>
                                          <p:spTgt spid="3">
                                            <p:txEl>
                                              <p:pRg st="7" end="7"/>
                                            </p:txEl>
                                          </p:spTgt>
                                        </p:tgtEl>
                                      </p:cBhvr>
                                      <p:to x="100000" y="80000"/>
                                    </p:animScale>
                                    <p:animScale>
                                      <p:cBhvr>
                                        <p:cTn id="97" dur="166" decel="50000">
                                          <p:stCondLst>
                                            <p:cond delay="1338"/>
                                          </p:stCondLst>
                                        </p:cTn>
                                        <p:tgtEl>
                                          <p:spTgt spid="3">
                                            <p:txEl>
                                              <p:pRg st="7" end="7"/>
                                            </p:txEl>
                                          </p:spTgt>
                                        </p:tgtEl>
                                      </p:cBhvr>
                                      <p:to x="100000" y="100000"/>
                                    </p:animScale>
                                    <p:animScale>
                                      <p:cBhvr>
                                        <p:cTn id="98" dur="26">
                                          <p:stCondLst>
                                            <p:cond delay="1642"/>
                                          </p:stCondLst>
                                        </p:cTn>
                                        <p:tgtEl>
                                          <p:spTgt spid="3">
                                            <p:txEl>
                                              <p:pRg st="7" end="7"/>
                                            </p:txEl>
                                          </p:spTgt>
                                        </p:tgtEl>
                                      </p:cBhvr>
                                      <p:to x="100000" y="90000"/>
                                    </p:animScale>
                                    <p:animScale>
                                      <p:cBhvr>
                                        <p:cTn id="99" dur="166" decel="50000">
                                          <p:stCondLst>
                                            <p:cond delay="1668"/>
                                          </p:stCondLst>
                                        </p:cTn>
                                        <p:tgtEl>
                                          <p:spTgt spid="3">
                                            <p:txEl>
                                              <p:pRg st="7" end="7"/>
                                            </p:txEl>
                                          </p:spTgt>
                                        </p:tgtEl>
                                      </p:cBhvr>
                                      <p:to x="100000" y="100000"/>
                                    </p:animScale>
                                    <p:animScale>
                                      <p:cBhvr>
                                        <p:cTn id="100" dur="26">
                                          <p:stCondLst>
                                            <p:cond delay="1808"/>
                                          </p:stCondLst>
                                        </p:cTn>
                                        <p:tgtEl>
                                          <p:spTgt spid="3">
                                            <p:txEl>
                                              <p:pRg st="7" end="7"/>
                                            </p:txEl>
                                          </p:spTgt>
                                        </p:tgtEl>
                                      </p:cBhvr>
                                      <p:to x="100000" y="95000"/>
                                    </p:animScale>
                                    <p:animScale>
                                      <p:cBhvr>
                                        <p:cTn id="101" dur="166" decel="50000">
                                          <p:stCondLst>
                                            <p:cond delay="1834"/>
                                          </p:stCondLst>
                                        </p:cTn>
                                        <p:tgtEl>
                                          <p:spTgt spid="3">
                                            <p:txEl>
                                              <p:pRg st="7" end="7"/>
                                            </p:txEl>
                                          </p:spTgt>
                                        </p:tgtEl>
                                      </p:cBhvr>
                                      <p:to x="100000" y="100000"/>
                                    </p:animScale>
                                  </p:childTnLst>
                                </p:cTn>
                              </p:par>
                            </p:childTnLst>
                          </p:cTn>
                        </p:par>
                      </p:childTnLst>
                    </p:cTn>
                  </p:par>
                  <p:par>
                    <p:cTn id="102" fill="hold">
                      <p:stCondLst>
                        <p:cond delay="indefinite"/>
                      </p:stCondLst>
                      <p:childTnLst>
                        <p:par>
                          <p:cTn id="103" fill="hold">
                            <p:stCondLst>
                              <p:cond delay="0"/>
                            </p:stCondLst>
                            <p:childTnLst>
                              <p:par>
                                <p:cTn id="104" presetID="26" presetClass="entr" presetSubtype="0" fill="hold" nodeType="clickEffect">
                                  <p:stCondLst>
                                    <p:cond delay="10000"/>
                                  </p:stCondLst>
                                  <p:childTnLst>
                                    <p:set>
                                      <p:cBhvr>
                                        <p:cTn id="105" dur="1" fill="hold">
                                          <p:stCondLst>
                                            <p:cond delay="0"/>
                                          </p:stCondLst>
                                        </p:cTn>
                                        <p:tgtEl>
                                          <p:spTgt spid="3">
                                            <p:txEl>
                                              <p:pRg st="8" end="8"/>
                                            </p:txEl>
                                          </p:spTgt>
                                        </p:tgtEl>
                                        <p:attrNameLst>
                                          <p:attrName>style.visibility</p:attrName>
                                        </p:attrNameLst>
                                      </p:cBhvr>
                                      <p:to>
                                        <p:strVal val="visible"/>
                                      </p:to>
                                    </p:set>
                                    <p:animEffect transition="in" filter="wipe(down)">
                                      <p:cBhvr>
                                        <p:cTn id="106" dur="580">
                                          <p:stCondLst>
                                            <p:cond delay="0"/>
                                          </p:stCondLst>
                                        </p:cTn>
                                        <p:tgtEl>
                                          <p:spTgt spid="3">
                                            <p:txEl>
                                              <p:pRg st="8" end="8"/>
                                            </p:txEl>
                                          </p:spTgt>
                                        </p:tgtEl>
                                      </p:cBhvr>
                                    </p:animEffect>
                                    <p:anim calcmode="lin" valueType="num">
                                      <p:cBhvr>
                                        <p:cTn id="107" dur="1822" tmFilter="0,0; 0.14,0.36; 0.43,0.73; 0.71,0.91; 1.0,1.0">
                                          <p:stCondLst>
                                            <p:cond delay="0"/>
                                          </p:stCondLst>
                                        </p:cTn>
                                        <p:tgtEl>
                                          <p:spTgt spid="3">
                                            <p:txEl>
                                              <p:pRg st="8" end="8"/>
                                            </p:txEl>
                                          </p:spTgt>
                                        </p:tgtEl>
                                        <p:attrNameLst>
                                          <p:attrName>ppt_x</p:attrName>
                                        </p:attrNameLst>
                                      </p:cBhvr>
                                      <p:tavLst>
                                        <p:tav tm="0">
                                          <p:val>
                                            <p:strVal val="#ppt_x-0.25"/>
                                          </p:val>
                                        </p:tav>
                                        <p:tav tm="100000">
                                          <p:val>
                                            <p:strVal val="#ppt_x"/>
                                          </p:val>
                                        </p:tav>
                                      </p:tavLst>
                                    </p:anim>
                                    <p:anim calcmode="lin" valueType="num">
                                      <p:cBhvr>
                                        <p:cTn id="108" dur="664" tmFilter="0.0,0.0; 0.25,0.07; 0.50,0.2; 0.75,0.467; 1.0,1.0">
                                          <p:stCondLst>
                                            <p:cond delay="0"/>
                                          </p:stCondLst>
                                        </p:cTn>
                                        <p:tgtEl>
                                          <p:spTgt spid="3">
                                            <p:txEl>
                                              <p:pRg st="8" end="8"/>
                                            </p:txEl>
                                          </p:spTgt>
                                        </p:tgtEl>
                                        <p:attrNameLst>
                                          <p:attrName>ppt_y</p:attrName>
                                        </p:attrNameLst>
                                      </p:cBhvr>
                                      <p:tavLst>
                                        <p:tav tm="0" fmla="#ppt_y-sin(pi*$)/3">
                                          <p:val>
                                            <p:fltVal val="0.5"/>
                                          </p:val>
                                        </p:tav>
                                        <p:tav tm="100000">
                                          <p:val>
                                            <p:fltVal val="1"/>
                                          </p:val>
                                        </p:tav>
                                      </p:tavLst>
                                    </p:anim>
                                    <p:anim calcmode="lin" valueType="num">
                                      <p:cBhvr>
                                        <p:cTn id="109" dur="664" tmFilter="0, 0; 0.125,0.2665; 0.25,0.4; 0.375,0.465; 0.5,0.5;  0.625,0.535; 0.75,0.6; 0.875,0.7335; 1,1">
                                          <p:stCondLst>
                                            <p:cond delay="664"/>
                                          </p:stCondLst>
                                        </p:cTn>
                                        <p:tgtEl>
                                          <p:spTgt spid="3">
                                            <p:txEl>
                                              <p:pRg st="8" end="8"/>
                                            </p:txEl>
                                          </p:spTgt>
                                        </p:tgtEl>
                                        <p:attrNameLst>
                                          <p:attrName>ppt_y</p:attrName>
                                        </p:attrNameLst>
                                      </p:cBhvr>
                                      <p:tavLst>
                                        <p:tav tm="0" fmla="#ppt_y-sin(pi*$)/9">
                                          <p:val>
                                            <p:fltVal val="0"/>
                                          </p:val>
                                        </p:tav>
                                        <p:tav tm="100000">
                                          <p:val>
                                            <p:fltVal val="1"/>
                                          </p:val>
                                        </p:tav>
                                      </p:tavLst>
                                    </p:anim>
                                    <p:anim calcmode="lin" valueType="num">
                                      <p:cBhvr>
                                        <p:cTn id="110" dur="332" tmFilter="0, 0; 0.125,0.2665; 0.25,0.4; 0.375,0.465; 0.5,0.5;  0.625,0.535; 0.75,0.6; 0.875,0.7335; 1,1">
                                          <p:stCondLst>
                                            <p:cond delay="1324"/>
                                          </p:stCondLst>
                                        </p:cTn>
                                        <p:tgtEl>
                                          <p:spTgt spid="3">
                                            <p:txEl>
                                              <p:pRg st="8" end="8"/>
                                            </p:txEl>
                                          </p:spTgt>
                                        </p:tgtEl>
                                        <p:attrNameLst>
                                          <p:attrName>ppt_y</p:attrName>
                                        </p:attrNameLst>
                                      </p:cBhvr>
                                      <p:tavLst>
                                        <p:tav tm="0" fmla="#ppt_y-sin(pi*$)/27">
                                          <p:val>
                                            <p:fltVal val="0"/>
                                          </p:val>
                                        </p:tav>
                                        <p:tav tm="100000">
                                          <p:val>
                                            <p:fltVal val="1"/>
                                          </p:val>
                                        </p:tav>
                                      </p:tavLst>
                                    </p:anim>
                                    <p:anim calcmode="lin" valueType="num">
                                      <p:cBhvr>
                                        <p:cTn id="111" dur="164" tmFilter="0, 0; 0.125,0.2665; 0.25,0.4; 0.375,0.465; 0.5,0.5;  0.625,0.535; 0.75,0.6; 0.875,0.7335; 1,1">
                                          <p:stCondLst>
                                            <p:cond delay="1656"/>
                                          </p:stCondLst>
                                        </p:cTn>
                                        <p:tgtEl>
                                          <p:spTgt spid="3">
                                            <p:txEl>
                                              <p:pRg st="8" end="8"/>
                                            </p:txEl>
                                          </p:spTgt>
                                        </p:tgtEl>
                                        <p:attrNameLst>
                                          <p:attrName>ppt_y</p:attrName>
                                        </p:attrNameLst>
                                      </p:cBhvr>
                                      <p:tavLst>
                                        <p:tav tm="0" fmla="#ppt_y-sin(pi*$)/81">
                                          <p:val>
                                            <p:fltVal val="0"/>
                                          </p:val>
                                        </p:tav>
                                        <p:tav tm="100000">
                                          <p:val>
                                            <p:fltVal val="1"/>
                                          </p:val>
                                        </p:tav>
                                      </p:tavLst>
                                    </p:anim>
                                    <p:animScale>
                                      <p:cBhvr>
                                        <p:cTn id="112" dur="26">
                                          <p:stCondLst>
                                            <p:cond delay="650"/>
                                          </p:stCondLst>
                                        </p:cTn>
                                        <p:tgtEl>
                                          <p:spTgt spid="3">
                                            <p:txEl>
                                              <p:pRg st="8" end="8"/>
                                            </p:txEl>
                                          </p:spTgt>
                                        </p:tgtEl>
                                      </p:cBhvr>
                                      <p:to x="100000" y="60000"/>
                                    </p:animScale>
                                    <p:animScale>
                                      <p:cBhvr>
                                        <p:cTn id="113" dur="166" decel="50000">
                                          <p:stCondLst>
                                            <p:cond delay="676"/>
                                          </p:stCondLst>
                                        </p:cTn>
                                        <p:tgtEl>
                                          <p:spTgt spid="3">
                                            <p:txEl>
                                              <p:pRg st="8" end="8"/>
                                            </p:txEl>
                                          </p:spTgt>
                                        </p:tgtEl>
                                      </p:cBhvr>
                                      <p:to x="100000" y="100000"/>
                                    </p:animScale>
                                    <p:animScale>
                                      <p:cBhvr>
                                        <p:cTn id="114" dur="26">
                                          <p:stCondLst>
                                            <p:cond delay="1312"/>
                                          </p:stCondLst>
                                        </p:cTn>
                                        <p:tgtEl>
                                          <p:spTgt spid="3">
                                            <p:txEl>
                                              <p:pRg st="8" end="8"/>
                                            </p:txEl>
                                          </p:spTgt>
                                        </p:tgtEl>
                                      </p:cBhvr>
                                      <p:to x="100000" y="80000"/>
                                    </p:animScale>
                                    <p:animScale>
                                      <p:cBhvr>
                                        <p:cTn id="115" dur="166" decel="50000">
                                          <p:stCondLst>
                                            <p:cond delay="1338"/>
                                          </p:stCondLst>
                                        </p:cTn>
                                        <p:tgtEl>
                                          <p:spTgt spid="3">
                                            <p:txEl>
                                              <p:pRg st="8" end="8"/>
                                            </p:txEl>
                                          </p:spTgt>
                                        </p:tgtEl>
                                      </p:cBhvr>
                                      <p:to x="100000" y="100000"/>
                                    </p:animScale>
                                    <p:animScale>
                                      <p:cBhvr>
                                        <p:cTn id="116" dur="26">
                                          <p:stCondLst>
                                            <p:cond delay="1642"/>
                                          </p:stCondLst>
                                        </p:cTn>
                                        <p:tgtEl>
                                          <p:spTgt spid="3">
                                            <p:txEl>
                                              <p:pRg st="8" end="8"/>
                                            </p:txEl>
                                          </p:spTgt>
                                        </p:tgtEl>
                                      </p:cBhvr>
                                      <p:to x="100000" y="90000"/>
                                    </p:animScale>
                                    <p:animScale>
                                      <p:cBhvr>
                                        <p:cTn id="117" dur="166" decel="50000">
                                          <p:stCondLst>
                                            <p:cond delay="1668"/>
                                          </p:stCondLst>
                                        </p:cTn>
                                        <p:tgtEl>
                                          <p:spTgt spid="3">
                                            <p:txEl>
                                              <p:pRg st="8" end="8"/>
                                            </p:txEl>
                                          </p:spTgt>
                                        </p:tgtEl>
                                      </p:cBhvr>
                                      <p:to x="100000" y="100000"/>
                                    </p:animScale>
                                    <p:animScale>
                                      <p:cBhvr>
                                        <p:cTn id="118" dur="26">
                                          <p:stCondLst>
                                            <p:cond delay="1808"/>
                                          </p:stCondLst>
                                        </p:cTn>
                                        <p:tgtEl>
                                          <p:spTgt spid="3">
                                            <p:txEl>
                                              <p:pRg st="8" end="8"/>
                                            </p:txEl>
                                          </p:spTgt>
                                        </p:tgtEl>
                                      </p:cBhvr>
                                      <p:to x="100000" y="95000"/>
                                    </p:animScale>
                                    <p:animScale>
                                      <p:cBhvr>
                                        <p:cTn id="119" dur="166" decel="50000">
                                          <p:stCondLst>
                                            <p:cond delay="1834"/>
                                          </p:stCondLst>
                                        </p:cTn>
                                        <p:tgtEl>
                                          <p:spTgt spid="3">
                                            <p:txEl>
                                              <p:pRg st="8" end="8"/>
                                            </p:txEl>
                                          </p:spTgt>
                                        </p:tgtEl>
                                      </p:cBhvr>
                                      <p:to x="100000" y="100000"/>
                                    </p:animScale>
                                  </p:childTnLst>
                                </p:cTn>
                              </p:par>
                            </p:childTnLst>
                          </p:cTn>
                        </p:par>
                      </p:childTnLst>
                    </p:cTn>
                  </p:par>
                  <p:par>
                    <p:cTn id="120" fill="hold">
                      <p:stCondLst>
                        <p:cond delay="indefinite"/>
                      </p:stCondLst>
                      <p:childTnLst>
                        <p:par>
                          <p:cTn id="121" fill="hold">
                            <p:stCondLst>
                              <p:cond delay="0"/>
                            </p:stCondLst>
                            <p:childTnLst>
                              <p:par>
                                <p:cTn id="122" presetID="26" presetClass="entr" presetSubtype="0" fill="hold" nodeType="clickEffect">
                                  <p:stCondLst>
                                    <p:cond delay="10000"/>
                                  </p:stCondLst>
                                  <p:childTnLst>
                                    <p:set>
                                      <p:cBhvr>
                                        <p:cTn id="123" dur="1" fill="hold">
                                          <p:stCondLst>
                                            <p:cond delay="0"/>
                                          </p:stCondLst>
                                        </p:cTn>
                                        <p:tgtEl>
                                          <p:spTgt spid="3">
                                            <p:txEl>
                                              <p:pRg st="9" end="9"/>
                                            </p:txEl>
                                          </p:spTgt>
                                        </p:tgtEl>
                                        <p:attrNameLst>
                                          <p:attrName>style.visibility</p:attrName>
                                        </p:attrNameLst>
                                      </p:cBhvr>
                                      <p:to>
                                        <p:strVal val="visible"/>
                                      </p:to>
                                    </p:set>
                                    <p:animEffect transition="in" filter="wipe(down)">
                                      <p:cBhvr>
                                        <p:cTn id="124" dur="580">
                                          <p:stCondLst>
                                            <p:cond delay="0"/>
                                          </p:stCondLst>
                                        </p:cTn>
                                        <p:tgtEl>
                                          <p:spTgt spid="3">
                                            <p:txEl>
                                              <p:pRg st="9" end="9"/>
                                            </p:txEl>
                                          </p:spTgt>
                                        </p:tgtEl>
                                      </p:cBhvr>
                                    </p:animEffect>
                                    <p:anim calcmode="lin" valueType="num">
                                      <p:cBhvr>
                                        <p:cTn id="125" dur="1822" tmFilter="0,0; 0.14,0.36; 0.43,0.73; 0.71,0.91; 1.0,1.0">
                                          <p:stCondLst>
                                            <p:cond delay="0"/>
                                          </p:stCondLst>
                                        </p:cTn>
                                        <p:tgtEl>
                                          <p:spTgt spid="3">
                                            <p:txEl>
                                              <p:pRg st="9" end="9"/>
                                            </p:txEl>
                                          </p:spTgt>
                                        </p:tgtEl>
                                        <p:attrNameLst>
                                          <p:attrName>ppt_x</p:attrName>
                                        </p:attrNameLst>
                                      </p:cBhvr>
                                      <p:tavLst>
                                        <p:tav tm="0">
                                          <p:val>
                                            <p:strVal val="#ppt_x-0.25"/>
                                          </p:val>
                                        </p:tav>
                                        <p:tav tm="100000">
                                          <p:val>
                                            <p:strVal val="#ppt_x"/>
                                          </p:val>
                                        </p:tav>
                                      </p:tavLst>
                                    </p:anim>
                                    <p:anim calcmode="lin" valueType="num">
                                      <p:cBhvr>
                                        <p:cTn id="126" dur="664" tmFilter="0.0,0.0; 0.25,0.07; 0.50,0.2; 0.75,0.467; 1.0,1.0">
                                          <p:stCondLst>
                                            <p:cond delay="0"/>
                                          </p:stCondLst>
                                        </p:cTn>
                                        <p:tgtEl>
                                          <p:spTgt spid="3">
                                            <p:txEl>
                                              <p:pRg st="9" end="9"/>
                                            </p:txEl>
                                          </p:spTgt>
                                        </p:tgtEl>
                                        <p:attrNameLst>
                                          <p:attrName>ppt_y</p:attrName>
                                        </p:attrNameLst>
                                      </p:cBhvr>
                                      <p:tavLst>
                                        <p:tav tm="0" fmla="#ppt_y-sin(pi*$)/3">
                                          <p:val>
                                            <p:fltVal val="0.5"/>
                                          </p:val>
                                        </p:tav>
                                        <p:tav tm="100000">
                                          <p:val>
                                            <p:fltVal val="1"/>
                                          </p:val>
                                        </p:tav>
                                      </p:tavLst>
                                    </p:anim>
                                    <p:anim calcmode="lin" valueType="num">
                                      <p:cBhvr>
                                        <p:cTn id="127" dur="664" tmFilter="0, 0; 0.125,0.2665; 0.25,0.4; 0.375,0.465; 0.5,0.5;  0.625,0.535; 0.75,0.6; 0.875,0.7335; 1,1">
                                          <p:stCondLst>
                                            <p:cond delay="664"/>
                                          </p:stCondLst>
                                        </p:cTn>
                                        <p:tgtEl>
                                          <p:spTgt spid="3">
                                            <p:txEl>
                                              <p:pRg st="9" end="9"/>
                                            </p:txEl>
                                          </p:spTgt>
                                        </p:tgtEl>
                                        <p:attrNameLst>
                                          <p:attrName>ppt_y</p:attrName>
                                        </p:attrNameLst>
                                      </p:cBhvr>
                                      <p:tavLst>
                                        <p:tav tm="0" fmla="#ppt_y-sin(pi*$)/9">
                                          <p:val>
                                            <p:fltVal val="0"/>
                                          </p:val>
                                        </p:tav>
                                        <p:tav tm="100000">
                                          <p:val>
                                            <p:fltVal val="1"/>
                                          </p:val>
                                        </p:tav>
                                      </p:tavLst>
                                    </p:anim>
                                    <p:anim calcmode="lin" valueType="num">
                                      <p:cBhvr>
                                        <p:cTn id="128" dur="332" tmFilter="0, 0; 0.125,0.2665; 0.25,0.4; 0.375,0.465; 0.5,0.5;  0.625,0.535; 0.75,0.6; 0.875,0.7335; 1,1">
                                          <p:stCondLst>
                                            <p:cond delay="1324"/>
                                          </p:stCondLst>
                                        </p:cTn>
                                        <p:tgtEl>
                                          <p:spTgt spid="3">
                                            <p:txEl>
                                              <p:pRg st="9" end="9"/>
                                            </p:txEl>
                                          </p:spTgt>
                                        </p:tgtEl>
                                        <p:attrNameLst>
                                          <p:attrName>ppt_y</p:attrName>
                                        </p:attrNameLst>
                                      </p:cBhvr>
                                      <p:tavLst>
                                        <p:tav tm="0" fmla="#ppt_y-sin(pi*$)/27">
                                          <p:val>
                                            <p:fltVal val="0"/>
                                          </p:val>
                                        </p:tav>
                                        <p:tav tm="100000">
                                          <p:val>
                                            <p:fltVal val="1"/>
                                          </p:val>
                                        </p:tav>
                                      </p:tavLst>
                                    </p:anim>
                                    <p:anim calcmode="lin" valueType="num">
                                      <p:cBhvr>
                                        <p:cTn id="129" dur="164" tmFilter="0, 0; 0.125,0.2665; 0.25,0.4; 0.375,0.465; 0.5,0.5;  0.625,0.535; 0.75,0.6; 0.875,0.7335; 1,1">
                                          <p:stCondLst>
                                            <p:cond delay="1656"/>
                                          </p:stCondLst>
                                        </p:cTn>
                                        <p:tgtEl>
                                          <p:spTgt spid="3">
                                            <p:txEl>
                                              <p:pRg st="9" end="9"/>
                                            </p:txEl>
                                          </p:spTgt>
                                        </p:tgtEl>
                                        <p:attrNameLst>
                                          <p:attrName>ppt_y</p:attrName>
                                        </p:attrNameLst>
                                      </p:cBhvr>
                                      <p:tavLst>
                                        <p:tav tm="0" fmla="#ppt_y-sin(pi*$)/81">
                                          <p:val>
                                            <p:fltVal val="0"/>
                                          </p:val>
                                        </p:tav>
                                        <p:tav tm="100000">
                                          <p:val>
                                            <p:fltVal val="1"/>
                                          </p:val>
                                        </p:tav>
                                      </p:tavLst>
                                    </p:anim>
                                    <p:animScale>
                                      <p:cBhvr>
                                        <p:cTn id="130" dur="26">
                                          <p:stCondLst>
                                            <p:cond delay="650"/>
                                          </p:stCondLst>
                                        </p:cTn>
                                        <p:tgtEl>
                                          <p:spTgt spid="3">
                                            <p:txEl>
                                              <p:pRg st="9" end="9"/>
                                            </p:txEl>
                                          </p:spTgt>
                                        </p:tgtEl>
                                      </p:cBhvr>
                                      <p:to x="100000" y="60000"/>
                                    </p:animScale>
                                    <p:animScale>
                                      <p:cBhvr>
                                        <p:cTn id="131" dur="166" decel="50000">
                                          <p:stCondLst>
                                            <p:cond delay="676"/>
                                          </p:stCondLst>
                                        </p:cTn>
                                        <p:tgtEl>
                                          <p:spTgt spid="3">
                                            <p:txEl>
                                              <p:pRg st="9" end="9"/>
                                            </p:txEl>
                                          </p:spTgt>
                                        </p:tgtEl>
                                      </p:cBhvr>
                                      <p:to x="100000" y="100000"/>
                                    </p:animScale>
                                    <p:animScale>
                                      <p:cBhvr>
                                        <p:cTn id="132" dur="26">
                                          <p:stCondLst>
                                            <p:cond delay="1312"/>
                                          </p:stCondLst>
                                        </p:cTn>
                                        <p:tgtEl>
                                          <p:spTgt spid="3">
                                            <p:txEl>
                                              <p:pRg st="9" end="9"/>
                                            </p:txEl>
                                          </p:spTgt>
                                        </p:tgtEl>
                                      </p:cBhvr>
                                      <p:to x="100000" y="80000"/>
                                    </p:animScale>
                                    <p:animScale>
                                      <p:cBhvr>
                                        <p:cTn id="133" dur="166" decel="50000">
                                          <p:stCondLst>
                                            <p:cond delay="1338"/>
                                          </p:stCondLst>
                                        </p:cTn>
                                        <p:tgtEl>
                                          <p:spTgt spid="3">
                                            <p:txEl>
                                              <p:pRg st="9" end="9"/>
                                            </p:txEl>
                                          </p:spTgt>
                                        </p:tgtEl>
                                      </p:cBhvr>
                                      <p:to x="100000" y="100000"/>
                                    </p:animScale>
                                    <p:animScale>
                                      <p:cBhvr>
                                        <p:cTn id="134" dur="26">
                                          <p:stCondLst>
                                            <p:cond delay="1642"/>
                                          </p:stCondLst>
                                        </p:cTn>
                                        <p:tgtEl>
                                          <p:spTgt spid="3">
                                            <p:txEl>
                                              <p:pRg st="9" end="9"/>
                                            </p:txEl>
                                          </p:spTgt>
                                        </p:tgtEl>
                                      </p:cBhvr>
                                      <p:to x="100000" y="90000"/>
                                    </p:animScale>
                                    <p:animScale>
                                      <p:cBhvr>
                                        <p:cTn id="135" dur="166" decel="50000">
                                          <p:stCondLst>
                                            <p:cond delay="1668"/>
                                          </p:stCondLst>
                                        </p:cTn>
                                        <p:tgtEl>
                                          <p:spTgt spid="3">
                                            <p:txEl>
                                              <p:pRg st="9" end="9"/>
                                            </p:txEl>
                                          </p:spTgt>
                                        </p:tgtEl>
                                      </p:cBhvr>
                                      <p:to x="100000" y="100000"/>
                                    </p:animScale>
                                    <p:animScale>
                                      <p:cBhvr>
                                        <p:cTn id="136" dur="26">
                                          <p:stCondLst>
                                            <p:cond delay="1808"/>
                                          </p:stCondLst>
                                        </p:cTn>
                                        <p:tgtEl>
                                          <p:spTgt spid="3">
                                            <p:txEl>
                                              <p:pRg st="9" end="9"/>
                                            </p:txEl>
                                          </p:spTgt>
                                        </p:tgtEl>
                                      </p:cBhvr>
                                      <p:to x="100000" y="95000"/>
                                    </p:animScale>
                                    <p:animScale>
                                      <p:cBhvr>
                                        <p:cTn id="137" dur="166" decel="50000">
                                          <p:stCondLst>
                                            <p:cond delay="1834"/>
                                          </p:stCondLst>
                                        </p:cTn>
                                        <p:tgtEl>
                                          <p:spTgt spid="3">
                                            <p:txEl>
                                              <p:pRg st="9" end="9"/>
                                            </p:txEl>
                                          </p:spTgt>
                                        </p:tgtEl>
                                      </p:cBhvr>
                                      <p:to x="100000" y="100000"/>
                                    </p:animScale>
                                  </p:childTnLst>
                                </p:cTn>
                              </p:par>
                            </p:childTnLst>
                          </p:cTn>
                        </p:par>
                      </p:childTnLst>
                    </p:cTn>
                  </p:par>
                  <p:par>
                    <p:cTn id="138" fill="hold">
                      <p:stCondLst>
                        <p:cond delay="indefinite"/>
                      </p:stCondLst>
                      <p:childTnLst>
                        <p:par>
                          <p:cTn id="139" fill="hold">
                            <p:stCondLst>
                              <p:cond delay="0"/>
                            </p:stCondLst>
                            <p:childTnLst>
                              <p:par>
                                <p:cTn id="140" presetID="26" presetClass="entr" presetSubtype="0" fill="hold" nodeType="clickEffect">
                                  <p:stCondLst>
                                    <p:cond delay="10000"/>
                                  </p:stCondLst>
                                  <p:childTnLst>
                                    <p:set>
                                      <p:cBhvr>
                                        <p:cTn id="141" dur="1" fill="hold">
                                          <p:stCondLst>
                                            <p:cond delay="0"/>
                                          </p:stCondLst>
                                        </p:cTn>
                                        <p:tgtEl>
                                          <p:spTgt spid="3">
                                            <p:txEl>
                                              <p:pRg st="10" end="10"/>
                                            </p:txEl>
                                          </p:spTgt>
                                        </p:tgtEl>
                                        <p:attrNameLst>
                                          <p:attrName>style.visibility</p:attrName>
                                        </p:attrNameLst>
                                      </p:cBhvr>
                                      <p:to>
                                        <p:strVal val="visible"/>
                                      </p:to>
                                    </p:set>
                                    <p:animEffect transition="in" filter="wipe(down)">
                                      <p:cBhvr>
                                        <p:cTn id="142" dur="580">
                                          <p:stCondLst>
                                            <p:cond delay="0"/>
                                          </p:stCondLst>
                                        </p:cTn>
                                        <p:tgtEl>
                                          <p:spTgt spid="3">
                                            <p:txEl>
                                              <p:pRg st="10" end="10"/>
                                            </p:txEl>
                                          </p:spTgt>
                                        </p:tgtEl>
                                      </p:cBhvr>
                                    </p:animEffect>
                                    <p:anim calcmode="lin" valueType="num">
                                      <p:cBhvr>
                                        <p:cTn id="143" dur="1822" tmFilter="0,0; 0.14,0.36; 0.43,0.73; 0.71,0.91; 1.0,1.0">
                                          <p:stCondLst>
                                            <p:cond delay="0"/>
                                          </p:stCondLst>
                                        </p:cTn>
                                        <p:tgtEl>
                                          <p:spTgt spid="3">
                                            <p:txEl>
                                              <p:pRg st="10" end="10"/>
                                            </p:txEl>
                                          </p:spTgt>
                                        </p:tgtEl>
                                        <p:attrNameLst>
                                          <p:attrName>ppt_x</p:attrName>
                                        </p:attrNameLst>
                                      </p:cBhvr>
                                      <p:tavLst>
                                        <p:tav tm="0">
                                          <p:val>
                                            <p:strVal val="#ppt_x-0.25"/>
                                          </p:val>
                                        </p:tav>
                                        <p:tav tm="100000">
                                          <p:val>
                                            <p:strVal val="#ppt_x"/>
                                          </p:val>
                                        </p:tav>
                                      </p:tavLst>
                                    </p:anim>
                                    <p:anim calcmode="lin" valueType="num">
                                      <p:cBhvr>
                                        <p:cTn id="144" dur="664" tmFilter="0.0,0.0; 0.25,0.07; 0.50,0.2; 0.75,0.467; 1.0,1.0">
                                          <p:stCondLst>
                                            <p:cond delay="0"/>
                                          </p:stCondLst>
                                        </p:cTn>
                                        <p:tgtEl>
                                          <p:spTgt spid="3">
                                            <p:txEl>
                                              <p:pRg st="10" end="10"/>
                                            </p:txEl>
                                          </p:spTgt>
                                        </p:tgtEl>
                                        <p:attrNameLst>
                                          <p:attrName>ppt_y</p:attrName>
                                        </p:attrNameLst>
                                      </p:cBhvr>
                                      <p:tavLst>
                                        <p:tav tm="0" fmla="#ppt_y-sin(pi*$)/3">
                                          <p:val>
                                            <p:fltVal val="0.5"/>
                                          </p:val>
                                        </p:tav>
                                        <p:tav tm="100000">
                                          <p:val>
                                            <p:fltVal val="1"/>
                                          </p:val>
                                        </p:tav>
                                      </p:tavLst>
                                    </p:anim>
                                    <p:anim calcmode="lin" valueType="num">
                                      <p:cBhvr>
                                        <p:cTn id="145" dur="664" tmFilter="0, 0; 0.125,0.2665; 0.25,0.4; 0.375,0.465; 0.5,0.5;  0.625,0.535; 0.75,0.6; 0.875,0.7335; 1,1">
                                          <p:stCondLst>
                                            <p:cond delay="664"/>
                                          </p:stCondLst>
                                        </p:cTn>
                                        <p:tgtEl>
                                          <p:spTgt spid="3">
                                            <p:txEl>
                                              <p:pRg st="10" end="10"/>
                                            </p:txEl>
                                          </p:spTgt>
                                        </p:tgtEl>
                                        <p:attrNameLst>
                                          <p:attrName>ppt_y</p:attrName>
                                        </p:attrNameLst>
                                      </p:cBhvr>
                                      <p:tavLst>
                                        <p:tav tm="0" fmla="#ppt_y-sin(pi*$)/9">
                                          <p:val>
                                            <p:fltVal val="0"/>
                                          </p:val>
                                        </p:tav>
                                        <p:tav tm="100000">
                                          <p:val>
                                            <p:fltVal val="1"/>
                                          </p:val>
                                        </p:tav>
                                      </p:tavLst>
                                    </p:anim>
                                    <p:anim calcmode="lin" valueType="num">
                                      <p:cBhvr>
                                        <p:cTn id="146" dur="332" tmFilter="0, 0; 0.125,0.2665; 0.25,0.4; 0.375,0.465; 0.5,0.5;  0.625,0.535; 0.75,0.6; 0.875,0.7335; 1,1">
                                          <p:stCondLst>
                                            <p:cond delay="1324"/>
                                          </p:stCondLst>
                                        </p:cTn>
                                        <p:tgtEl>
                                          <p:spTgt spid="3">
                                            <p:txEl>
                                              <p:pRg st="10" end="10"/>
                                            </p:txEl>
                                          </p:spTgt>
                                        </p:tgtEl>
                                        <p:attrNameLst>
                                          <p:attrName>ppt_y</p:attrName>
                                        </p:attrNameLst>
                                      </p:cBhvr>
                                      <p:tavLst>
                                        <p:tav tm="0" fmla="#ppt_y-sin(pi*$)/27">
                                          <p:val>
                                            <p:fltVal val="0"/>
                                          </p:val>
                                        </p:tav>
                                        <p:tav tm="100000">
                                          <p:val>
                                            <p:fltVal val="1"/>
                                          </p:val>
                                        </p:tav>
                                      </p:tavLst>
                                    </p:anim>
                                    <p:anim calcmode="lin" valueType="num">
                                      <p:cBhvr>
                                        <p:cTn id="147" dur="164" tmFilter="0, 0; 0.125,0.2665; 0.25,0.4; 0.375,0.465; 0.5,0.5;  0.625,0.535; 0.75,0.6; 0.875,0.7335; 1,1">
                                          <p:stCondLst>
                                            <p:cond delay="1656"/>
                                          </p:stCondLst>
                                        </p:cTn>
                                        <p:tgtEl>
                                          <p:spTgt spid="3">
                                            <p:txEl>
                                              <p:pRg st="10" end="10"/>
                                            </p:txEl>
                                          </p:spTgt>
                                        </p:tgtEl>
                                        <p:attrNameLst>
                                          <p:attrName>ppt_y</p:attrName>
                                        </p:attrNameLst>
                                      </p:cBhvr>
                                      <p:tavLst>
                                        <p:tav tm="0" fmla="#ppt_y-sin(pi*$)/81">
                                          <p:val>
                                            <p:fltVal val="0"/>
                                          </p:val>
                                        </p:tav>
                                        <p:tav tm="100000">
                                          <p:val>
                                            <p:fltVal val="1"/>
                                          </p:val>
                                        </p:tav>
                                      </p:tavLst>
                                    </p:anim>
                                    <p:animScale>
                                      <p:cBhvr>
                                        <p:cTn id="148" dur="26">
                                          <p:stCondLst>
                                            <p:cond delay="650"/>
                                          </p:stCondLst>
                                        </p:cTn>
                                        <p:tgtEl>
                                          <p:spTgt spid="3">
                                            <p:txEl>
                                              <p:pRg st="10" end="10"/>
                                            </p:txEl>
                                          </p:spTgt>
                                        </p:tgtEl>
                                      </p:cBhvr>
                                      <p:to x="100000" y="60000"/>
                                    </p:animScale>
                                    <p:animScale>
                                      <p:cBhvr>
                                        <p:cTn id="149" dur="166" decel="50000">
                                          <p:stCondLst>
                                            <p:cond delay="676"/>
                                          </p:stCondLst>
                                        </p:cTn>
                                        <p:tgtEl>
                                          <p:spTgt spid="3">
                                            <p:txEl>
                                              <p:pRg st="10" end="10"/>
                                            </p:txEl>
                                          </p:spTgt>
                                        </p:tgtEl>
                                      </p:cBhvr>
                                      <p:to x="100000" y="100000"/>
                                    </p:animScale>
                                    <p:animScale>
                                      <p:cBhvr>
                                        <p:cTn id="150" dur="26">
                                          <p:stCondLst>
                                            <p:cond delay="1312"/>
                                          </p:stCondLst>
                                        </p:cTn>
                                        <p:tgtEl>
                                          <p:spTgt spid="3">
                                            <p:txEl>
                                              <p:pRg st="10" end="10"/>
                                            </p:txEl>
                                          </p:spTgt>
                                        </p:tgtEl>
                                      </p:cBhvr>
                                      <p:to x="100000" y="80000"/>
                                    </p:animScale>
                                    <p:animScale>
                                      <p:cBhvr>
                                        <p:cTn id="151" dur="166" decel="50000">
                                          <p:stCondLst>
                                            <p:cond delay="1338"/>
                                          </p:stCondLst>
                                        </p:cTn>
                                        <p:tgtEl>
                                          <p:spTgt spid="3">
                                            <p:txEl>
                                              <p:pRg st="10" end="10"/>
                                            </p:txEl>
                                          </p:spTgt>
                                        </p:tgtEl>
                                      </p:cBhvr>
                                      <p:to x="100000" y="100000"/>
                                    </p:animScale>
                                    <p:animScale>
                                      <p:cBhvr>
                                        <p:cTn id="152" dur="26">
                                          <p:stCondLst>
                                            <p:cond delay="1642"/>
                                          </p:stCondLst>
                                        </p:cTn>
                                        <p:tgtEl>
                                          <p:spTgt spid="3">
                                            <p:txEl>
                                              <p:pRg st="10" end="10"/>
                                            </p:txEl>
                                          </p:spTgt>
                                        </p:tgtEl>
                                      </p:cBhvr>
                                      <p:to x="100000" y="90000"/>
                                    </p:animScale>
                                    <p:animScale>
                                      <p:cBhvr>
                                        <p:cTn id="153" dur="166" decel="50000">
                                          <p:stCondLst>
                                            <p:cond delay="1668"/>
                                          </p:stCondLst>
                                        </p:cTn>
                                        <p:tgtEl>
                                          <p:spTgt spid="3">
                                            <p:txEl>
                                              <p:pRg st="10" end="10"/>
                                            </p:txEl>
                                          </p:spTgt>
                                        </p:tgtEl>
                                      </p:cBhvr>
                                      <p:to x="100000" y="100000"/>
                                    </p:animScale>
                                    <p:animScale>
                                      <p:cBhvr>
                                        <p:cTn id="154" dur="26">
                                          <p:stCondLst>
                                            <p:cond delay="1808"/>
                                          </p:stCondLst>
                                        </p:cTn>
                                        <p:tgtEl>
                                          <p:spTgt spid="3">
                                            <p:txEl>
                                              <p:pRg st="10" end="10"/>
                                            </p:txEl>
                                          </p:spTgt>
                                        </p:tgtEl>
                                      </p:cBhvr>
                                      <p:to x="100000" y="95000"/>
                                    </p:animScale>
                                    <p:animScale>
                                      <p:cBhvr>
                                        <p:cTn id="155" dur="166" decel="50000">
                                          <p:stCondLst>
                                            <p:cond delay="1834"/>
                                          </p:stCondLst>
                                        </p:cTn>
                                        <p:tgtEl>
                                          <p:spTgt spid="3">
                                            <p:txEl>
                                              <p:pRg st="10" end="10"/>
                                            </p:txEl>
                                          </p:spTgt>
                                        </p:tgtEl>
                                      </p:cBhvr>
                                      <p:to x="100000" y="100000"/>
                                    </p:animScale>
                                  </p:childTnLst>
                                </p:cTn>
                              </p:par>
                            </p:childTnLst>
                          </p:cTn>
                        </p:par>
                      </p:childTnLst>
                    </p:cTn>
                  </p:par>
                  <p:par>
                    <p:cTn id="156" fill="hold">
                      <p:stCondLst>
                        <p:cond delay="indefinite"/>
                      </p:stCondLst>
                      <p:childTnLst>
                        <p:par>
                          <p:cTn id="157" fill="hold">
                            <p:stCondLst>
                              <p:cond delay="0"/>
                            </p:stCondLst>
                            <p:childTnLst>
                              <p:par>
                                <p:cTn id="158" presetID="26" presetClass="entr" presetSubtype="0" fill="hold" nodeType="clickEffect">
                                  <p:stCondLst>
                                    <p:cond delay="10000"/>
                                  </p:stCondLst>
                                  <p:childTnLst>
                                    <p:set>
                                      <p:cBhvr>
                                        <p:cTn id="159" dur="1" fill="hold">
                                          <p:stCondLst>
                                            <p:cond delay="0"/>
                                          </p:stCondLst>
                                        </p:cTn>
                                        <p:tgtEl>
                                          <p:spTgt spid="3">
                                            <p:txEl>
                                              <p:pRg st="11" end="11"/>
                                            </p:txEl>
                                          </p:spTgt>
                                        </p:tgtEl>
                                        <p:attrNameLst>
                                          <p:attrName>style.visibility</p:attrName>
                                        </p:attrNameLst>
                                      </p:cBhvr>
                                      <p:to>
                                        <p:strVal val="visible"/>
                                      </p:to>
                                    </p:set>
                                    <p:animEffect transition="in" filter="wipe(down)">
                                      <p:cBhvr>
                                        <p:cTn id="160" dur="580">
                                          <p:stCondLst>
                                            <p:cond delay="0"/>
                                          </p:stCondLst>
                                        </p:cTn>
                                        <p:tgtEl>
                                          <p:spTgt spid="3">
                                            <p:txEl>
                                              <p:pRg st="11" end="11"/>
                                            </p:txEl>
                                          </p:spTgt>
                                        </p:tgtEl>
                                      </p:cBhvr>
                                    </p:animEffect>
                                    <p:anim calcmode="lin" valueType="num">
                                      <p:cBhvr>
                                        <p:cTn id="161" dur="1822" tmFilter="0,0; 0.14,0.36; 0.43,0.73; 0.71,0.91; 1.0,1.0">
                                          <p:stCondLst>
                                            <p:cond delay="0"/>
                                          </p:stCondLst>
                                        </p:cTn>
                                        <p:tgtEl>
                                          <p:spTgt spid="3">
                                            <p:txEl>
                                              <p:pRg st="11" end="11"/>
                                            </p:txEl>
                                          </p:spTgt>
                                        </p:tgtEl>
                                        <p:attrNameLst>
                                          <p:attrName>ppt_x</p:attrName>
                                        </p:attrNameLst>
                                      </p:cBhvr>
                                      <p:tavLst>
                                        <p:tav tm="0">
                                          <p:val>
                                            <p:strVal val="#ppt_x-0.25"/>
                                          </p:val>
                                        </p:tav>
                                        <p:tav tm="100000">
                                          <p:val>
                                            <p:strVal val="#ppt_x"/>
                                          </p:val>
                                        </p:tav>
                                      </p:tavLst>
                                    </p:anim>
                                    <p:anim calcmode="lin" valueType="num">
                                      <p:cBhvr>
                                        <p:cTn id="162" dur="664" tmFilter="0.0,0.0; 0.25,0.07; 0.50,0.2; 0.75,0.467; 1.0,1.0">
                                          <p:stCondLst>
                                            <p:cond delay="0"/>
                                          </p:stCondLst>
                                        </p:cTn>
                                        <p:tgtEl>
                                          <p:spTgt spid="3">
                                            <p:txEl>
                                              <p:pRg st="11" end="11"/>
                                            </p:txEl>
                                          </p:spTgt>
                                        </p:tgtEl>
                                        <p:attrNameLst>
                                          <p:attrName>ppt_y</p:attrName>
                                        </p:attrNameLst>
                                      </p:cBhvr>
                                      <p:tavLst>
                                        <p:tav tm="0" fmla="#ppt_y-sin(pi*$)/3">
                                          <p:val>
                                            <p:fltVal val="0.5"/>
                                          </p:val>
                                        </p:tav>
                                        <p:tav tm="100000">
                                          <p:val>
                                            <p:fltVal val="1"/>
                                          </p:val>
                                        </p:tav>
                                      </p:tavLst>
                                    </p:anim>
                                    <p:anim calcmode="lin" valueType="num">
                                      <p:cBhvr>
                                        <p:cTn id="163" dur="664" tmFilter="0, 0; 0.125,0.2665; 0.25,0.4; 0.375,0.465; 0.5,0.5;  0.625,0.535; 0.75,0.6; 0.875,0.7335; 1,1">
                                          <p:stCondLst>
                                            <p:cond delay="664"/>
                                          </p:stCondLst>
                                        </p:cTn>
                                        <p:tgtEl>
                                          <p:spTgt spid="3">
                                            <p:txEl>
                                              <p:pRg st="11" end="11"/>
                                            </p:txEl>
                                          </p:spTgt>
                                        </p:tgtEl>
                                        <p:attrNameLst>
                                          <p:attrName>ppt_y</p:attrName>
                                        </p:attrNameLst>
                                      </p:cBhvr>
                                      <p:tavLst>
                                        <p:tav tm="0" fmla="#ppt_y-sin(pi*$)/9">
                                          <p:val>
                                            <p:fltVal val="0"/>
                                          </p:val>
                                        </p:tav>
                                        <p:tav tm="100000">
                                          <p:val>
                                            <p:fltVal val="1"/>
                                          </p:val>
                                        </p:tav>
                                      </p:tavLst>
                                    </p:anim>
                                    <p:anim calcmode="lin" valueType="num">
                                      <p:cBhvr>
                                        <p:cTn id="164" dur="332" tmFilter="0, 0; 0.125,0.2665; 0.25,0.4; 0.375,0.465; 0.5,0.5;  0.625,0.535; 0.75,0.6; 0.875,0.7335; 1,1">
                                          <p:stCondLst>
                                            <p:cond delay="1324"/>
                                          </p:stCondLst>
                                        </p:cTn>
                                        <p:tgtEl>
                                          <p:spTgt spid="3">
                                            <p:txEl>
                                              <p:pRg st="11" end="11"/>
                                            </p:txEl>
                                          </p:spTgt>
                                        </p:tgtEl>
                                        <p:attrNameLst>
                                          <p:attrName>ppt_y</p:attrName>
                                        </p:attrNameLst>
                                      </p:cBhvr>
                                      <p:tavLst>
                                        <p:tav tm="0" fmla="#ppt_y-sin(pi*$)/27">
                                          <p:val>
                                            <p:fltVal val="0"/>
                                          </p:val>
                                        </p:tav>
                                        <p:tav tm="100000">
                                          <p:val>
                                            <p:fltVal val="1"/>
                                          </p:val>
                                        </p:tav>
                                      </p:tavLst>
                                    </p:anim>
                                    <p:anim calcmode="lin" valueType="num">
                                      <p:cBhvr>
                                        <p:cTn id="165" dur="164" tmFilter="0, 0; 0.125,0.2665; 0.25,0.4; 0.375,0.465; 0.5,0.5;  0.625,0.535; 0.75,0.6; 0.875,0.7335; 1,1">
                                          <p:stCondLst>
                                            <p:cond delay="1656"/>
                                          </p:stCondLst>
                                        </p:cTn>
                                        <p:tgtEl>
                                          <p:spTgt spid="3">
                                            <p:txEl>
                                              <p:pRg st="11" end="11"/>
                                            </p:txEl>
                                          </p:spTgt>
                                        </p:tgtEl>
                                        <p:attrNameLst>
                                          <p:attrName>ppt_y</p:attrName>
                                        </p:attrNameLst>
                                      </p:cBhvr>
                                      <p:tavLst>
                                        <p:tav tm="0" fmla="#ppt_y-sin(pi*$)/81">
                                          <p:val>
                                            <p:fltVal val="0"/>
                                          </p:val>
                                        </p:tav>
                                        <p:tav tm="100000">
                                          <p:val>
                                            <p:fltVal val="1"/>
                                          </p:val>
                                        </p:tav>
                                      </p:tavLst>
                                    </p:anim>
                                    <p:animScale>
                                      <p:cBhvr>
                                        <p:cTn id="166" dur="26">
                                          <p:stCondLst>
                                            <p:cond delay="650"/>
                                          </p:stCondLst>
                                        </p:cTn>
                                        <p:tgtEl>
                                          <p:spTgt spid="3">
                                            <p:txEl>
                                              <p:pRg st="11" end="11"/>
                                            </p:txEl>
                                          </p:spTgt>
                                        </p:tgtEl>
                                      </p:cBhvr>
                                      <p:to x="100000" y="60000"/>
                                    </p:animScale>
                                    <p:animScale>
                                      <p:cBhvr>
                                        <p:cTn id="167" dur="166" decel="50000">
                                          <p:stCondLst>
                                            <p:cond delay="676"/>
                                          </p:stCondLst>
                                        </p:cTn>
                                        <p:tgtEl>
                                          <p:spTgt spid="3">
                                            <p:txEl>
                                              <p:pRg st="11" end="11"/>
                                            </p:txEl>
                                          </p:spTgt>
                                        </p:tgtEl>
                                      </p:cBhvr>
                                      <p:to x="100000" y="100000"/>
                                    </p:animScale>
                                    <p:animScale>
                                      <p:cBhvr>
                                        <p:cTn id="168" dur="26">
                                          <p:stCondLst>
                                            <p:cond delay="1312"/>
                                          </p:stCondLst>
                                        </p:cTn>
                                        <p:tgtEl>
                                          <p:spTgt spid="3">
                                            <p:txEl>
                                              <p:pRg st="11" end="11"/>
                                            </p:txEl>
                                          </p:spTgt>
                                        </p:tgtEl>
                                      </p:cBhvr>
                                      <p:to x="100000" y="80000"/>
                                    </p:animScale>
                                    <p:animScale>
                                      <p:cBhvr>
                                        <p:cTn id="169" dur="166" decel="50000">
                                          <p:stCondLst>
                                            <p:cond delay="1338"/>
                                          </p:stCondLst>
                                        </p:cTn>
                                        <p:tgtEl>
                                          <p:spTgt spid="3">
                                            <p:txEl>
                                              <p:pRg st="11" end="11"/>
                                            </p:txEl>
                                          </p:spTgt>
                                        </p:tgtEl>
                                      </p:cBhvr>
                                      <p:to x="100000" y="100000"/>
                                    </p:animScale>
                                    <p:animScale>
                                      <p:cBhvr>
                                        <p:cTn id="170" dur="26">
                                          <p:stCondLst>
                                            <p:cond delay="1642"/>
                                          </p:stCondLst>
                                        </p:cTn>
                                        <p:tgtEl>
                                          <p:spTgt spid="3">
                                            <p:txEl>
                                              <p:pRg st="11" end="11"/>
                                            </p:txEl>
                                          </p:spTgt>
                                        </p:tgtEl>
                                      </p:cBhvr>
                                      <p:to x="100000" y="90000"/>
                                    </p:animScale>
                                    <p:animScale>
                                      <p:cBhvr>
                                        <p:cTn id="171" dur="166" decel="50000">
                                          <p:stCondLst>
                                            <p:cond delay="1668"/>
                                          </p:stCondLst>
                                        </p:cTn>
                                        <p:tgtEl>
                                          <p:spTgt spid="3">
                                            <p:txEl>
                                              <p:pRg st="11" end="11"/>
                                            </p:txEl>
                                          </p:spTgt>
                                        </p:tgtEl>
                                      </p:cBhvr>
                                      <p:to x="100000" y="100000"/>
                                    </p:animScale>
                                    <p:animScale>
                                      <p:cBhvr>
                                        <p:cTn id="172" dur="26">
                                          <p:stCondLst>
                                            <p:cond delay="1808"/>
                                          </p:stCondLst>
                                        </p:cTn>
                                        <p:tgtEl>
                                          <p:spTgt spid="3">
                                            <p:txEl>
                                              <p:pRg st="11" end="11"/>
                                            </p:txEl>
                                          </p:spTgt>
                                        </p:tgtEl>
                                      </p:cBhvr>
                                      <p:to x="100000" y="95000"/>
                                    </p:animScale>
                                    <p:animScale>
                                      <p:cBhvr>
                                        <p:cTn id="173" dur="166" decel="50000">
                                          <p:stCondLst>
                                            <p:cond delay="1834"/>
                                          </p:stCondLst>
                                        </p:cTn>
                                        <p:tgtEl>
                                          <p:spTgt spid="3">
                                            <p:txEl>
                                              <p:pRg st="11" end="1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381000"/>
            <a:ext cx="8305800" cy="6096000"/>
          </a:xfrm>
        </p:spPr>
        <p:txBody>
          <a:bodyPr>
            <a:normAutofit fontScale="92500"/>
          </a:bodyPr>
          <a:lstStyle/>
          <a:p>
            <a:pPr algn="just"/>
            <a:r>
              <a:rPr lang="en-US" sz="2200" u="sng" dirty="0">
                <a:solidFill>
                  <a:schemeClr val="tx1">
                    <a:lumMod val="75000"/>
                    <a:lumOff val="25000"/>
                  </a:schemeClr>
                </a:solidFill>
                <a:latin typeface="Comic Sans MS" pitchFamily="66" charset="0"/>
              </a:rPr>
              <a:t>Goals of environmental science are to learn </a:t>
            </a:r>
          </a:p>
          <a:p>
            <a:pPr algn="just">
              <a:buFont typeface="Wingdings" pitchFamily="2" charset="2"/>
              <a:buChar char="Ø"/>
            </a:pPr>
            <a:r>
              <a:rPr lang="en-US" sz="2200" dirty="0">
                <a:solidFill>
                  <a:schemeClr val="tx1">
                    <a:lumMod val="75000"/>
                    <a:lumOff val="25000"/>
                  </a:schemeClr>
                </a:solidFill>
                <a:latin typeface="Comic Sans MS" pitchFamily="66" charset="0"/>
              </a:rPr>
              <a:t> how nature works</a:t>
            </a:r>
          </a:p>
          <a:p>
            <a:pPr algn="just">
              <a:buFont typeface="Wingdings" pitchFamily="2" charset="2"/>
              <a:buChar char="Ø"/>
            </a:pPr>
            <a:r>
              <a:rPr lang="en-US" sz="2200" dirty="0">
                <a:solidFill>
                  <a:schemeClr val="tx1">
                    <a:lumMod val="75000"/>
                    <a:lumOff val="25000"/>
                  </a:schemeClr>
                </a:solidFill>
                <a:latin typeface="Comic Sans MS" pitchFamily="66" charset="0"/>
              </a:rPr>
              <a:t> how the environment affects us</a:t>
            </a:r>
          </a:p>
          <a:p>
            <a:pPr algn="just">
              <a:buFont typeface="Wingdings" pitchFamily="2" charset="2"/>
              <a:buChar char="Ø"/>
            </a:pPr>
            <a:r>
              <a:rPr lang="en-US" sz="2200" dirty="0">
                <a:solidFill>
                  <a:schemeClr val="tx1">
                    <a:lumMod val="75000"/>
                    <a:lumOff val="25000"/>
                  </a:schemeClr>
                </a:solidFill>
                <a:latin typeface="Comic Sans MS" pitchFamily="66" charset="0"/>
              </a:rPr>
              <a:t> how we affect the environment and </a:t>
            </a:r>
          </a:p>
          <a:p>
            <a:pPr algn="just">
              <a:buFont typeface="Wingdings" pitchFamily="2" charset="2"/>
              <a:buChar char="Ø"/>
            </a:pPr>
            <a:r>
              <a:rPr lang="en-US" sz="2200" dirty="0">
                <a:solidFill>
                  <a:schemeClr val="tx1">
                    <a:lumMod val="75000"/>
                    <a:lumOff val="25000"/>
                  </a:schemeClr>
                </a:solidFill>
                <a:latin typeface="Comic Sans MS" pitchFamily="66" charset="0"/>
              </a:rPr>
              <a:t> how to deal with environmental problems and live more  sustainably </a:t>
            </a:r>
          </a:p>
          <a:p>
            <a:pPr algn="just"/>
            <a:endParaRPr lang="en-US" sz="2200" dirty="0">
              <a:solidFill>
                <a:schemeClr val="tx1">
                  <a:lumMod val="75000"/>
                  <a:lumOff val="25000"/>
                </a:schemeClr>
              </a:solidFill>
              <a:latin typeface="Comic Sans MS" pitchFamily="66" charset="0"/>
            </a:endParaRPr>
          </a:p>
          <a:p>
            <a:pPr algn="just"/>
            <a:r>
              <a:rPr lang="en-US" sz="2200" u="sng" dirty="0">
                <a:solidFill>
                  <a:schemeClr val="tx1">
                    <a:lumMod val="75000"/>
                    <a:lumOff val="25000"/>
                  </a:schemeClr>
                </a:solidFill>
                <a:latin typeface="Comic Sans MS" pitchFamily="66" charset="0"/>
              </a:rPr>
              <a:t>Why learning Environmental Science is much more important now?</a:t>
            </a:r>
          </a:p>
          <a:p>
            <a:pPr algn="just">
              <a:buFont typeface="Wingdings" pitchFamily="2" charset="2"/>
              <a:buChar char="Ø"/>
            </a:pPr>
            <a:r>
              <a:rPr lang="en-US" sz="2200" dirty="0">
                <a:solidFill>
                  <a:schemeClr val="tx1">
                    <a:lumMod val="75000"/>
                    <a:lumOff val="25000"/>
                  </a:schemeClr>
                </a:solidFill>
                <a:latin typeface="Comic Sans MS" pitchFamily="66" charset="0"/>
              </a:rPr>
              <a:t> It directs attention towards the problems of population explosion, depletion of natural resources, pollution, the methods of solving such problems, food security and sustainable development</a:t>
            </a:r>
          </a:p>
          <a:p>
            <a:pPr algn="just">
              <a:buFont typeface="Wingdings" pitchFamily="2" charset="2"/>
              <a:buChar char="Ø"/>
            </a:pPr>
            <a:r>
              <a:rPr lang="en-US" sz="2200" dirty="0">
                <a:solidFill>
                  <a:schemeClr val="tx1">
                    <a:lumMod val="75000"/>
                    <a:lumOff val="25000"/>
                  </a:schemeClr>
                </a:solidFill>
              </a:rPr>
              <a:t> </a:t>
            </a:r>
            <a:r>
              <a:rPr lang="en-US" sz="2200" dirty="0">
                <a:solidFill>
                  <a:schemeClr val="tx1">
                    <a:lumMod val="75000"/>
                    <a:lumOff val="25000"/>
                  </a:schemeClr>
                </a:solidFill>
                <a:latin typeface="Comic Sans MS" pitchFamily="66" charset="0"/>
              </a:rPr>
              <a:t>It demonstrates how man can derive benefits from environment without destroying it</a:t>
            </a:r>
          </a:p>
          <a:p>
            <a:pPr algn="just">
              <a:buFont typeface="Wingdings" pitchFamily="2" charset="2"/>
              <a:buChar char="Ø"/>
            </a:pPr>
            <a:r>
              <a:rPr lang="en-US" sz="2200" dirty="0">
                <a:solidFill>
                  <a:schemeClr val="tx1">
                    <a:lumMod val="75000"/>
                    <a:lumOff val="25000"/>
                  </a:schemeClr>
                </a:solidFill>
              </a:rPr>
              <a:t> </a:t>
            </a:r>
            <a:r>
              <a:rPr lang="en-US" sz="2200" dirty="0">
                <a:solidFill>
                  <a:schemeClr val="tx1">
                    <a:lumMod val="75000"/>
                    <a:lumOff val="25000"/>
                  </a:schemeClr>
                </a:solidFill>
                <a:latin typeface="Comic Sans MS" pitchFamily="66" charset="0"/>
              </a:rPr>
              <a:t>To integrate environmental concerns in  development planning and management</a:t>
            </a:r>
            <a:endParaRPr lang="en-US" sz="2200" u="sng" dirty="0">
              <a:solidFill>
                <a:schemeClr val="tx1">
                  <a:lumMod val="75000"/>
                  <a:lumOff val="25000"/>
                </a:schemeClr>
              </a:solidFill>
              <a:latin typeface="Comic Sans MS" pitchFamily="66" charset="0"/>
            </a:endParaRPr>
          </a:p>
          <a:p>
            <a:pPr algn="just"/>
            <a:endParaRPr lang="en-US" sz="2200" dirty="0">
              <a:latin typeface="Comic Sans MS" pitchFamily="66"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7728"/>
    </mc:Choice>
    <mc:Fallback xmlns="">
      <p:transition spd="slow" advTm="6772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200"/>
                                        <p:tgtEl>
                                          <p:spTgt spid="3">
                                            <p:txEl>
                                              <p:pRg st="0" end="0"/>
                                            </p:txEl>
                                          </p:spTgt>
                                        </p:tgtEl>
                                      </p:cBhvr>
                                    </p:animEffect>
                                    <p:anim calcmode="lin" valueType="num">
                                      <p:cBhvr>
                                        <p:cTn id="8" dur="52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2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wipe(down)">
                                      <p:cBhvr>
                                        <p:cTn id="14" dur="57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ipe(down)">
                                      <p:cBhvr>
                                        <p:cTn id="19" dur="59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wipe(down)">
                                      <p:cBhvr>
                                        <p:cTn id="24" dur="58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wipe(down)">
                                      <p:cBhvr>
                                        <p:cTn id="29" dur="5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1000"/>
                                        <p:tgtEl>
                                          <p:spTgt spid="3">
                                            <p:txEl>
                                              <p:pRg st="6" end="6"/>
                                            </p:txEl>
                                          </p:spTgt>
                                        </p:tgtEl>
                                      </p:cBhvr>
                                    </p:animEffect>
                                    <p:anim calcmode="lin" valueType="num">
                                      <p:cBhvr>
                                        <p:cTn id="3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down)">
                                      <p:cBhvr>
                                        <p:cTn id="41" dur="500"/>
                                        <p:tgtEl>
                                          <p:spTgt spid="3">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
                                            <p:txEl>
                                              <p:pRg st="8" end="8"/>
                                            </p:txEl>
                                          </p:spTgt>
                                        </p:tgtEl>
                                        <p:attrNameLst>
                                          <p:attrName>style.visibility</p:attrName>
                                        </p:attrNameLst>
                                      </p:cBhvr>
                                      <p:to>
                                        <p:strVal val="visible"/>
                                      </p:to>
                                    </p:set>
                                    <p:animEffect transition="in" filter="wipe(down)">
                                      <p:cBhvr>
                                        <p:cTn id="46" dur="500"/>
                                        <p:tgtEl>
                                          <p:spTgt spid="3">
                                            <p:txEl>
                                              <p:pRg st="8" end="8"/>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wipe(down)">
                                      <p:cBhvr>
                                        <p:cTn id="5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000" y="685800"/>
            <a:ext cx="8153400" cy="5943600"/>
          </a:xfrm>
        </p:spPr>
        <p:txBody>
          <a:bodyPr>
            <a:normAutofit/>
          </a:bodyPr>
          <a:lstStyle/>
          <a:p>
            <a:pPr algn="just"/>
            <a:r>
              <a:rPr lang="en-US" sz="2200" b="1" dirty="0">
                <a:solidFill>
                  <a:schemeClr val="tx1">
                    <a:lumMod val="75000"/>
                    <a:lumOff val="25000"/>
                  </a:schemeClr>
                </a:solidFill>
                <a:latin typeface="Comic Sans MS" pitchFamily="66" charset="0"/>
              </a:rPr>
              <a:t>Environmentalism</a:t>
            </a:r>
            <a:r>
              <a:rPr lang="en-US" sz="2200" dirty="0">
                <a:solidFill>
                  <a:schemeClr val="tx1">
                    <a:lumMod val="75000"/>
                    <a:lumOff val="25000"/>
                  </a:schemeClr>
                </a:solidFill>
                <a:latin typeface="Comic Sans MS" pitchFamily="66" charset="0"/>
              </a:rPr>
              <a:t>:</a:t>
            </a:r>
          </a:p>
          <a:p>
            <a:pPr algn="just"/>
            <a:r>
              <a:rPr lang="en-US" sz="2200" dirty="0">
                <a:solidFill>
                  <a:schemeClr val="tx1">
                    <a:lumMod val="75000"/>
                    <a:lumOff val="25000"/>
                  </a:schemeClr>
                </a:solidFill>
                <a:latin typeface="Comic Sans MS" pitchFamily="66" charset="0"/>
              </a:rPr>
              <a:t>‘Environmentalism’ is a social movement dedicated to protect the earth’s life support systems for us and other species. </a:t>
            </a:r>
          </a:p>
          <a:p>
            <a:pPr algn="just"/>
            <a:r>
              <a:rPr lang="en-US" sz="2200" dirty="0">
                <a:solidFill>
                  <a:schemeClr val="tx1">
                    <a:lumMod val="75000"/>
                    <a:lumOff val="25000"/>
                  </a:schemeClr>
                </a:solidFill>
                <a:latin typeface="Comic Sans MS" pitchFamily="66" charset="0"/>
              </a:rPr>
              <a:t>Environmentalism is a broad philosophy and social movement centered on a concern for the conservation and improvement of the natural environment, both for its own sake as well as its importance to civilization.</a:t>
            </a:r>
          </a:p>
          <a:p>
            <a:pPr algn="just"/>
            <a:r>
              <a:rPr lang="en-US" sz="2200" b="1" dirty="0">
                <a:solidFill>
                  <a:schemeClr val="tx1">
                    <a:lumMod val="75000"/>
                    <a:lumOff val="25000"/>
                  </a:schemeClr>
                </a:solidFill>
                <a:latin typeface="Comic Sans MS" pitchFamily="66" charset="0"/>
              </a:rPr>
              <a:t>Sustainability</a:t>
            </a:r>
            <a:r>
              <a:rPr lang="en-US" sz="2200" dirty="0">
                <a:solidFill>
                  <a:schemeClr val="tx1">
                    <a:lumMod val="75000"/>
                    <a:lumOff val="25000"/>
                  </a:schemeClr>
                </a:solidFill>
                <a:latin typeface="Comic Sans MS" pitchFamily="66" charset="0"/>
              </a:rPr>
              <a:t>:</a:t>
            </a:r>
          </a:p>
          <a:p>
            <a:pPr algn="just"/>
            <a:r>
              <a:rPr lang="en-US" sz="2200" dirty="0">
                <a:solidFill>
                  <a:schemeClr val="tx1">
                    <a:lumMod val="75000"/>
                    <a:lumOff val="25000"/>
                  </a:schemeClr>
                </a:solidFill>
                <a:latin typeface="Comic Sans MS" pitchFamily="66" charset="0"/>
              </a:rPr>
              <a:t>‘Sustainability</a:t>
            </a:r>
            <a:r>
              <a:rPr lang="en-US" sz="2200" u="sng" dirty="0">
                <a:solidFill>
                  <a:schemeClr val="tx1">
                    <a:lumMod val="75000"/>
                    <a:lumOff val="25000"/>
                  </a:schemeClr>
                </a:solidFill>
                <a:latin typeface="Comic Sans MS" pitchFamily="66" charset="0"/>
              </a:rPr>
              <a:t>’</a:t>
            </a:r>
            <a:r>
              <a:rPr lang="en-US" sz="2200" dirty="0">
                <a:solidFill>
                  <a:schemeClr val="tx1">
                    <a:lumMod val="75000"/>
                    <a:lumOff val="25000"/>
                  </a:schemeClr>
                </a:solidFill>
                <a:latin typeface="Comic Sans MS" pitchFamily="66" charset="0"/>
              </a:rPr>
              <a:t> is the ability to meet the needs of the present, without compromising the ability of the future generation to meet their own needs.</a:t>
            </a:r>
          </a:p>
          <a:p>
            <a:pPr algn="just"/>
            <a:r>
              <a:rPr lang="en-US" sz="2200" dirty="0">
                <a:solidFill>
                  <a:schemeClr val="tx1">
                    <a:lumMod val="75000"/>
                    <a:lumOff val="25000"/>
                  </a:schemeClr>
                </a:solidFill>
                <a:latin typeface="Comic Sans MS" pitchFamily="66" charset="0"/>
              </a:rPr>
              <a:t>It is the ability of the earth’s various systems, including human culture and economics, to survive and adapt the changing environmental conditions</a:t>
            </a:r>
            <a:r>
              <a:rPr lang="en-US" sz="2400" dirty="0">
                <a:latin typeface="Garamond" pitchFamily="18" charset="0"/>
              </a:rPr>
              <a:t>.</a:t>
            </a:r>
          </a:p>
          <a:p>
            <a:pPr algn="just"/>
            <a:endParaRPr lang="en-US" sz="2200" dirty="0">
              <a:solidFill>
                <a:schemeClr val="tx2">
                  <a:lumMod val="50000"/>
                </a:schemeClr>
              </a:solidFill>
              <a:latin typeface="Comic Sans MS" pitchFamily="66"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192"/>
    </mc:Choice>
    <mc:Fallback xmlns="">
      <p:transition spd="slow" advTm="561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7696200" cy="5257800"/>
          </a:xfrm>
        </p:spPr>
        <p:txBody>
          <a:bodyPr>
            <a:normAutofit fontScale="32500" lnSpcReduction="20000"/>
          </a:bodyPr>
          <a:lstStyle/>
          <a:p>
            <a:pPr algn="just">
              <a:lnSpc>
                <a:spcPct val="120000"/>
              </a:lnSpc>
              <a:buClr>
                <a:schemeClr val="tx1"/>
              </a:buClr>
              <a:buNone/>
              <a:defRPr/>
            </a:pPr>
            <a:r>
              <a:rPr lang="en-US" sz="7200" dirty="0">
                <a:solidFill>
                  <a:schemeClr val="accent6">
                    <a:lumMod val="50000"/>
                  </a:schemeClr>
                </a:solidFill>
                <a:latin typeface="Comic Sans MS" pitchFamily="66" charset="0"/>
              </a:rPr>
              <a:t>‘</a:t>
            </a:r>
            <a:r>
              <a:rPr lang="en-US" sz="7200" b="1" u="sng" dirty="0">
                <a:solidFill>
                  <a:schemeClr val="accent6">
                    <a:lumMod val="50000"/>
                  </a:schemeClr>
                </a:solidFill>
                <a:latin typeface="Comic Sans MS" pitchFamily="66" charset="0"/>
              </a:rPr>
              <a:t>Environmental Management</a:t>
            </a:r>
            <a:r>
              <a:rPr lang="en-US" sz="7200" b="1" dirty="0">
                <a:solidFill>
                  <a:schemeClr val="accent6">
                    <a:lumMod val="50000"/>
                  </a:schemeClr>
                </a:solidFill>
                <a:latin typeface="Comic Sans MS" pitchFamily="66" charset="0"/>
              </a:rPr>
              <a:t>’ </a:t>
            </a:r>
            <a:r>
              <a:rPr lang="en-US" sz="7200" dirty="0">
                <a:latin typeface="Comic Sans MS" pitchFamily="66" charset="0"/>
              </a:rPr>
              <a:t>is the process by which environmental health is regulated.</a:t>
            </a:r>
          </a:p>
          <a:p>
            <a:pPr algn="just">
              <a:lnSpc>
                <a:spcPct val="120000"/>
              </a:lnSpc>
              <a:buClr>
                <a:schemeClr val="tx1"/>
              </a:buClr>
              <a:buNone/>
              <a:defRPr/>
            </a:pPr>
            <a:endParaRPr lang="en-US" sz="7200" u="sng" dirty="0">
              <a:latin typeface="Comic Sans MS" pitchFamily="66" charset="0"/>
            </a:endParaRPr>
          </a:p>
          <a:p>
            <a:pPr algn="just">
              <a:lnSpc>
                <a:spcPct val="120000"/>
              </a:lnSpc>
              <a:buClr>
                <a:schemeClr val="tx1"/>
              </a:buClr>
              <a:buNone/>
              <a:defRPr/>
            </a:pPr>
            <a:r>
              <a:rPr lang="en-US" sz="7200" b="1" u="sng" dirty="0">
                <a:latin typeface="Comic Sans MS" pitchFamily="66" charset="0"/>
              </a:rPr>
              <a:t>Environmental Management System (EMS)</a:t>
            </a:r>
            <a:r>
              <a:rPr lang="en-US" sz="7200" b="1" dirty="0">
                <a:solidFill>
                  <a:srgbClr val="FF9900"/>
                </a:solidFill>
                <a:latin typeface="Comic Sans MS" pitchFamily="66" charset="0"/>
              </a:rPr>
              <a:t> </a:t>
            </a:r>
            <a:r>
              <a:rPr lang="en-US" sz="7200" dirty="0">
                <a:latin typeface="Comic Sans MS" pitchFamily="66" charset="0"/>
              </a:rPr>
              <a:t>refers to the management of an organization's environmental programs in a comprehensive, systematic, planned and documented manner. </a:t>
            </a:r>
          </a:p>
          <a:p>
            <a:pPr algn="just">
              <a:lnSpc>
                <a:spcPct val="120000"/>
              </a:lnSpc>
              <a:buClr>
                <a:schemeClr val="tx1"/>
              </a:buClr>
              <a:buFont typeface="Wingdings" pitchFamily="2" charset="2"/>
              <a:buChar char="§"/>
              <a:defRPr/>
            </a:pPr>
            <a:r>
              <a:rPr lang="en-US" sz="7200" dirty="0">
                <a:latin typeface="Comic Sans MS" pitchFamily="66" charset="0"/>
              </a:rPr>
              <a:t>It includes the organizational structure, planning and resources for developing, implementing and maintaining policy for environmental protection.</a:t>
            </a:r>
          </a:p>
          <a:p>
            <a:pPr marL="0" indent="0" algn="just">
              <a:lnSpc>
                <a:spcPct val="120000"/>
              </a:lnSpc>
              <a:buClr>
                <a:schemeClr val="tx1"/>
              </a:buClr>
              <a:buNone/>
              <a:defRPr/>
            </a:pPr>
            <a:endParaRPr lang="en-US" sz="7200" u="sng" dirty="0">
              <a:latin typeface="Comic Sans MS" pitchFamily="66" charset="0"/>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3227"/>
    </mc:Choice>
    <mc:Fallback xmlns="">
      <p:transition spd="slow" advTm="33227"/>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C9469E-AFCB-4BC2-8AFB-E242A05C32E5}"/>
              </a:ext>
            </a:extLst>
          </p:cNvPr>
          <p:cNvSpPr>
            <a:spLocks noGrp="1"/>
          </p:cNvSpPr>
          <p:nvPr>
            <p:ph idx="1"/>
          </p:nvPr>
        </p:nvSpPr>
        <p:spPr>
          <a:xfrm>
            <a:off x="609600" y="381000"/>
            <a:ext cx="7772400" cy="5709573"/>
          </a:xfrm>
        </p:spPr>
        <p:txBody>
          <a:bodyPr>
            <a:noAutofit/>
          </a:bodyPr>
          <a:lstStyle/>
          <a:p>
            <a:pPr algn="just">
              <a:lnSpc>
                <a:spcPct val="120000"/>
              </a:lnSpc>
              <a:buClr>
                <a:schemeClr val="tx1"/>
              </a:buClr>
              <a:buFont typeface="Wingdings" pitchFamily="2" charset="2"/>
              <a:buChar char="§"/>
              <a:defRPr/>
            </a:pPr>
            <a:r>
              <a:rPr lang="en-US" sz="2200" dirty="0">
                <a:latin typeface="Comic Sans MS" pitchFamily="66" charset="0"/>
              </a:rPr>
              <a:t>An EMS:</a:t>
            </a:r>
          </a:p>
          <a:p>
            <a:pPr lvl="1" algn="just">
              <a:lnSpc>
                <a:spcPct val="120000"/>
              </a:lnSpc>
              <a:buClr>
                <a:schemeClr val="tx1"/>
              </a:buClr>
              <a:buSzPct val="100000"/>
              <a:buFont typeface="Wingdings" pitchFamily="2" charset="2"/>
              <a:buChar char="§"/>
              <a:defRPr/>
            </a:pPr>
            <a:r>
              <a:rPr lang="en-US" sz="2200" dirty="0">
                <a:latin typeface="Comic Sans MS" pitchFamily="66" charset="0"/>
              </a:rPr>
              <a:t>Serves as a tool to improve environmental performance</a:t>
            </a:r>
          </a:p>
          <a:p>
            <a:pPr lvl="1" algn="just">
              <a:lnSpc>
                <a:spcPct val="120000"/>
              </a:lnSpc>
              <a:buClr>
                <a:schemeClr val="tx1"/>
              </a:buClr>
              <a:buSzPct val="100000"/>
              <a:buFont typeface="Wingdings" pitchFamily="2" charset="2"/>
              <a:buChar char="§"/>
              <a:defRPr/>
            </a:pPr>
            <a:r>
              <a:rPr lang="en-US" sz="2200" dirty="0">
                <a:latin typeface="Comic Sans MS" pitchFamily="66" charset="0"/>
              </a:rPr>
              <a:t>Provides a systematic way of managing an organization’s environmental affairs</a:t>
            </a:r>
          </a:p>
          <a:p>
            <a:pPr lvl="1" algn="just">
              <a:lnSpc>
                <a:spcPct val="120000"/>
              </a:lnSpc>
              <a:buClr>
                <a:schemeClr val="tx1"/>
              </a:buClr>
              <a:buSzPct val="100000"/>
              <a:buFont typeface="Wingdings" pitchFamily="2" charset="2"/>
              <a:buChar char="§"/>
              <a:defRPr/>
            </a:pPr>
            <a:r>
              <a:rPr lang="en-US" sz="2200" dirty="0">
                <a:latin typeface="Comic Sans MS" pitchFamily="66" charset="0"/>
              </a:rPr>
              <a:t>Is the aspect of the organization’s overall management structure that addresses immediate and long-term impacts of its products, services and processes on the environment</a:t>
            </a:r>
          </a:p>
          <a:p>
            <a:pPr lvl="1" algn="just">
              <a:lnSpc>
                <a:spcPct val="120000"/>
              </a:lnSpc>
              <a:buClr>
                <a:schemeClr val="tx1"/>
              </a:buClr>
              <a:buSzPct val="100000"/>
              <a:buFont typeface="Wingdings" pitchFamily="2" charset="2"/>
              <a:buChar char="§"/>
              <a:defRPr/>
            </a:pPr>
            <a:r>
              <a:rPr lang="en-US" sz="2200" dirty="0">
                <a:latin typeface="Comic Sans MS" pitchFamily="66" charset="0"/>
              </a:rPr>
              <a:t>Gives order and consistency for organizations to address environmental concerns through the allocation of resources, assignment of responsibility and ongoing evaluation of practices, procedures and processes</a:t>
            </a:r>
            <a:endParaRPr lang="en-US" sz="2200" dirty="0"/>
          </a:p>
        </p:txBody>
      </p:sp>
    </p:spTree>
    <p:extLst>
      <p:ext uri="{BB962C8B-B14F-4D97-AF65-F5344CB8AC3E}">
        <p14:creationId xmlns:p14="http://schemas.microsoft.com/office/powerpoint/2010/main" val="1180605086"/>
      </p:ext>
    </p:extLst>
  </p:cSld>
  <p:clrMapOvr>
    <a:masterClrMapping/>
  </p:clrMapOvr>
  <mc:AlternateContent xmlns:mc="http://schemas.openxmlformats.org/markup-compatibility/2006" xmlns:p14="http://schemas.microsoft.com/office/powerpoint/2010/main">
    <mc:Choice Requires="p14">
      <p:transition spd="slow" p14:dur="2000" advTm="44950"/>
    </mc:Choice>
    <mc:Fallback xmlns="">
      <p:transition spd="slow" advTm="4495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D:\ENV 103 SGR\Spring'13\Official\spheres-of-the-earth-L.jpg">
            <a:extLst>
              <a:ext uri="{FF2B5EF4-FFF2-40B4-BE49-F238E27FC236}">
                <a16:creationId xmlns:a16="http://schemas.microsoft.com/office/drawing/2014/main" id="{8FDFFC13-71E4-46AE-B9D1-09E69411FBD9}"/>
              </a:ext>
            </a:extLst>
          </p:cNvPr>
          <p:cNvPicPr>
            <a:picLocks noGrp="1" noChangeAspect="1" noChangeArrowheads="1"/>
          </p:cNvPicPr>
          <p:nvPr>
            <p:ph idx="1"/>
          </p:nvPr>
        </p:nvPicPr>
        <p:blipFill>
          <a:blip r:embed="rId3" cstate="print"/>
          <a:srcRect/>
          <a:stretch>
            <a:fillRect/>
          </a:stretch>
        </p:blipFill>
        <p:spPr bwMode="auto">
          <a:xfrm>
            <a:off x="427299" y="609600"/>
            <a:ext cx="7209100" cy="5638800"/>
          </a:xfrm>
          <a:prstGeom prst="rect">
            <a:avLst/>
          </a:prstGeom>
          <a:noFill/>
        </p:spPr>
      </p:pic>
    </p:spTree>
    <p:custDataLst>
      <p:tags r:id="rId1"/>
    </p:custDataLst>
  </p:cSld>
  <p:clrMapOvr>
    <a:masterClrMapping/>
  </p:clrMapOvr>
  <mc:AlternateContent xmlns:mc="http://schemas.openxmlformats.org/markup-compatibility/2006" xmlns:p14="http://schemas.microsoft.com/office/powerpoint/2010/main">
    <mc:Choice Requires="p14">
      <p:transition spd="med" p14:dur="700" advTm="35000">
        <p:fade/>
      </p:transition>
    </mc:Choice>
    <mc:Fallback xmlns="">
      <p:transition spd="med" advTm="3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7"/>
                                        </p:tgtEl>
                                        <p:attrNameLst>
                                          <p:attrName>r</p:attrName>
                                        </p:attrNameLst>
                                      </p:cBhvr>
                                    </p:animRot>
                                    <p:animRot by="-240000">
                                      <p:cBhvr>
                                        <p:cTn id="7" dur="200" fill="hold">
                                          <p:stCondLst>
                                            <p:cond delay="200"/>
                                          </p:stCondLst>
                                        </p:cTn>
                                        <p:tgtEl>
                                          <p:spTgt spid="7"/>
                                        </p:tgtEl>
                                        <p:attrNameLst>
                                          <p:attrName>r</p:attrName>
                                        </p:attrNameLst>
                                      </p:cBhvr>
                                    </p:animRot>
                                    <p:animRot by="240000">
                                      <p:cBhvr>
                                        <p:cTn id="8" dur="200" fill="hold">
                                          <p:stCondLst>
                                            <p:cond delay="400"/>
                                          </p:stCondLst>
                                        </p:cTn>
                                        <p:tgtEl>
                                          <p:spTgt spid="7"/>
                                        </p:tgtEl>
                                        <p:attrNameLst>
                                          <p:attrName>r</p:attrName>
                                        </p:attrNameLst>
                                      </p:cBhvr>
                                    </p:animRot>
                                    <p:animRot by="-240000">
                                      <p:cBhvr>
                                        <p:cTn id="9" dur="200" fill="hold">
                                          <p:stCondLst>
                                            <p:cond delay="600"/>
                                          </p:stCondLst>
                                        </p:cTn>
                                        <p:tgtEl>
                                          <p:spTgt spid="7"/>
                                        </p:tgtEl>
                                        <p:attrNameLst>
                                          <p:attrName>r</p:attrName>
                                        </p:attrNameLst>
                                      </p:cBhvr>
                                    </p:animRot>
                                    <p:animRot by="120000">
                                      <p:cBhvr>
                                        <p:cTn id="10"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E2EA2-9C5B-4109-91DF-CDE5633F6FD2}"/>
              </a:ext>
            </a:extLst>
          </p:cNvPr>
          <p:cNvSpPr>
            <a:spLocks noGrp="1"/>
          </p:cNvSpPr>
          <p:nvPr>
            <p:ph type="title"/>
          </p:nvPr>
        </p:nvSpPr>
        <p:spPr>
          <a:xfrm>
            <a:off x="2057401" y="3124200"/>
            <a:ext cx="3733800" cy="1320800"/>
          </a:xfrm>
        </p:spPr>
        <p:txBody>
          <a:bodyPr/>
          <a:lstStyle/>
          <a:p>
            <a:pPr algn="ctr"/>
            <a:r>
              <a:rPr lang="en-US" dirty="0"/>
              <a:t>THANK YOU ALL</a:t>
            </a:r>
          </a:p>
        </p:txBody>
      </p:sp>
    </p:spTree>
    <p:extLst>
      <p:ext uri="{BB962C8B-B14F-4D97-AF65-F5344CB8AC3E}">
        <p14:creationId xmlns:p14="http://schemas.microsoft.com/office/powerpoint/2010/main" val="4130477767"/>
      </p:ext>
    </p:extLst>
  </p:cSld>
  <p:clrMapOvr>
    <a:masterClrMapping/>
  </p:clrMapOvr>
  <mc:AlternateContent xmlns:mc="http://schemas.openxmlformats.org/markup-compatibility/2006" xmlns:p14="http://schemas.microsoft.com/office/powerpoint/2010/main">
    <mc:Choice Requires="p14">
      <p:transition spd="slow" p14:dur="2000" advTm="5971"/>
    </mc:Choice>
    <mc:Fallback xmlns="">
      <p:transition spd="slow" advTm="597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4|3.9|2.6|2.9|2.3|3.3|3.2|2.8|1.9|2.7|3.3"/>
</p:tagLst>
</file>

<file path=ppt/tags/tag2.xml><?xml version="1.0" encoding="utf-8"?>
<p:tagLst xmlns:a="http://schemas.openxmlformats.org/drawingml/2006/main" xmlns:r="http://schemas.openxmlformats.org/officeDocument/2006/relationships" xmlns:p="http://schemas.openxmlformats.org/presentationml/2006/main">
  <p:tag name="TIMING" val="|7.5|0.1|1.8|0.1"/>
</p:tagLst>
</file>

<file path=ppt/tags/tag3.xml><?xml version="1.0" encoding="utf-8"?>
<p:tagLst xmlns:a="http://schemas.openxmlformats.org/drawingml/2006/main" xmlns:r="http://schemas.openxmlformats.org/officeDocument/2006/relationships" xmlns:p="http://schemas.openxmlformats.org/presentationml/2006/main">
  <p:tag name="TIMING" val="|6.4|17|17.7"/>
</p:tagLst>
</file>

<file path=ppt/tags/tag4.xml><?xml version="1.0" encoding="utf-8"?>
<p:tagLst xmlns:a="http://schemas.openxmlformats.org/drawingml/2006/main" xmlns:r="http://schemas.openxmlformats.org/officeDocument/2006/relationships" xmlns:p="http://schemas.openxmlformats.org/presentationml/2006/main">
  <p:tag name="TIMING" val="|2.1"/>
</p:tagLst>
</file>

<file path=ppt/tags/tag5.xml><?xml version="1.0" encoding="utf-8"?>
<p:tagLst xmlns:a="http://schemas.openxmlformats.org/drawingml/2006/main" xmlns:r="http://schemas.openxmlformats.org/officeDocument/2006/relationships" xmlns:p="http://schemas.openxmlformats.org/presentationml/2006/main">
  <p:tag name="TIMING" val="|0.4|29.1|13.6|7.8"/>
</p:tagLst>
</file>

<file path=ppt/tags/tag6.xml><?xml version="1.0" encoding="utf-8"?>
<p:tagLst xmlns:a="http://schemas.openxmlformats.org/drawingml/2006/main" xmlns:r="http://schemas.openxmlformats.org/officeDocument/2006/relationships" xmlns:p="http://schemas.openxmlformats.org/presentationml/2006/main">
  <p:tag name="TIMING" val="|2|0.7|2.1|6.5|5.8|5.4|19.4|0.9|20|1.5|5.5"/>
</p:tagLst>
</file>

<file path=ppt/tags/tag7.xml><?xml version="1.0" encoding="utf-8"?>
<p:tagLst xmlns:a="http://schemas.openxmlformats.org/drawingml/2006/main" xmlns:r="http://schemas.openxmlformats.org/officeDocument/2006/relationships" xmlns:p="http://schemas.openxmlformats.org/presentationml/2006/main">
  <p:tag name="TIMING" val="|1.5|5|1.3|3|9.6|11.2|6.3|16.2|6.9"/>
</p:tagLst>
</file>

<file path=ppt/tags/tag8.xml><?xml version="1.0" encoding="utf-8"?>
<p:tagLst xmlns:a="http://schemas.openxmlformats.org/drawingml/2006/main" xmlns:r="http://schemas.openxmlformats.org/officeDocument/2006/relationships" xmlns:p="http://schemas.openxmlformats.org/presentationml/2006/main">
  <p:tag name="TIMING" val="|1.9|2.5|26.8|3"/>
</p:tagLst>
</file>

<file path=ppt/tags/tag9.xml><?xml version="1.0" encoding="utf-8"?>
<p:tagLst xmlns:a="http://schemas.openxmlformats.org/drawingml/2006/main" xmlns:r="http://schemas.openxmlformats.org/officeDocument/2006/relationships" xmlns:p="http://schemas.openxmlformats.org/presentationml/2006/main">
  <p:tag name="TIMING" val="|33.4"/>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1101</TotalTime>
  <Words>746</Words>
  <Application>Microsoft Office PowerPoint</Application>
  <PresentationFormat>On-screen Show (4:3)</PresentationFormat>
  <Paragraphs>78</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Comic Sans MS</vt:lpstr>
      <vt:lpstr>Garamond</vt:lpstr>
      <vt:lpstr>Trebuchet MS</vt:lpstr>
      <vt:lpstr>Wingdings</vt:lpstr>
      <vt:lpstr>Wingdings 3</vt:lpstr>
      <vt:lpstr>Facet</vt:lpstr>
      <vt:lpstr>Introduction to Environment </vt:lpstr>
      <vt:lpstr>Overview of Lecture</vt:lpstr>
      <vt:lpstr>PowerPoint Presentation</vt:lpstr>
      <vt:lpstr>PowerPoint Presentation</vt:lpstr>
      <vt:lpstr>PowerPoint Presentation</vt:lpstr>
      <vt:lpstr>Environmental Science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bulecturer</dc:creator>
  <cp:lastModifiedBy>user</cp:lastModifiedBy>
  <cp:revision>107</cp:revision>
  <cp:lastPrinted>1601-01-01T00:00:00Z</cp:lastPrinted>
  <dcterms:created xsi:type="dcterms:W3CDTF">1601-01-01T00:00:00Z</dcterms:created>
  <dcterms:modified xsi:type="dcterms:W3CDTF">2020-07-02T09:52:02Z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