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hqX6rovQlHERqslpxQynCNhCeb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1" type="ftr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shomen.kundu@bracu.ac.bd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4N166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843548" y="2457480"/>
            <a:ext cx="8858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DTL-Noise  Margin, Fanout, Power Dissipation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823823" y="262362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</a:t>
            </a:r>
            <a:endParaRPr/>
          </a:p>
        </p:txBody>
      </p:sp>
      <p:sp>
        <p:nvSpPr>
          <p:cNvPr id="100" name="Google Shape;100;p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01" name="Google Shape;10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685307" y="1334586"/>
            <a:ext cx="11654177" cy="51041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0" r="-4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Noise Margin of DTL</a:t>
            </a:r>
            <a:endParaRPr/>
          </a:p>
        </p:txBody>
      </p:sp>
      <p:sp>
        <p:nvSpPr>
          <p:cNvPr id="109" name="Google Shape;109;p15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685308" y="1334585"/>
            <a:ext cx="6148629" cy="4873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NM calculation of DTL is not similar to the RTL circuit.</a:t>
            </a:r>
            <a:endParaRPr sz="24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3179" y="1620365"/>
            <a:ext cx="4946719" cy="4587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Noise Margin of DTL</a:t>
            </a:r>
            <a:endParaRPr/>
          </a:p>
        </p:txBody>
      </p:sp>
      <p:sp>
        <p:nvSpPr>
          <p:cNvPr id="119" name="Google Shape;119;p16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20" name="Google Shape;12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85308" y="1334585"/>
            <a:ext cx="6148629" cy="4873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Example:</a:t>
            </a:r>
            <a:r>
              <a:rPr lang="en-US" sz="2400"/>
              <a:t> IF all the inputs are high, what is the magnitude of noise voltage which will cause the gate to malfunction 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# correct operating condition when all inputs are high.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Case (4). D1 , D2 off.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D3 and D4 ON 🡪 Sat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# The circuit will malfunction if it starts operating in case (1) conditions.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 D1, D2 on, D3 , D4, T off.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# If D1 and D2 starts conducting, they will have precedence over D3, D4 and T because of lower resistance at that direction.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3179" y="1620365"/>
            <a:ext cx="4946719" cy="4587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Noise Margin of DTL</a:t>
            </a:r>
            <a:endParaRPr/>
          </a:p>
        </p:txBody>
      </p:sp>
      <p:sp>
        <p:nvSpPr>
          <p:cNvPr id="129" name="Google Shape;129;p1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30" name="Google Shape;13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685308" y="1334585"/>
            <a:ext cx="6148629" cy="48737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6" r="-29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7864" y="401051"/>
            <a:ext cx="5020578" cy="4214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7355" y="4753743"/>
            <a:ext cx="4229690" cy="1648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Noise Margin of DTL</a:t>
            </a:r>
            <a:endParaRPr/>
          </a:p>
        </p:txBody>
      </p:sp>
      <p:sp>
        <p:nvSpPr>
          <p:cNvPr id="140" name="Google Shape;140;p18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41" name="Google Shape;14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>
            <p:ph idx="1" type="body"/>
          </p:nvPr>
        </p:nvSpPr>
        <p:spPr>
          <a:xfrm>
            <a:off x="685308" y="1334585"/>
            <a:ext cx="6148629" cy="4873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1081"/>
              <a:buNone/>
            </a:pPr>
            <a:r>
              <a:rPr lang="en-US" sz="2400"/>
              <a:t>Q. If one of the inputs is low and others are high, then what magnitude of noise voltage at low input terminal will cause the transistor to malfunction 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# valid operation: case (2) D1 on, D2, D3, D4 , T off.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# The circuit will malfunction if D3, D4 and T start conducting or turned on.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# As long as D1 is on any increment in noise voltage at node A will also increase the voltage at Vp. Because, the difference between anode and cathode terminal should be 0.7 V for conducting diode D1.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t/>
            </a:r>
            <a:endParaRPr/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3937" y="1244155"/>
            <a:ext cx="4519862" cy="4159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50" name="Google Shape;150;p19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51" name="Google Shape;15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685308" y="1334585"/>
            <a:ext cx="5522987" cy="43443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78" l="-107" r="-3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8504" y="1531455"/>
            <a:ext cx="4938188" cy="3795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60" name="Google Shape;160;p20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685308" y="1334585"/>
            <a:ext cx="5522987" cy="434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Different from RTL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64" name="Google Shape;16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6464" y="1464080"/>
            <a:ext cx="6030006" cy="4085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70" name="Google Shape;170;p21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>
            <p:ph idx="1" type="body"/>
          </p:nvPr>
        </p:nvSpPr>
        <p:spPr>
          <a:xfrm>
            <a:off x="685308" y="1334585"/>
            <a:ext cx="5522987" cy="43443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8" r="-20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74" name="Google Shape;17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1547036"/>
            <a:ext cx="6030006" cy="4085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80" name="Google Shape;180;p36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81" name="Google Shape;181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2" name="Google Shape;18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6"/>
          <p:cNvSpPr txBox="1"/>
          <p:nvPr>
            <p:ph idx="1" type="body"/>
          </p:nvPr>
        </p:nvSpPr>
        <p:spPr>
          <a:xfrm>
            <a:off x="685308" y="1563184"/>
            <a:ext cx="5843700" cy="4472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41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84" name="Google Shape;18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0761" y="1216545"/>
            <a:ext cx="5311239" cy="38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90" name="Google Shape;190;p3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91" name="Google Shape;19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2" name="Google Shape;19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7"/>
          <p:cNvSpPr txBox="1"/>
          <p:nvPr>
            <p:ph idx="1" type="body"/>
          </p:nvPr>
        </p:nvSpPr>
        <p:spPr>
          <a:xfrm>
            <a:off x="685308" y="1334584"/>
            <a:ext cx="10916757" cy="450577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8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99" name="Google Shape;199;p38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00" name="Google Shape;20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1" name="Google Shape;20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4232" y="1305035"/>
            <a:ext cx="7120637" cy="4842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208" name="Google Shape;208;p39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09" name="Google Shape;209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0" name="Google Shape;21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9"/>
          <p:cNvSpPr txBox="1"/>
          <p:nvPr>
            <p:ph idx="1" type="body"/>
          </p:nvPr>
        </p:nvSpPr>
        <p:spPr>
          <a:xfrm>
            <a:off x="685308" y="1334584"/>
            <a:ext cx="10409412" cy="427963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217" name="Google Shape;217;p40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18" name="Google Shape;218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9" name="Google Shape;21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0"/>
          <p:cNvSpPr txBox="1"/>
          <p:nvPr>
            <p:ph idx="1" type="body"/>
          </p:nvPr>
        </p:nvSpPr>
        <p:spPr>
          <a:xfrm>
            <a:off x="745039" y="1364085"/>
            <a:ext cx="10183761" cy="472427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1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26" name="Google Shape;226;p41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27" name="Google Shape;22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8" name="Google Shape;22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1"/>
          <p:cNvSpPr txBox="1"/>
          <p:nvPr>
            <p:ph idx="1" type="body"/>
          </p:nvPr>
        </p:nvSpPr>
        <p:spPr>
          <a:xfrm>
            <a:off x="685308" y="1334586"/>
            <a:ext cx="5853144" cy="43779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30" name="Google Shape;23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2417" y="1534990"/>
            <a:ext cx="5236381" cy="3788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36" name="Google Shape;236;p42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37" name="Google Shape;23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8" name="Google Shape;23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2"/>
          <p:cNvSpPr txBox="1"/>
          <p:nvPr>
            <p:ph idx="1" type="body"/>
          </p:nvPr>
        </p:nvSpPr>
        <p:spPr>
          <a:xfrm>
            <a:off x="685308" y="1334586"/>
            <a:ext cx="6191588" cy="42206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40" name="Google Shape;24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6896" y="1277158"/>
            <a:ext cx="4629796" cy="4391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46" name="Google Shape;246;p43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47" name="Google Shape;247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8" name="Google Shape;24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3"/>
          <p:cNvSpPr txBox="1"/>
          <p:nvPr>
            <p:ph idx="1" type="body"/>
          </p:nvPr>
        </p:nvSpPr>
        <p:spPr>
          <a:xfrm>
            <a:off x="813128" y="1212206"/>
            <a:ext cx="5853144" cy="43779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50" name="Google Shape;25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25658" y="1440534"/>
            <a:ext cx="5021178" cy="392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4"/>
          <p:cNvSpPr txBox="1"/>
          <p:nvPr>
            <p:ph type="title"/>
          </p:nvPr>
        </p:nvSpPr>
        <p:spPr>
          <a:xfrm>
            <a:off x="715788" y="309494"/>
            <a:ext cx="10760423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56" name="Google Shape;256;p44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57" name="Google Shape;257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8" name="Google Shape;25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4"/>
          <p:cNvSpPr txBox="1"/>
          <p:nvPr>
            <p:ph idx="1" type="body"/>
          </p:nvPr>
        </p:nvSpPr>
        <p:spPr>
          <a:xfrm>
            <a:off x="866919" y="1472238"/>
            <a:ext cx="5760023" cy="40829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8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60" name="Google Shape;26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2566" y="1786586"/>
            <a:ext cx="4334480" cy="3267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5"/>
          <p:cNvSpPr txBox="1"/>
          <p:nvPr>
            <p:ph type="title"/>
          </p:nvPr>
        </p:nvSpPr>
        <p:spPr>
          <a:xfrm>
            <a:off x="715788" y="309494"/>
            <a:ext cx="10760423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66" name="Google Shape;266;p45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67" name="Google Shape;26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8" name="Google Shape;26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5"/>
          <p:cNvSpPr txBox="1"/>
          <p:nvPr>
            <p:ph idx="1" type="body"/>
          </p:nvPr>
        </p:nvSpPr>
        <p:spPr>
          <a:xfrm>
            <a:off x="866919" y="1240022"/>
            <a:ext cx="6420463" cy="43779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8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2021-07-10T07:14:46Z</dcterms:created>
  <dc:creator>nazmul turjo</dc:creator>
</cp:coreProperties>
</file>