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YBSGBm/VP3VQcKLrTbN+0WbwD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383C5F-B1EB-44F1-A0AC-CEB3B5C440D9}">
  <a:tblStyle styleId="{9A383C5F-B1EB-44F1-A0AC-CEB3B5C440D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1" Type="http://schemas.openxmlformats.org/officeDocument/2006/relationships/image" Target="../media/image10.png"/><Relationship Id="rId10" Type="http://schemas.openxmlformats.org/officeDocument/2006/relationships/image" Target="../media/image5.png"/><Relationship Id="rId12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2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.png"/><Relationship Id="rId13" Type="http://schemas.openxmlformats.org/officeDocument/2006/relationships/image" Target="../media/image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shomen.kundu@bracu.ac.bd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497825" y="2526891"/>
            <a:ext cx="8858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Transistor-Transistor Logic 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00" name="Google Shape;100;p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685307" y="1486986"/>
            <a:ext cx="11654100" cy="5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Transistor-Transistor Logic (TTL): </a:t>
            </a:r>
            <a:r>
              <a:rPr lang="en-US"/>
              <a:t>TTL is a digital logic family that uses bipolar junction transistors (BJTs) for logic operations.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Multi-Emitter Transistors: </a:t>
            </a:r>
            <a:r>
              <a:rPr lang="en-US"/>
              <a:t>A BJT with multiple emitters is shown here.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operating mode of the BJT depends on the emitter voltages.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7326" y="4235238"/>
            <a:ext cx="27146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Operation of a TTL Circuit</a:t>
            </a:r>
            <a:r>
              <a:rPr lang="en-US"/>
              <a:t>: Find the current and voltages involved in the following TTL circuit. Verify that it works like a NAND gate.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14" name="Google Shape;114;p15"/>
          <p:cNvGrpSpPr/>
          <p:nvPr/>
        </p:nvGrpSpPr>
        <p:grpSpPr>
          <a:xfrm>
            <a:off x="4974195" y="2749963"/>
            <a:ext cx="4038925" cy="3171200"/>
            <a:chOff x="2552538" y="960050"/>
            <a:chExt cx="4038925" cy="3171200"/>
          </a:xfrm>
        </p:grpSpPr>
        <p:pic>
          <p:nvPicPr>
            <p:cNvPr id="115" name="Google Shape;11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52538" y="960050"/>
              <a:ext cx="4038925" cy="317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5" title="[0,0,0,&quot;https://www.codecogs.com/eqnedit.php?latex=V_x#0&quot;]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93650" y="2369125"/>
              <a:ext cx="236770" cy="22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5" title="[0,0,0,&quot;https://www.codecogs.com/eqnedit.php?latex=V_y#0&quot;]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11500" y="2668175"/>
              <a:ext cx="201075" cy="226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5" title="[0,0,0,&quot;https://www.codecogs.com/eqnedit.php?latex=T_1#0&quot;]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790575" y="2383950"/>
              <a:ext cx="201075" cy="196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5" title="[0,0,0,&quot;https://www.codecogs.com/eqnedit.php?latex=T_2#0&quot;]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15075" y="2289525"/>
              <a:ext cx="201075" cy="191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5" title="[0,0,0,&quot;https://www.codecogs.com/eqnedit.php?latex=T_o#0&quot;]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78750" y="3026925"/>
              <a:ext cx="201074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 title="[0,0,0,&quot;https://www.codecogs.com/eqnedit.php?latex=1k%5COmega#0&quot;]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490775" y="3415675"/>
              <a:ext cx="433118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5" title="[0,0,0,&quot;https://www.codecogs.com/eqnedit.php?latex=4k%5COmega#0&quot;]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942300" y="1662675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5" title="[0,0,0,&quot;https://www.codecogs.com/eqnedit.php?latex=1.6k%5COmega#0&quot;]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954325" y="1662675"/>
              <a:ext cx="624417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5" title="[0,0,0,&quot;https://www.codecogs.com/eqnedit.php?latex=4k%5COmega#0&quot;]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51500" y="2144000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30" name="Google Shape;130;p1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TTL NAND Gate: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Logic Low: 0.1 V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Logic High : 5 V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We need to analyze the TTL NAND gate circuit for four different cases.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16"/>
          <p:cNvGraphicFramePr/>
          <p:nvPr/>
        </p:nvGraphicFramePr>
        <p:xfrm>
          <a:off x="1902967" y="3484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{9A383C5F-B1EB-44F1-A0AC-CEB3B5C440D9}</a:tableStyleId>
              </a:tblPr>
              <a:tblGrid>
                <a:gridCol w="1536475"/>
                <a:gridCol w="1536475"/>
                <a:gridCol w="15364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9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685308" y="1334586"/>
            <a:ext cx="11445106" cy="50217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64" r="-5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162" y="2682206"/>
            <a:ext cx="4210638" cy="339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685307" y="1334586"/>
            <a:ext cx="6669655" cy="50217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153" l="-1825" r="-310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8012" y="2038839"/>
            <a:ext cx="4378601" cy="349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685308" y="1334586"/>
            <a:ext cx="5628300" cy="4646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6728" y="1804761"/>
            <a:ext cx="4891377" cy="390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79" name="Google Shape;179;p2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183" name="Google Shape;183;p21"/>
          <p:cNvGrpSpPr/>
          <p:nvPr/>
        </p:nvGrpSpPr>
        <p:grpSpPr>
          <a:xfrm>
            <a:off x="6498974" y="2219292"/>
            <a:ext cx="5007719" cy="3854287"/>
            <a:chOff x="2552538" y="960050"/>
            <a:chExt cx="4038925" cy="3171200"/>
          </a:xfrm>
        </p:grpSpPr>
        <p:pic>
          <p:nvPicPr>
            <p:cNvPr id="184" name="Google Shape;18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52538" y="960050"/>
              <a:ext cx="4038925" cy="317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1" title="[0,0,0,&quot;https://www.codecogs.com/eqnedit.php?latex=V_x#0&quot;]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93650" y="2369125"/>
              <a:ext cx="236770" cy="22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1" title="[0,0,0,&quot;https://www.codecogs.com/eqnedit.php?latex=V_y#0&quot;]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11500" y="2668175"/>
              <a:ext cx="201075" cy="226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1" title="[0,0,0,&quot;https://www.codecogs.com/eqnedit.php?latex=T_1#0&quot;]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790575" y="2383950"/>
              <a:ext cx="201075" cy="196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1" title="[0,0,0,&quot;https://www.codecogs.com/eqnedit.php?latex=T_2#0&quot;]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15075" y="2289525"/>
              <a:ext cx="201075" cy="191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1" title="[0,0,0,&quot;https://www.codecogs.com/eqnedit.php?latex=T_o#0&quot;]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78750" y="3026925"/>
              <a:ext cx="201074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1" title="[0,0,0,&quot;https://www.codecogs.com/eqnedit.php?latex=1k%5COmega#0&quot;]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90775" y="3415675"/>
              <a:ext cx="433118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 title="[0,0,0,&quot;https://www.codecogs.com/eqnedit.php?latex=4k%5COmega#0&quot;]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42300" y="1662675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1" title="[0,0,0,&quot;https://www.codecogs.com/eqnedit.php?latex=1.6k%5COmega#0&quot;]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954325" y="1662675"/>
              <a:ext cx="624417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1" title="[0,0,0,&quot;https://www.codecogs.com/eqnedit.php?latex=4k%5COmega#0&quot;]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751500" y="2144000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99" name="Google Shape;199;p3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0" name="Google Shape;20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685308" y="1334586"/>
            <a:ext cx="10207282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93" r="0" t="-22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208" name="Google Shape;208;p3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9" name="Google Shape;20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668" y="824854"/>
            <a:ext cx="5283341" cy="4943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570" y="1272441"/>
            <a:ext cx="4182059" cy="435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218" name="Google Shape;218;p3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9" name="Google Shape;21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667" y="1245870"/>
            <a:ext cx="6130529" cy="465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1741" y="1252233"/>
            <a:ext cx="4182059" cy="435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2021-07-10T07:14:46Z</dcterms:created>
  <dc:creator>nazmul turjo</dc:creator>
</cp:coreProperties>
</file>