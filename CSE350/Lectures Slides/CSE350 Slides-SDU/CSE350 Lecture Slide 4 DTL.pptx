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cY7A02sxZKNLc7w8axPQFhvim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2CFD85-70E9-433A-985E-03476F533C1C}">
  <a:tblStyle styleId="{672CFD85-70E9-433A-985E-03476F533C1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564194" y="2154678"/>
            <a:ext cx="850490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DTL - NAND Gate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</a:t>
            </a:r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10668492" cy="351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DTL : </a:t>
            </a:r>
            <a:r>
              <a:rPr lang="en-US" sz="2400" dirty="0"/>
              <a:t>Diode Transistor Logic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Bipolar : </a:t>
            </a: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Saturated ( Switching transistor will be operating in cutoff or saturation mode)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Input terminals connect through a diode to a transistor’s base terminal.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4400039" cy="392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/>
              <a:t>Basic Operation: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DTL NAND Gate</a:t>
            </a:r>
            <a:endParaRPr sz="240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2 input AND gate + Inverter 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4239" y="767426"/>
            <a:ext cx="5420481" cy="482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4400039" cy="392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Basic Operation: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DTL NAND Gate</a:t>
            </a: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2 input AND gate + Inverter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640" y="959575"/>
            <a:ext cx="7328943" cy="444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11399520" cy="23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Example:</a:t>
            </a:r>
            <a:r>
              <a:rPr lang="en-US" sz="2400" dirty="0"/>
              <a:t> Calculate the currents and node voltages for the following DTL gate. Verify it is a NAND gate. Input of the DTL NAND gate might be connected to the output of other DTL NAND gate.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7716" y="2949676"/>
            <a:ext cx="3943800" cy="340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11185850" cy="3558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aphicFrame>
        <p:nvGraphicFramePr>
          <p:cNvPr id="143" name="Google Shape;143;p18"/>
          <p:cNvGraphicFramePr/>
          <p:nvPr>
            <p:extLst>
              <p:ext uri="{D42A27DB-BD31-4B8C-83A1-F6EECF244321}">
                <p14:modId xmlns:p14="http://schemas.microsoft.com/office/powerpoint/2010/main" val="2790348816"/>
              </p:ext>
            </p:extLst>
          </p:nvPr>
        </p:nvGraphicFramePr>
        <p:xfrm>
          <a:off x="2227093" y="1608489"/>
          <a:ext cx="6799050" cy="3146225"/>
        </p:xfrm>
        <a:graphic>
          <a:graphicData uri="http://schemas.openxmlformats.org/drawingml/2006/table">
            <a:tbl>
              <a:tblPr firstRow="1" bandRow="1">
                <a:noFill/>
                <a:tableStyleId>{672CFD85-70E9-433A-985E-03476F533C1C}</a:tableStyleId>
              </a:tblPr>
              <a:tblGrid>
                <a:gridCol w="226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/>
                        <a:t>V</a:t>
                      </a:r>
                      <a:r>
                        <a:rPr lang="en-US" sz="2000" b="1" u="none" strike="noStrike" cap="none" baseline="-25000" dirty="0"/>
                        <a:t>A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V</a:t>
                      </a:r>
                      <a:r>
                        <a:rPr lang="en-US" sz="2000" b="1" u="none" strike="noStrike" cap="none" baseline="-25000"/>
                        <a:t>B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V</a:t>
                      </a:r>
                      <a:r>
                        <a:rPr lang="en-US" sz="2000" b="1" u="none" strike="noStrike" cap="none" baseline="-25000"/>
                        <a:t>o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0.2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0.2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5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0" name="Google Shape;15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"/>
          <p:cNvSpPr txBox="1">
            <a:spLocks noGrp="1"/>
          </p:cNvSpPr>
          <p:nvPr>
            <p:ph type="body" idx="1"/>
          </p:nvPr>
        </p:nvSpPr>
        <p:spPr>
          <a:xfrm>
            <a:off x="720212" y="1128866"/>
            <a:ext cx="10515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6462743" cy="4269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# In order for T transistor to turn on we need to have V</a:t>
            </a:r>
            <a:r>
              <a:rPr lang="en-US" sz="2400" baseline="-25000" dirty="0"/>
              <a:t>BE</a:t>
            </a:r>
            <a:r>
              <a:rPr lang="en-US" sz="2400" dirty="0"/>
              <a:t> = 0.5 ( cut in voltage of transistors ) , we also need to have VD3 = VD4 = 0.6 V ( Cut in voltage for diode )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 As a total we require,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VD3 + VD4 + V</a:t>
            </a:r>
            <a:r>
              <a:rPr lang="en-US" sz="2400" baseline="-25000" dirty="0"/>
              <a:t>BE</a:t>
            </a:r>
            <a:r>
              <a:rPr lang="en-US" sz="2400" dirty="0"/>
              <a:t> = 0.6 + 0.6 + 0.5 = 1.7 V at p node to turn on the right side of the circuits.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Necessary condition to turn the transistor T.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If  V</a:t>
            </a:r>
            <a:r>
              <a:rPr lang="en-US" sz="2400" baseline="-25000" dirty="0"/>
              <a:t>P</a:t>
            </a:r>
            <a:r>
              <a:rPr lang="en-US" sz="2400" dirty="0"/>
              <a:t> = 0.9 V, then T can not turn on. This justifies our assumption.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6373" y="1514138"/>
            <a:ext cx="5210902" cy="255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>
            <a:spLocks noGrp="1"/>
          </p:cNvSpPr>
          <p:nvPr>
            <p:ph type="body" idx="1"/>
          </p:nvPr>
        </p:nvSpPr>
        <p:spPr>
          <a:xfrm>
            <a:off x="661443" y="1120878"/>
            <a:ext cx="6860233" cy="48964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3012" y="1120878"/>
            <a:ext cx="4601186" cy="384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9" name="Google Shape;1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80" name="Google Shape;18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6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6824417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82" name="Google Shape;182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2664" y="1730477"/>
            <a:ext cx="4343919" cy="3631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6824417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92" name="Google Shape;192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6664" y="1238384"/>
            <a:ext cx="4423317" cy="388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0" name="Google Shape;20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7227540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" t="-107" b="-10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  <p:pic>
        <p:nvPicPr>
          <p:cNvPr id="202" name="Google Shape;202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9130" y="1344162"/>
            <a:ext cx="4854211" cy="3837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>
            <a:spLocks noGrp="1"/>
          </p:cNvSpPr>
          <p:nvPr>
            <p:ph type="title"/>
          </p:nvPr>
        </p:nvSpPr>
        <p:spPr>
          <a:xfrm>
            <a:off x="838200" y="89950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DTL NAND</a:t>
            </a:r>
            <a:endParaRPr dirty="0"/>
          </a:p>
        </p:txBody>
      </p:sp>
      <p:sp>
        <p:nvSpPr>
          <p:cNvPr id="208" name="Google Shape;208;p39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10" name="Google Shape;21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6824417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79343" y="1681316"/>
            <a:ext cx="4606838" cy="3641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838200" y="709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DTL NAND</a:t>
            </a:r>
            <a:endParaRPr dirty="0"/>
          </a:p>
        </p:txBody>
      </p:sp>
      <p:sp>
        <p:nvSpPr>
          <p:cNvPr id="218" name="Google Shape;218;p40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20" name="Google Shape;22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0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10432856" cy="12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0" dirty="0"/>
              <a:t>From the analysis we can get, the input output relationship. This indicates a NAND gate. </a:t>
            </a:r>
            <a:endParaRPr b="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0" baseline="-250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222" name="Google Shape;222;p40"/>
          <p:cNvGraphicFramePr/>
          <p:nvPr>
            <p:extLst>
              <p:ext uri="{D42A27DB-BD31-4B8C-83A1-F6EECF244321}">
                <p14:modId xmlns:p14="http://schemas.microsoft.com/office/powerpoint/2010/main" val="2791944209"/>
              </p:ext>
            </p:extLst>
          </p:nvPr>
        </p:nvGraphicFramePr>
        <p:xfrm>
          <a:off x="1392904" y="2694038"/>
          <a:ext cx="6799050" cy="2989000"/>
        </p:xfrm>
        <a:graphic>
          <a:graphicData uri="http://schemas.openxmlformats.org/drawingml/2006/table">
            <a:tbl>
              <a:tblPr firstRow="1" bandRow="1">
                <a:noFill/>
                <a:tableStyleId>{672CFD85-70E9-433A-985E-03476F533C1C}</a:tableStyleId>
              </a:tblPr>
              <a:tblGrid>
                <a:gridCol w="226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VA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VB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Vo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 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0.2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Widescreen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CSE 350 Digital Electronics and Pulse Techniques </vt:lpstr>
      <vt:lpstr>DTL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</vt:lpstr>
      <vt:lpstr>DTL NAND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</cp:revision>
  <dcterms:created xsi:type="dcterms:W3CDTF">2021-07-10T07:14:46Z</dcterms:created>
  <dcterms:modified xsi:type="dcterms:W3CDTF">2025-01-06T17:52:02Z</dcterms:modified>
</cp:coreProperties>
</file>