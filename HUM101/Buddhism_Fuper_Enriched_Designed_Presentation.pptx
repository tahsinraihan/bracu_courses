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Buddhism emerged in ancient India over 2500 years ago and transformed into a major trans-Asian tradition. It became a shared intellectual, spiritual, and cultural force connecting India, Central Asia, and China.</a:t>
            </a:r>
          </a:p>
        </p:txBody>
      </p:sp>
      <p:pic>
        <p:nvPicPr>
          <p:cNvPr id="5" name="Picture 4" descr="b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Study Buddhism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Tracing Buddhism’s spread reveals how ideas travel and adapt. It exposes ancient networks of trade, diplomacy, patronage, and creativity.</a:t>
            </a:r>
          </a:p>
        </p:txBody>
      </p:sp>
      <p:pic>
        <p:nvPicPr>
          <p:cNvPr id="5" name="Picture 4" descr="bg_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India Before Buddhism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Pre-Buddhist India was shaped by Vedic rituals, caste hierarchy, and rising urban centers. These shifts created new questions about suffering and ethics.</a:t>
            </a:r>
          </a:p>
        </p:txBody>
      </p:sp>
      <p:pic>
        <p:nvPicPr>
          <p:cNvPr id="5" name="Picture 4" descr="bg_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Siddhartha Gautama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Siddhartha renounced royal life, sought answers to suffering, practiced asceticism, and attained enlightenment under the Bodhi Tree.</a:t>
            </a:r>
          </a:p>
        </p:txBody>
      </p:sp>
      <p:pic>
        <p:nvPicPr>
          <p:cNvPr id="5" name="Picture 4" descr="bg_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Four Noble Truths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Life contains suffering; suffering arises from craving; suffering can end; and liberation comes through the Eightfold Path.</a:t>
            </a:r>
          </a:p>
        </p:txBody>
      </p:sp>
      <p:pic>
        <p:nvPicPr>
          <p:cNvPr id="5" name="Picture 4" descr="bg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Eightfold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The path includes ethical conduct, mental discipline, and wisdom—guiding practitioners toward mindful, compassionate living.</a:t>
            </a:r>
          </a:p>
        </p:txBody>
      </p:sp>
      <p:pic>
        <p:nvPicPr>
          <p:cNvPr id="5" name="Picture 4" descr="bg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Sangha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The Sangha preserved teachings, practiced monastic discipline, and established monasteries along trade routes.</a:t>
            </a:r>
          </a:p>
        </p:txBody>
      </p:sp>
      <p:pic>
        <p:nvPicPr>
          <p:cNvPr id="5" name="Picture 4" descr="bg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Ashoka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Ashoka promoted moral governance and sent missions abroad, helping Buddhism flourish beyond India.</a:t>
            </a:r>
          </a:p>
        </p:txBody>
      </p:sp>
      <p:pic>
        <p:nvPicPr>
          <p:cNvPr id="5" name="Picture 4" descr="bg_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Silk Road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Monks, merchants, and travelers carried Buddhist texts, ideas, and images across the Silk Road.</a:t>
            </a:r>
          </a:p>
        </p:txBody>
      </p:sp>
      <p:pic>
        <p:nvPicPr>
          <p:cNvPr id="5" name="Picture 4" descr="b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Gandhara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Gandharan art blended Greek realism with Indian symbolism, shaping Buddhist imagery across Asia.</a:t>
            </a:r>
          </a:p>
        </p:txBody>
      </p:sp>
      <p:pic>
        <p:nvPicPr>
          <p:cNvPr id="5" name="Picture 4" descr="bg_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Oasis Kingdoms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Khotan, Kucha, and Turfan preserved Buddhist texts and acted as translation hubs linking India and China.</a:t>
            </a:r>
          </a:p>
        </p:txBody>
      </p:sp>
      <p:pic>
        <p:nvPicPr>
          <p:cNvPr id="5" name="Picture 4" descr="bg_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Kizil &amp; Bamiyan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Kizil murals and Bamiyan Buddhas reflect mixed influences—Indian, Iranian, and Central Asian.</a:t>
            </a:r>
          </a:p>
        </p:txBody>
      </p:sp>
      <p:pic>
        <p:nvPicPr>
          <p:cNvPr id="5" name="Picture 4" descr="bg_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China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Buddhism entered China along trade routes and was initially understood through Daoist concepts.</a:t>
            </a:r>
          </a:p>
        </p:txBody>
      </p:sp>
      <p:pic>
        <p:nvPicPr>
          <p:cNvPr id="5" name="Picture 4" descr="bg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Sinicization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Chinese Buddhists adopted local vocabulary and ethics, blending Buddhism with Chinese worldviews.</a:t>
            </a:r>
          </a:p>
        </p:txBody>
      </p:sp>
      <p:pic>
        <p:nvPicPr>
          <p:cNvPr id="5" name="Picture 4" descr="bg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Chinese Schools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Schools like Pure Land, Chan, Tiantai, and Huayan reshaped Buddhist philosophy.</a:t>
            </a:r>
          </a:p>
        </p:txBody>
      </p:sp>
      <p:pic>
        <p:nvPicPr>
          <p:cNvPr id="5" name="Picture 4" descr="bg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Monasteries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Chinese monasteries became economic, political, and educational institutions influencing society.</a:t>
            </a:r>
          </a:p>
        </p:txBody>
      </p:sp>
      <p:pic>
        <p:nvPicPr>
          <p:cNvPr id="5" name="Picture 4" descr="bg_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Art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Buddhist art communicated teachings visually, aiding devotion and storytelling.</a:t>
            </a:r>
          </a:p>
        </p:txBody>
      </p:sp>
      <p:pic>
        <p:nvPicPr>
          <p:cNvPr id="5" name="Picture 4" descr="b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Indian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Indian Buddhist art evolved from symbolic forms to iconic Buddha statues during the Gupta era.</a:t>
            </a:r>
          </a:p>
        </p:txBody>
      </p:sp>
      <p:pic>
        <p:nvPicPr>
          <p:cNvPr id="5" name="Picture 4" descr="bg_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Central Asian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Central Asian art features multicultural influences, vivid colors, and donor portraits.</a:t>
            </a:r>
          </a:p>
        </p:txBody>
      </p:sp>
      <p:pic>
        <p:nvPicPr>
          <p:cNvPr id="5" name="Picture 4" descr="bg_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Chinese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Chinese Buddhist art includes Dunhuang murals and Longmen cave carvings, merging Chinese aesthetics with Buddhist themes.</a:t>
            </a:r>
          </a:p>
        </p:txBody>
      </p:sp>
      <p:pic>
        <p:nvPicPr>
          <p:cNvPr id="5" name="Picture 4" descr="bg_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Religious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Shared practices like chanting, pilgrimage, and meditation shaped Buddhist communities.</a:t>
            </a:r>
          </a:p>
        </p:txBody>
      </p:sp>
      <p:pic>
        <p:nvPicPr>
          <p:cNvPr id="5" name="Picture 4" descr="bg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Political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Rulers used Buddhism for political legitimacy—Ashoka, oasis kings, and Chinese emperors.</a:t>
            </a:r>
          </a:p>
        </p:txBody>
      </p:sp>
      <p:pic>
        <p:nvPicPr>
          <p:cNvPr id="5" name="Picture 4" descr="bg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Cultural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Buddhism shaped literature, festivals, ethics, and artistic production across Asia.</a:t>
            </a:r>
          </a:p>
        </p:txBody>
      </p:sp>
      <p:pic>
        <p:nvPicPr>
          <p:cNvPr id="5" name="Picture 4" descr="bg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Decline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Buddhism declined in India after invasions and loss of patronage; in Central Asia after Islamization.</a:t>
            </a:r>
          </a:p>
        </p:txBody>
      </p:sp>
      <p:pic>
        <p:nvPicPr>
          <p:cNvPr id="5" name="Picture 4" descr="bg_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Buddhism’s spread shows how ideas adapt, evolve, and shape civilizations over centuries.</a:t>
            </a:r>
          </a:p>
        </p:txBody>
      </p:sp>
      <p:pic>
        <p:nvPicPr>
          <p:cNvPr id="5" name="Picture 4" descr="b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