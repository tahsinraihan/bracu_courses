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Study Buddhism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India Before Buddhism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Siddhartha Gautama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Four Noble Truths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Eightfold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Sangha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Ashoka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Silk Road 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Gandhara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Oasis Kingdoms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Kizil &amp; Bamiyan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China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Sinicization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Chinese Schools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Monasteries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Art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Indian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Central Asian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Chinese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Religious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Political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Cultural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Decline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slide will later be enriched with full historical, cultural, and analytical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