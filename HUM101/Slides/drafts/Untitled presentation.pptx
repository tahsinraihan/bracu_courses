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d7dd899e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d7dd899e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2438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