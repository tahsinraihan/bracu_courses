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Brygada 1918"/>
      <p:regular r:id="rId8"/>
    </p:embeddedFont>
    <p:embeddedFont>
      <p:font typeface="Brygada 1918"/>
      <p:regular r:id="rId9"/>
    </p:embeddedFont>
    <p:embeddedFont>
      <p:font typeface="Brygada 1918"/>
      <p:regular r:id="rId10"/>
    </p:embeddedFont>
    <p:embeddedFont>
      <p:font typeface="Brygada 1918"/>
      <p:regular r:id="rId11"/>
    </p:embeddedFont>
    <p:embeddedFont>
      <p:font typeface="Montserrat Medium"/>
      <p:regular r:id="rId12"/>
    </p:embeddedFont>
    <p:embeddedFont>
      <p:font typeface="Montserrat Medium"/>
      <p:regular r:id="rId13"/>
    </p:embeddedFont>
    <p:embeddedFont>
      <p:font typeface="Montserrat Medium"/>
      <p:regular r:id="rId14"/>
    </p:embeddedFont>
    <p:embeddedFont>
      <p:font typeface="Montserrat Medium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1493044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The Rise and Spread of Buddhism Across Asia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9260" y="3241238"/>
            <a:ext cx="7645479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comprehensive overview of Buddhism's historical journey from its origins to its widespread influence across the Asian continent, exploring its cultural impact and enduring legacy.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9260" y="4509373"/>
            <a:ext cx="764547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260" y="5024318"/>
            <a:ext cx="7645479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Tahsin Raihan Robbani</a:t>
            </a:r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Samura Huda</a:t>
            </a:r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Kamruddin Ashrafi Nafi</a:t>
            </a:r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Ramisa Maliyat</a:t>
            </a:r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Mauri Barua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2025-12-04T18:03:35Z</dcterms:created>
  <dcterms:modified xsi:type="dcterms:W3CDTF">2025-12-04T18:03:35Z</dcterms:modified>
</cp:coreProperties>
</file>